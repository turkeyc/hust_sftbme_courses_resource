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4.svg" ContentType="image/svg+xml"/>
  <Override PartName="/ppt/media/image36.svg" ContentType="image/svg+xml"/>
  <Override PartName="/ppt/media/image38.svg" ContentType="image/svg+xml"/>
  <Override PartName="/ppt/media/image40.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gs" Target="tags/tag375.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image" Target="../media/image2.png"/><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png"/><Relationship Id="rId2" Type="http://schemas.openxmlformats.org/officeDocument/2006/relationships/tags" Target="../tags/tag63.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3.png"/><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image" Target="../media/image4.png"/><Relationship Id="rId2" Type="http://schemas.openxmlformats.org/officeDocument/2006/relationships/tags" Target="../tags/tag79.xml"/><Relationship Id="rId10" Type="http://schemas.openxmlformats.org/officeDocument/2006/relationships/tags" Target="../tags/tag8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image" Target="../media/image4.png"/><Relationship Id="rId2" Type="http://schemas.openxmlformats.org/officeDocument/2006/relationships/tags" Target="../tags/tag123.xml"/><Relationship Id="rId10" Type="http://schemas.openxmlformats.org/officeDocument/2006/relationships/tags" Target="../tags/tag13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封面页-1">
    <p:bg>
      <p:bgPr>
        <a:solidFill>
          <a:srgbClr val="FFFFFF"/>
        </a:solidFill>
        <a:effectLst/>
      </p:bgPr>
    </p:bg>
    <p:spTree>
      <p:nvGrpSpPr>
        <p:cNvPr id="1" name=""/>
        <p:cNvGrpSpPr/>
        <p:nvPr/>
      </p:nvGrpSpPr>
      <p:grpSpPr>
        <a:xfrm>
          <a:off x="0" y="0"/>
          <a:ext cx="0" cy="0"/>
          <a:chOff x="0" y="0"/>
          <a:chExt cx="0" cy="0"/>
        </a:xfrm>
      </p:grpSpPr>
      <p:pic>
        <p:nvPicPr>
          <p:cNvPr id="4" name="图片 3"/>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pic>
        <p:nvPicPr>
          <p:cNvPr id="8" name="图片 7"/>
          <p:cNvPicPr/>
          <p:nvPr userDrawn="1">
            <p:custDataLst>
              <p:tags r:id="rId7"/>
            </p:custDataLst>
          </p:nvPr>
        </p:nvPicPr>
        <p:blipFill>
          <a:blip r:embed="rId8"/>
          <a:stretch>
            <a:fillRect/>
          </a:stretch>
        </p:blipFill>
        <p:spPr>
          <a:xfrm>
            <a:off x="0" y="5244465"/>
            <a:ext cx="12191365" cy="16129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5" name="文本占位符 4"/>
          <p:cNvSpPr>
            <a:spLocks noGrp="1"/>
          </p:cNvSpPr>
          <p:nvPr>
            <p:ph type="body" idx="13" hasCustomPrompt="1"/>
            <p:custDataLst>
              <p:tags r:id="rId9"/>
            </p:custDataLst>
          </p:nvPr>
        </p:nvSpPr>
        <p:spPr>
          <a:xfrm>
            <a:off x="1447797" y="1371600"/>
            <a:ext cx="9296403" cy="457200"/>
          </a:xfrm>
          <a:noFill/>
        </p:spPr>
        <p:txBody>
          <a:bodyPr lIns="0" tIns="0" rIns="0" bIns="0" anchor="t">
            <a:noAutofit/>
          </a:bodyPr>
          <a:lstStyle>
            <a:lvl1pPr algn="ctr">
              <a:lnSpc>
                <a:spcPct val="125000"/>
              </a:lnSpc>
              <a:buNone/>
              <a:defRPr sz="2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20XX YEAR</a:t>
            </a:r>
            <a:endParaRPr lang="zh-CN" altLang="en-US" smtClean="0"/>
          </a:p>
        </p:txBody>
      </p:sp>
      <p:sp>
        <p:nvSpPr>
          <p:cNvPr id="6" name="标题 5"/>
          <p:cNvSpPr>
            <a:spLocks noGrp="1"/>
          </p:cNvSpPr>
          <p:nvPr>
            <p:ph type="ctrTitle" idx="14" hasCustomPrompt="1"/>
            <p:custDataLst>
              <p:tags r:id="rId10"/>
            </p:custDataLst>
          </p:nvPr>
        </p:nvSpPr>
        <p:spPr>
          <a:xfrm>
            <a:off x="1390647" y="2387599"/>
            <a:ext cx="9410703" cy="2095503"/>
          </a:xfrm>
          <a:noFill/>
        </p:spPr>
        <p:txBody>
          <a:bodyPr lIns="0" tIns="0" rIns="0" bIns="0" anchor="t">
            <a:noAutofit/>
          </a:bodyPr>
          <a:lstStyle>
            <a:lvl1pPr algn="ctr">
              <a:lnSpc>
                <a:spcPct val="111000"/>
              </a:lnSpc>
              <a:buNone/>
              <a:defRPr sz="6000" b="1">
                <a:solidFill>
                  <a:schemeClr val="bg1"/>
                </a:solidFill>
                <a:latin typeface="微软雅黑" panose="020B0503020204020204" charset="-122"/>
                <a:ea typeface="微软雅黑" panose="020B0503020204020204" charset="-122"/>
              </a:defRPr>
            </a:lvl1pPr>
          </a:lstStyle>
          <a:p>
            <a:r>
              <a:rPr lang="zh-CN" altLang="en-US" smtClean="0"/>
              <a:t>党政风年终述职报告</a:t>
            </a:r>
            <a:endParaRPr lang="zh-CN" altLang="en-US" smtClean="0"/>
          </a:p>
        </p:txBody>
      </p:sp>
      <p:sp>
        <p:nvSpPr>
          <p:cNvPr id="7" name="文本占位符 6"/>
          <p:cNvSpPr>
            <a:spLocks noGrp="1"/>
          </p:cNvSpPr>
          <p:nvPr>
            <p:ph type="body" idx="15" hasCustomPrompt="1"/>
            <p:custDataLst>
              <p:tags r:id="rId11"/>
            </p:custDataLst>
          </p:nvPr>
        </p:nvSpPr>
        <p:spPr>
          <a:xfrm>
            <a:off x="1447797" y="4483102"/>
            <a:ext cx="9296403" cy="457200"/>
          </a:xfrm>
          <a:noFill/>
        </p:spPr>
        <p:txBody>
          <a:bodyPr lIns="0" tIns="0" rIns="0" bIns="0" anchor="t">
            <a:noAutofit/>
          </a:bodyPr>
          <a:lstStyle>
            <a:lvl1pPr algn="ctr">
              <a:lnSpc>
                <a:spcPct val="125000"/>
              </a:lnSpc>
              <a:buNone/>
              <a:defRPr sz="2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BY WPS</a:t>
            </a:r>
            <a:endParaRPr lang="zh-CN" altLang="en-US"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目录页-1">
    <p:bg>
      <p:bgPr>
        <a:solidFill>
          <a:schemeClr val="bg2"/>
        </a:solidFill>
        <a:effectLst/>
      </p:bgPr>
    </p:bg>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a:stretch>
            <a:fillRect/>
          </a:stretch>
        </p:blipFill>
        <p:spPr>
          <a:xfrm>
            <a:off x="0" y="0"/>
            <a:ext cx="50292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ctrTitle" idx="13" hasCustomPrompt="1"/>
            <p:custDataLst>
              <p:tags r:id="rId4"/>
            </p:custDataLst>
          </p:nvPr>
        </p:nvSpPr>
        <p:spPr>
          <a:xfrm>
            <a:off x="825502" y="2019297"/>
            <a:ext cx="2260598" cy="761997"/>
          </a:xfrm>
          <a:noFill/>
        </p:spPr>
        <p:txBody>
          <a:bodyPr lIns="0" tIns="0" rIns="0" bIns="0" anchor="t">
            <a:noAutofit/>
          </a:bodyPr>
          <a:lstStyle>
            <a:lvl1pPr algn="l">
              <a:lnSpc>
                <a:spcPct val="114000"/>
              </a:lnSpc>
              <a:buNone/>
              <a:defRPr sz="4400" b="1">
                <a:solidFill>
                  <a:schemeClr val="bg1"/>
                </a:solidFill>
                <a:latin typeface="微软雅黑" panose="020B0503020204020204" charset="-122"/>
                <a:ea typeface="微软雅黑" panose="020B0503020204020204" charset="-122"/>
              </a:defRPr>
            </a:lvl1pPr>
          </a:lstStyle>
          <a:p>
            <a:r>
              <a:rPr lang="zh-CN" altLang="en-US" smtClean="0"/>
              <a:t>目录</a:t>
            </a:r>
            <a:endParaRPr lang="zh-CN" altLang="en-US" smtClean="0"/>
          </a:p>
        </p:txBody>
      </p:sp>
      <p:sp>
        <p:nvSpPr>
          <p:cNvPr id="7" name="副标题 6"/>
          <p:cNvSpPr>
            <a:spLocks noGrp="1"/>
          </p:cNvSpPr>
          <p:nvPr>
            <p:ph type="subTitle" idx="14" hasCustomPrompt="1"/>
            <p:custDataLst>
              <p:tags r:id="rId5"/>
            </p:custDataLst>
          </p:nvPr>
        </p:nvSpPr>
        <p:spPr>
          <a:xfrm>
            <a:off x="825502" y="1549396"/>
            <a:ext cx="2197102" cy="457200"/>
          </a:xfrm>
          <a:noFill/>
        </p:spPr>
        <p:txBody>
          <a:bodyPr lIns="0" tIns="0" rIns="0" bIns="0" anchor="t">
            <a:noAutofit/>
          </a:bodyPr>
          <a:lstStyle>
            <a:lvl1pPr marL="0" indent="0" algn="l">
              <a:lnSpc>
                <a:spcPct val="125000"/>
              </a:lnSpc>
              <a:buNone/>
              <a:defRPr sz="2400" b="0">
                <a:solidFill>
                  <a:schemeClr val="bg1"/>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CONTENTS</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章节页-1">
    <p:bg>
      <p:bgPr>
        <a:solidFill>
          <a:srgbClr val="FFFFFF"/>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8" name="任意多边形 7"/>
          <p:cNvSpPr/>
          <p:nvPr userDrawn="1">
            <p:custDataLst>
              <p:tags r:id="rId4"/>
            </p:custDataLst>
          </p:nvPr>
        </p:nvSpPr>
        <p:spPr>
          <a:xfrm>
            <a:off x="0" y="1790697"/>
            <a:ext cx="9258300" cy="3835400"/>
          </a:xfrm>
          <a:custGeom>
            <a:avLst/>
            <a:gdLst>
              <a:gd name="connisteX0" fmla="*/ 0 w 128587"/>
              <a:gd name="connsiteY0" fmla="*/ 0 h 53269"/>
              <a:gd name="connisteX1" fmla="*/ 9116741 w 128587"/>
              <a:gd name="connsiteY1" fmla="*/ 0 h 53269"/>
              <a:gd name="connisteX2" fmla="*/ 9213000 w 128587"/>
              <a:gd name="connsiteY2" fmla="*/ 134115 h 53269"/>
              <a:gd name="connisteX3" fmla="*/ 8032903 w 128587"/>
              <a:gd name="connsiteY3" fmla="*/ 3628138 h 53269"/>
              <a:gd name="connisteX4" fmla="*/ 7744126 w 128587"/>
              <a:gd name="connsiteY4" fmla="*/ 3835395 h 53269"/>
              <a:gd name="connisteX5" fmla="*/ 0 w 128587"/>
              <a:gd name="connsiteY5" fmla="*/ 3835395 h 53269"/>
              <a:gd name="connisteX6" fmla="*/ 0 w 128587"/>
              <a:gd name="connsiteY6" fmla="*/ 0 h 5326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9258300" h="3835396">
                <a:moveTo>
                  <a:pt x="0" y="0"/>
                </a:moveTo>
                <a:lnTo>
                  <a:pt x="9116742" y="0"/>
                </a:lnTo>
                <a:cubicBezTo>
                  <a:pt x="9186264" y="0"/>
                  <a:pt x="9235248" y="68251"/>
                  <a:pt x="9213001" y="134115"/>
                </a:cubicBezTo>
                <a:lnTo>
                  <a:pt x="8032903" y="3628138"/>
                </a:lnTo>
                <a:cubicBezTo>
                  <a:pt x="7991070" y="3752012"/>
                  <a:pt x="7874877" y="3835396"/>
                  <a:pt x="7744127" y="3835396"/>
                </a:cubicBezTo>
                <a:lnTo>
                  <a:pt x="0" y="3835396"/>
                </a:lnTo>
                <a:lnTo>
                  <a:pt x="0" y="0"/>
                </a:lnTo>
                <a:close/>
              </a:path>
            </a:pathLst>
          </a:custGeom>
          <a:gradFill>
            <a:gsLst>
              <a:gs pos="0">
                <a:schemeClr val="accent2"/>
              </a:gs>
              <a:gs pos="100000">
                <a:schemeClr val="accent1"/>
              </a:gs>
            </a:gsLst>
            <a:lin ang="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 name="矩形 9"/>
          <p:cNvSpPr/>
          <p:nvPr userDrawn="1">
            <p:custDataLst>
              <p:tags r:id="rId6"/>
            </p:custDataLst>
          </p:nvPr>
        </p:nvSpPr>
        <p:spPr>
          <a:xfrm>
            <a:off x="1511302" y="3708404"/>
            <a:ext cx="5295900" cy="2540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9" name="文本占位符 8"/>
          <p:cNvSpPr>
            <a:spLocks noGrp="1"/>
          </p:cNvSpPr>
          <p:nvPr>
            <p:ph type="body" idx="13" hasCustomPrompt="1"/>
            <p:custDataLst>
              <p:tags r:id="rId9"/>
            </p:custDataLst>
          </p:nvPr>
        </p:nvSpPr>
        <p:spPr>
          <a:xfrm>
            <a:off x="1511302" y="2265115"/>
            <a:ext cx="5499101" cy="1350688"/>
          </a:xfrm>
          <a:noFill/>
        </p:spPr>
        <p:txBody>
          <a:bodyPr lIns="0" tIns="0" rIns="0" bIns="0" anchor="t">
            <a:noAutofit/>
          </a:bodyPr>
          <a:lstStyle>
            <a:lvl1pPr algn="l">
              <a:lnSpc>
                <a:spcPct val="109000"/>
              </a:lnSpc>
              <a:buNone/>
              <a:defRPr sz="6400" b="1">
                <a:solidFill>
                  <a:schemeClr val="accent5"/>
                </a:solidFill>
                <a:latin typeface="Microsoft YaHei UI" panose="020B0503020204020204" charset="-122"/>
                <a:ea typeface="Microsoft YaHei UI" panose="020B0503020204020204" charset="-122"/>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zh-CN" altLang="en-US" smtClean="0"/>
              <a:t>第一章</a:t>
            </a:r>
            <a:endParaRPr lang="zh-CN" altLang="en-US" smtClean="0"/>
          </a:p>
        </p:txBody>
      </p:sp>
      <p:sp>
        <p:nvSpPr>
          <p:cNvPr id="11" name="标题 10"/>
          <p:cNvSpPr>
            <a:spLocks noGrp="1"/>
          </p:cNvSpPr>
          <p:nvPr>
            <p:ph type="ctrTitle" idx="14" hasCustomPrompt="1"/>
            <p:custDataLst>
              <p:tags r:id="rId10"/>
            </p:custDataLst>
          </p:nvPr>
        </p:nvSpPr>
        <p:spPr>
          <a:xfrm>
            <a:off x="1511302" y="3937004"/>
            <a:ext cx="5448297" cy="1219197"/>
          </a:xfrm>
          <a:noFill/>
        </p:spPr>
        <p:txBody>
          <a:bodyPr lIns="0" tIns="0" rIns="0" bIns="0" anchor="ctr">
            <a:noAutofit/>
          </a:bodyPr>
          <a:lstStyle>
            <a:lvl1pPr algn="l">
              <a:lnSpc>
                <a:spcPct val="104000"/>
              </a:lnSpc>
              <a:buNone/>
              <a:defRPr sz="4800" b="0">
                <a:solidFill>
                  <a:schemeClr val="tx2"/>
                </a:solidFill>
                <a:latin typeface="Microsoft YaHei UI" panose="020B0503020204020204" charset="-122"/>
                <a:ea typeface="Microsoft YaHei UI" panose="020B0503020204020204" charset="-122"/>
              </a:defRPr>
            </a:lvl1pPr>
          </a:lstStyle>
          <a:p>
            <a:r>
              <a:rPr lang="zh-CN" altLang="en-US" smtClean="0"/>
              <a:t>章节页的标题内容</a:t>
            </a:r>
            <a:endParaRPr lang="zh-CN" altLang="en-US"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结束页-1">
    <p:bg>
      <p:bgPr>
        <a:solidFill>
          <a:srgbClr val="FFFFFF"/>
        </a:solidFill>
        <a:effectLst/>
      </p:bgPr>
    </p:bg>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8" name="任意多边形 7"/>
          <p:cNvSpPr/>
          <p:nvPr userDrawn="1">
            <p:custDataLst>
              <p:tags r:id="rId4"/>
            </p:custDataLst>
          </p:nvPr>
        </p:nvSpPr>
        <p:spPr>
          <a:xfrm>
            <a:off x="609603" y="1612901"/>
            <a:ext cx="10972800" cy="3631565"/>
          </a:xfrm>
          <a:custGeom>
            <a:avLst/>
            <a:gdLst>
              <a:gd name="connisteX0" fmla="*/ 0 w 152400"/>
              <a:gd name="connsiteY0" fmla="*/ 203197 h 50447"/>
              <a:gd name="connisteX1" fmla="*/ 203197 w 152400"/>
              <a:gd name="connsiteY1" fmla="*/ 0 h 50447"/>
              <a:gd name="connisteX2" fmla="*/ 10769602 w 152400"/>
              <a:gd name="connsiteY2" fmla="*/ 0 h 50447"/>
              <a:gd name="connisteX3" fmla="*/ 10972800 w 152400"/>
              <a:gd name="connsiteY3" fmla="*/ 203197 h 50447"/>
              <a:gd name="connisteX4" fmla="*/ 10972800 w 152400"/>
              <a:gd name="connsiteY4" fmla="*/ 3429000 h 50447"/>
              <a:gd name="connisteX5" fmla="*/ 10769602 w 152400"/>
              <a:gd name="connsiteY5" fmla="*/ 3632197 h 50447"/>
              <a:gd name="connisteX6" fmla="*/ 203197 w 152400"/>
              <a:gd name="connsiteY6" fmla="*/ 3632197 h 50447"/>
              <a:gd name="connisteX7" fmla="*/ 0 w 152400"/>
              <a:gd name="connsiteY7" fmla="*/ 3429000 h 50447"/>
              <a:gd name="connisteX8" fmla="*/ 0 w 152400"/>
              <a:gd name="connsiteY8" fmla="*/ 203197 h 5044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632198">
                <a:moveTo>
                  <a:pt x="0" y="203198"/>
                </a:moveTo>
                <a:cubicBezTo>
                  <a:pt x="0" y="90974"/>
                  <a:pt x="90974" y="0"/>
                  <a:pt x="203198" y="0"/>
                </a:cubicBezTo>
                <a:lnTo>
                  <a:pt x="10769602" y="0"/>
                </a:lnTo>
                <a:cubicBezTo>
                  <a:pt x="10881826" y="0"/>
                  <a:pt x="10972800" y="90974"/>
                  <a:pt x="10972800" y="203198"/>
                </a:cubicBezTo>
                <a:lnTo>
                  <a:pt x="10972800" y="3429000"/>
                </a:lnTo>
                <a:cubicBezTo>
                  <a:pt x="10972800" y="3541233"/>
                  <a:pt x="10881826" y="3632198"/>
                  <a:pt x="10769602" y="3632198"/>
                </a:cubicBezTo>
                <a:lnTo>
                  <a:pt x="203198" y="3632198"/>
                </a:lnTo>
                <a:cubicBezTo>
                  <a:pt x="90974" y="3632198"/>
                  <a:pt x="0" y="3541233"/>
                  <a:pt x="0" y="3429000"/>
                </a:cubicBezTo>
                <a:lnTo>
                  <a:pt x="0" y="203198"/>
                </a:lnTo>
                <a:close/>
              </a:path>
            </a:pathLst>
          </a:custGeom>
          <a:gradFill>
            <a:gsLst>
              <a:gs pos="0">
                <a:schemeClr val="accent2"/>
              </a:gs>
              <a:gs pos="100000">
                <a:schemeClr val="accent1"/>
              </a:gs>
            </a:gsLst>
            <a:lin ang="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 name="矩形 9"/>
          <p:cNvSpPr/>
          <p:nvPr userDrawn="1">
            <p:custDataLst>
              <p:tags r:id="rId6"/>
            </p:custDataLst>
          </p:nvPr>
        </p:nvSpPr>
        <p:spPr>
          <a:xfrm>
            <a:off x="3365504" y="3149596"/>
            <a:ext cx="5448300" cy="2540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9" name="副标题 8"/>
          <p:cNvSpPr>
            <a:spLocks noGrp="1"/>
          </p:cNvSpPr>
          <p:nvPr>
            <p:ph type="subTitle" idx="13" hasCustomPrompt="1"/>
            <p:custDataLst>
              <p:tags r:id="rId9"/>
            </p:custDataLst>
          </p:nvPr>
        </p:nvSpPr>
        <p:spPr>
          <a:xfrm>
            <a:off x="3327401" y="2489198"/>
            <a:ext cx="5524503" cy="457200"/>
          </a:xfrm>
          <a:noFill/>
        </p:spPr>
        <p:txBody>
          <a:bodyPr lIns="0" tIns="0" rIns="0" bIns="0" anchor="t">
            <a:noAutofit/>
          </a:bodyPr>
          <a:lstStyle>
            <a:lvl1pPr marL="0" indent="0" algn="ctr">
              <a:lnSpc>
                <a:spcPct val="125000"/>
              </a:lnSpc>
              <a:buNone/>
              <a:defRPr sz="2400" b="0">
                <a:solidFill>
                  <a:schemeClr val="tx1"/>
                </a:solidFill>
                <a:latin typeface="Microsoft YaHei UI" panose="020B0503020204020204" charset="-122"/>
                <a:ea typeface="Microsoft YaHei UI"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THE END</a:t>
            </a:r>
            <a:endParaRPr lang="zh-CN" altLang="en-US" smtClean="0"/>
          </a:p>
        </p:txBody>
      </p:sp>
      <p:sp>
        <p:nvSpPr>
          <p:cNvPr id="11" name="标题 10"/>
          <p:cNvSpPr>
            <a:spLocks noGrp="1"/>
          </p:cNvSpPr>
          <p:nvPr>
            <p:ph type="ctrTitle" idx="14" hasCustomPrompt="1"/>
            <p:custDataLst>
              <p:tags r:id="rId10"/>
            </p:custDataLst>
          </p:nvPr>
        </p:nvSpPr>
        <p:spPr>
          <a:xfrm>
            <a:off x="3263896" y="3378196"/>
            <a:ext cx="5651504" cy="1015999"/>
          </a:xfrm>
          <a:noFill/>
        </p:spPr>
        <p:txBody>
          <a:bodyPr lIns="0" tIns="0" rIns="0" bIns="0" anchor="t">
            <a:noAutofit/>
          </a:bodyPr>
          <a:lstStyle>
            <a:lvl1pPr algn="ctr">
              <a:lnSpc>
                <a:spcPct val="104000"/>
              </a:lnSpc>
              <a:buNone/>
              <a:defRPr sz="6400" b="1">
                <a:solidFill>
                  <a:schemeClr val="accent5"/>
                </a:solidFill>
                <a:latin typeface="Microsoft YaHei UI" panose="020B0503020204020204" charset="-122"/>
                <a:ea typeface="Microsoft YaHei UI" panose="020B0503020204020204" charset="-122"/>
              </a:defRPr>
            </a:lvl1pPr>
          </a:lstStyle>
          <a:p>
            <a:r>
              <a:rPr lang="zh-CN" altLang="en-US" smtClean="0"/>
              <a:t>谢谢观看</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36.xml"/><Relationship Id="rId17" Type="http://schemas.openxmlformats.org/officeDocument/2006/relationships/tags" Target="../tags/tag135.xml"/><Relationship Id="rId16" Type="http://schemas.openxmlformats.org/officeDocument/2006/relationships/tags" Target="../tags/tag134.xml"/><Relationship Id="rId15" Type="http://schemas.openxmlformats.org/officeDocument/2006/relationships/tags" Target="../tags/tag133.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6" Type="http://schemas.openxmlformats.org/officeDocument/2006/relationships/slideLayout" Target="../slideLayouts/slideLayout14.xml"/><Relationship Id="rId15" Type="http://schemas.openxmlformats.org/officeDocument/2006/relationships/tags" Target="../tags/tag155.xml"/><Relationship Id="rId14" Type="http://schemas.openxmlformats.org/officeDocument/2006/relationships/tags" Target="../tags/tag154.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4.xml.rels><?xml version="1.0" encoding="UTF-8" standalone="yes"?>
<Relationships xmlns="http://schemas.openxmlformats.org/package/2006/relationships"><Relationship Id="rId9" Type="http://schemas.openxmlformats.org/officeDocument/2006/relationships/tags" Target="../tags/tag164.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image" Target="../media/image7.png"/><Relationship Id="rId4" Type="http://schemas.openxmlformats.org/officeDocument/2006/relationships/image" Target="../media/image6.jpeg"/><Relationship Id="rId3" Type="http://schemas.openxmlformats.org/officeDocument/2006/relationships/tags" Target="../tags/tag160.xml"/><Relationship Id="rId2" Type="http://schemas.openxmlformats.org/officeDocument/2006/relationships/image" Target="../media/image5.png"/><Relationship Id="rId16" Type="http://schemas.openxmlformats.org/officeDocument/2006/relationships/slideLayout" Target="../slideLayouts/slideLayout18.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59.xml"/></Relationships>
</file>

<file path=ppt/slides/_rels/slide5.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image" Target="../media/image7.png"/><Relationship Id="rId5" Type="http://schemas.openxmlformats.org/officeDocument/2006/relationships/image" Target="../media/image8.jpeg"/><Relationship Id="rId4" Type="http://schemas.openxmlformats.org/officeDocument/2006/relationships/tags" Target="../tags/tag173.xml"/><Relationship Id="rId3" Type="http://schemas.openxmlformats.org/officeDocument/2006/relationships/tags" Target="../tags/tag172.xml"/><Relationship Id="rId21" Type="http://schemas.openxmlformats.org/officeDocument/2006/relationships/slideLayout" Target="../slideLayouts/slideLayout18.xml"/><Relationship Id="rId20" Type="http://schemas.openxmlformats.org/officeDocument/2006/relationships/tags" Target="../tags/tag185.xml"/><Relationship Id="rId2" Type="http://schemas.openxmlformats.org/officeDocument/2006/relationships/image" Target="../media/image1.png"/><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image" Target="../media/image10.jpeg"/><Relationship Id="rId13" Type="http://schemas.openxmlformats.org/officeDocument/2006/relationships/tags" Target="../tags/tag179.xml"/><Relationship Id="rId12" Type="http://schemas.openxmlformats.org/officeDocument/2006/relationships/tags" Target="../tags/tag178.xml"/><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tags" Target="../tags/tag171.xml"/></Relationships>
</file>

<file path=ppt/slides/_rels/slide6.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image" Target="../media/image7.png"/><Relationship Id="rId4" Type="http://schemas.openxmlformats.org/officeDocument/2006/relationships/image" Target="../media/image12.jpeg"/><Relationship Id="rId3" Type="http://schemas.openxmlformats.org/officeDocument/2006/relationships/tags" Target="../tags/tag187.xml"/><Relationship Id="rId20" Type="http://schemas.openxmlformats.org/officeDocument/2006/relationships/slideLayout" Target="../slideLayouts/slideLayout18.xml"/><Relationship Id="rId2" Type="http://schemas.openxmlformats.org/officeDocument/2006/relationships/image" Target="../media/image11.png"/><Relationship Id="rId19" Type="http://schemas.openxmlformats.org/officeDocument/2006/relationships/tags" Target="../tags/tag201.xml"/><Relationship Id="rId18" Type="http://schemas.openxmlformats.org/officeDocument/2006/relationships/tags" Target="../tags/tag200.xml"/><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6.xml"/></Relationships>
</file>

<file path=ppt/slides/_rels/slide7.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image" Target="../media/image14.jpeg"/><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image" Target="../media/image7.png"/><Relationship Id="rId4" Type="http://schemas.openxmlformats.org/officeDocument/2006/relationships/image" Target="../media/image13.jpeg"/><Relationship Id="rId3" Type="http://schemas.openxmlformats.org/officeDocument/2006/relationships/tags" Target="../tags/tag204.xml"/><Relationship Id="rId20" Type="http://schemas.openxmlformats.org/officeDocument/2006/relationships/slideLayout" Target="../slideLayouts/slideLayout18.xml"/><Relationship Id="rId2" Type="http://schemas.openxmlformats.org/officeDocument/2006/relationships/tags" Target="../tags/tag203.xml"/><Relationship Id="rId19" Type="http://schemas.openxmlformats.org/officeDocument/2006/relationships/tags" Target="../tags/tag216.xml"/><Relationship Id="rId18" Type="http://schemas.openxmlformats.org/officeDocument/2006/relationships/tags" Target="../tags/tag215.xml"/><Relationship Id="rId17" Type="http://schemas.openxmlformats.org/officeDocument/2006/relationships/tags" Target="../tags/tag214.xml"/><Relationship Id="rId16" Type="http://schemas.openxmlformats.org/officeDocument/2006/relationships/tags" Target="../tags/tag213.xml"/><Relationship Id="rId15" Type="http://schemas.openxmlformats.org/officeDocument/2006/relationships/tags" Target="../tags/tag212.xml"/><Relationship Id="rId14" Type="http://schemas.openxmlformats.org/officeDocument/2006/relationships/tags" Target="../tags/tag211.xml"/><Relationship Id="rId13" Type="http://schemas.openxmlformats.org/officeDocument/2006/relationships/image" Target="../media/image15.jpeg"/><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20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9.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image" Target="../media/image16.png"/><Relationship Id="rId14" Type="http://schemas.openxmlformats.org/officeDocument/2006/relationships/slideLayout" Target="../slideLayouts/slideLayout18.xml"/><Relationship Id="rId13" Type="http://schemas.openxmlformats.org/officeDocument/2006/relationships/tags" Target="../tags/tag229.xml"/><Relationship Id="rId12" Type="http://schemas.openxmlformats.org/officeDocument/2006/relationships/image" Target="../media/image7.png"/><Relationship Id="rId11" Type="http://schemas.openxmlformats.org/officeDocument/2006/relationships/image" Target="../media/image17.jpeg"/><Relationship Id="rId10" Type="http://schemas.openxmlformats.org/officeDocument/2006/relationships/tags" Target="../tags/tag228.xml"/><Relationship Id="rId1" Type="http://schemas.openxmlformats.org/officeDocument/2006/relationships/tags" Target="../tags/tag220.xml"/></Relationships>
</file>

<file path=ppt/slides/_rels/slide10.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image" Target="../media/image7.png"/><Relationship Id="rId6" Type="http://schemas.openxmlformats.org/officeDocument/2006/relationships/image" Target="../media/image19.jpeg"/><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1" Type="http://schemas.openxmlformats.org/officeDocument/2006/relationships/slideLayout" Target="../slideLayouts/slideLayout18.xml"/><Relationship Id="rId20" Type="http://schemas.openxmlformats.org/officeDocument/2006/relationships/tags" Target="../tags/tag244.xml"/><Relationship Id="rId2" Type="http://schemas.openxmlformats.org/officeDocument/2006/relationships/image" Target="../media/image18.png"/><Relationship Id="rId19" Type="http://schemas.openxmlformats.org/officeDocument/2006/relationships/tags" Target="../tags/tag243.xml"/><Relationship Id="rId18" Type="http://schemas.openxmlformats.org/officeDocument/2006/relationships/tags" Target="../tags/tag242.xml"/><Relationship Id="rId17" Type="http://schemas.openxmlformats.org/officeDocument/2006/relationships/tags" Target="../tags/tag241.xml"/><Relationship Id="rId16" Type="http://schemas.openxmlformats.org/officeDocument/2006/relationships/tags" Target="../tags/tag240.xml"/><Relationship Id="rId15" Type="http://schemas.openxmlformats.org/officeDocument/2006/relationships/image" Target="../media/image21.jpeg"/><Relationship Id="rId14" Type="http://schemas.openxmlformats.org/officeDocument/2006/relationships/tags" Target="../tags/tag239.xml"/><Relationship Id="rId13" Type="http://schemas.openxmlformats.org/officeDocument/2006/relationships/tags" Target="../tags/tag238.xml"/><Relationship Id="rId12" Type="http://schemas.openxmlformats.org/officeDocument/2006/relationships/tags" Target="../tags/tag237.xml"/><Relationship Id="rId11" Type="http://schemas.openxmlformats.org/officeDocument/2006/relationships/tags" Target="../tags/tag236.xml"/><Relationship Id="rId10" Type="http://schemas.openxmlformats.org/officeDocument/2006/relationships/image" Target="../media/image20.jpeg"/><Relationship Id="rId1" Type="http://schemas.openxmlformats.org/officeDocument/2006/relationships/tags" Target="../tags/tag230.xml"/></Relationships>
</file>

<file path=ppt/slides/_rels/slide11.xml.rels><?xml version="1.0" encoding="UTF-8" standalone="yes"?>
<Relationships xmlns="http://schemas.openxmlformats.org/package/2006/relationships"><Relationship Id="rId9" Type="http://schemas.openxmlformats.org/officeDocument/2006/relationships/tags" Target="../tags/tag250.xml"/><Relationship Id="rId8" Type="http://schemas.openxmlformats.org/officeDocument/2006/relationships/tags" Target="../tags/tag249.xml"/><Relationship Id="rId7" Type="http://schemas.openxmlformats.org/officeDocument/2006/relationships/image" Target="../media/image7.png"/><Relationship Id="rId6" Type="http://schemas.openxmlformats.org/officeDocument/2006/relationships/image" Target="../media/image23.jpeg"/><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image" Target="../media/image22.png"/><Relationship Id="rId14" Type="http://schemas.openxmlformats.org/officeDocument/2006/relationships/slideLayout" Target="../slideLayouts/slideLayout18.xml"/><Relationship Id="rId13" Type="http://schemas.openxmlformats.org/officeDocument/2006/relationships/tags" Target="../tags/tag254.xml"/><Relationship Id="rId12" Type="http://schemas.openxmlformats.org/officeDocument/2006/relationships/tags" Target="../tags/tag253.xml"/><Relationship Id="rId11" Type="http://schemas.openxmlformats.org/officeDocument/2006/relationships/tags" Target="../tags/tag252.xml"/><Relationship Id="rId10" Type="http://schemas.openxmlformats.org/officeDocument/2006/relationships/tags" Target="../tags/tag251.xml"/><Relationship Id="rId1" Type="http://schemas.openxmlformats.org/officeDocument/2006/relationships/tags" Target="../tags/tag245.xml"/></Relationships>
</file>

<file path=ppt/slides/_rels/slide12.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5" Type="http://schemas.openxmlformats.org/officeDocument/2006/relationships/slideLayout" Target="../slideLayouts/slideLayout18.xml"/><Relationship Id="rId14" Type="http://schemas.openxmlformats.org/officeDocument/2006/relationships/tags" Target="../tags/tag266.xml"/><Relationship Id="rId13" Type="http://schemas.openxmlformats.org/officeDocument/2006/relationships/image" Target="../media/image7.png"/><Relationship Id="rId12" Type="http://schemas.openxmlformats.org/officeDocument/2006/relationships/image" Target="../media/image24.jpeg"/><Relationship Id="rId11" Type="http://schemas.openxmlformats.org/officeDocument/2006/relationships/tags" Target="../tags/tag265.xml"/><Relationship Id="rId10" Type="http://schemas.openxmlformats.org/officeDocument/2006/relationships/tags" Target="../tags/tag264.xml"/><Relationship Id="rId1" Type="http://schemas.openxmlformats.org/officeDocument/2006/relationships/tags" Target="../tags/tag255.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14.xml.rels><?xml version="1.0" encoding="UTF-8" standalone="yes"?>
<Relationships xmlns="http://schemas.openxmlformats.org/package/2006/relationships"><Relationship Id="rId9" Type="http://schemas.openxmlformats.org/officeDocument/2006/relationships/tags" Target="../tags/tag275.xml"/><Relationship Id="rId8" Type="http://schemas.openxmlformats.org/officeDocument/2006/relationships/tags" Target="../tags/tag274.xml"/><Relationship Id="rId7" Type="http://schemas.openxmlformats.org/officeDocument/2006/relationships/image" Target="../media/image7.png"/><Relationship Id="rId6" Type="http://schemas.openxmlformats.org/officeDocument/2006/relationships/image" Target="../media/image25.jpeg"/><Relationship Id="rId5" Type="http://schemas.openxmlformats.org/officeDocument/2006/relationships/tags" Target="../tags/tag273.xml"/><Relationship Id="rId4" Type="http://schemas.openxmlformats.org/officeDocument/2006/relationships/tags" Target="../tags/tag272.xml"/><Relationship Id="rId3" Type="http://schemas.openxmlformats.org/officeDocument/2006/relationships/tags" Target="../tags/tag271.xml"/><Relationship Id="rId2" Type="http://schemas.openxmlformats.org/officeDocument/2006/relationships/image" Target="../media/image16.png"/><Relationship Id="rId18" Type="http://schemas.openxmlformats.org/officeDocument/2006/relationships/slideLayout" Target="../slideLayouts/slideLayout18.xml"/><Relationship Id="rId17" Type="http://schemas.openxmlformats.org/officeDocument/2006/relationships/tags" Target="../tags/tag283.xml"/><Relationship Id="rId16" Type="http://schemas.openxmlformats.org/officeDocument/2006/relationships/tags" Target="../tags/tag282.xml"/><Relationship Id="rId15" Type="http://schemas.openxmlformats.org/officeDocument/2006/relationships/tags" Target="../tags/tag281.xml"/><Relationship Id="rId14" Type="http://schemas.openxmlformats.org/officeDocument/2006/relationships/tags" Target="../tags/tag280.xml"/><Relationship Id="rId13" Type="http://schemas.openxmlformats.org/officeDocument/2006/relationships/tags" Target="../tags/tag279.xml"/><Relationship Id="rId12" Type="http://schemas.openxmlformats.org/officeDocument/2006/relationships/tags" Target="../tags/tag278.xml"/><Relationship Id="rId11" Type="http://schemas.openxmlformats.org/officeDocument/2006/relationships/tags" Target="../tags/tag277.xml"/><Relationship Id="rId10" Type="http://schemas.openxmlformats.org/officeDocument/2006/relationships/tags" Target="../tags/tag276.xml"/><Relationship Id="rId1" Type="http://schemas.openxmlformats.org/officeDocument/2006/relationships/tags" Target="../tags/tag270.xml"/></Relationships>
</file>

<file path=ppt/slides/_rels/slide15.xml.rels><?xml version="1.0" encoding="UTF-8" standalone="yes"?>
<Relationships xmlns="http://schemas.openxmlformats.org/package/2006/relationships"><Relationship Id="rId9" Type="http://schemas.openxmlformats.org/officeDocument/2006/relationships/image" Target="../media/image26.jpeg"/><Relationship Id="rId8" Type="http://schemas.openxmlformats.org/officeDocument/2006/relationships/tags" Target="../tags/tag290.xml"/><Relationship Id="rId7" Type="http://schemas.openxmlformats.org/officeDocument/2006/relationships/tags" Target="../tags/tag289.xml"/><Relationship Id="rId6" Type="http://schemas.openxmlformats.org/officeDocument/2006/relationships/tags" Target="../tags/tag288.xml"/><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 Type="http://schemas.openxmlformats.org/officeDocument/2006/relationships/image" Target="../media/image16.png"/><Relationship Id="rId17" Type="http://schemas.openxmlformats.org/officeDocument/2006/relationships/slideLayout" Target="../slideLayouts/slideLayout18.xml"/><Relationship Id="rId16" Type="http://schemas.openxmlformats.org/officeDocument/2006/relationships/tags" Target="../tags/tag295.xml"/><Relationship Id="rId15" Type="http://schemas.openxmlformats.org/officeDocument/2006/relationships/tags" Target="../tags/tag294.xml"/><Relationship Id="rId14" Type="http://schemas.openxmlformats.org/officeDocument/2006/relationships/tags" Target="../tags/tag293.xml"/><Relationship Id="rId13" Type="http://schemas.openxmlformats.org/officeDocument/2006/relationships/tags" Target="../tags/tag292.xml"/><Relationship Id="rId12" Type="http://schemas.openxmlformats.org/officeDocument/2006/relationships/image" Target="../media/image27.jpeg"/><Relationship Id="rId11" Type="http://schemas.openxmlformats.org/officeDocument/2006/relationships/tags" Target="../tags/tag291.xml"/><Relationship Id="rId10" Type="http://schemas.openxmlformats.org/officeDocument/2006/relationships/image" Target="../media/image7.png"/><Relationship Id="rId1" Type="http://schemas.openxmlformats.org/officeDocument/2006/relationships/tags" Target="../tags/tag284.xml"/></Relationships>
</file>

<file path=ppt/slides/_rels/slide16.xml.rels><?xml version="1.0" encoding="UTF-8" standalone="yes"?>
<Relationships xmlns="http://schemas.openxmlformats.org/package/2006/relationships"><Relationship Id="rId9" Type="http://schemas.openxmlformats.org/officeDocument/2006/relationships/tags" Target="../tags/tag301.xml"/><Relationship Id="rId8" Type="http://schemas.openxmlformats.org/officeDocument/2006/relationships/tags" Target="../tags/tag300.xml"/><Relationship Id="rId7" Type="http://schemas.openxmlformats.org/officeDocument/2006/relationships/image" Target="../media/image7.png"/><Relationship Id="rId6" Type="http://schemas.openxmlformats.org/officeDocument/2006/relationships/image" Target="../media/image29.jpeg"/><Relationship Id="rId5" Type="http://schemas.openxmlformats.org/officeDocument/2006/relationships/tags" Target="../tags/tag299.xml"/><Relationship Id="rId4" Type="http://schemas.openxmlformats.org/officeDocument/2006/relationships/image" Target="../media/image28.png"/><Relationship Id="rId3" Type="http://schemas.openxmlformats.org/officeDocument/2006/relationships/tags" Target="../tags/tag298.xml"/><Relationship Id="rId22" Type="http://schemas.openxmlformats.org/officeDocument/2006/relationships/slideLayout" Target="../slideLayouts/slideLayout18.xml"/><Relationship Id="rId21" Type="http://schemas.openxmlformats.org/officeDocument/2006/relationships/tags" Target="../tags/tag311.xml"/><Relationship Id="rId20" Type="http://schemas.openxmlformats.org/officeDocument/2006/relationships/tags" Target="../tags/tag310.xml"/><Relationship Id="rId2" Type="http://schemas.openxmlformats.org/officeDocument/2006/relationships/tags" Target="../tags/tag297.xml"/><Relationship Id="rId19" Type="http://schemas.openxmlformats.org/officeDocument/2006/relationships/tags" Target="../tags/tag309.xml"/><Relationship Id="rId18" Type="http://schemas.openxmlformats.org/officeDocument/2006/relationships/tags" Target="../tags/tag308.xml"/><Relationship Id="rId17" Type="http://schemas.openxmlformats.org/officeDocument/2006/relationships/tags" Target="../tags/tag307.xml"/><Relationship Id="rId16" Type="http://schemas.openxmlformats.org/officeDocument/2006/relationships/tags" Target="../tags/tag306.xml"/><Relationship Id="rId15" Type="http://schemas.openxmlformats.org/officeDocument/2006/relationships/image" Target="../media/image31.jpeg"/><Relationship Id="rId14" Type="http://schemas.openxmlformats.org/officeDocument/2006/relationships/tags" Target="../tags/tag305.xml"/><Relationship Id="rId13" Type="http://schemas.openxmlformats.org/officeDocument/2006/relationships/tags" Target="../tags/tag304.xml"/><Relationship Id="rId12" Type="http://schemas.openxmlformats.org/officeDocument/2006/relationships/tags" Target="../tags/tag303.xml"/><Relationship Id="rId11" Type="http://schemas.openxmlformats.org/officeDocument/2006/relationships/tags" Target="../tags/tag302.xml"/><Relationship Id="rId10" Type="http://schemas.openxmlformats.org/officeDocument/2006/relationships/image" Target="../media/image30.jpeg"/><Relationship Id="rId1" Type="http://schemas.openxmlformats.org/officeDocument/2006/relationships/tags" Target="../tags/tag296.xml"/></Relationships>
</file>

<file path=ppt/slides/_rels/slide17.xml.rels><?xml version="1.0" encoding="UTF-8" standalone="yes"?>
<Relationships xmlns="http://schemas.openxmlformats.org/package/2006/relationships"><Relationship Id="rId9" Type="http://schemas.openxmlformats.org/officeDocument/2006/relationships/tags" Target="../tags/tag320.xml"/><Relationship Id="rId8" Type="http://schemas.openxmlformats.org/officeDocument/2006/relationships/tags" Target="../tags/tag319.xml"/><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3" Type="http://schemas.openxmlformats.org/officeDocument/2006/relationships/slideLayout" Target="../slideLayouts/slideLayout18.xml"/><Relationship Id="rId12" Type="http://schemas.openxmlformats.org/officeDocument/2006/relationships/tags" Target="../tags/tag321.xml"/><Relationship Id="rId11" Type="http://schemas.openxmlformats.org/officeDocument/2006/relationships/image" Target="../media/image7.png"/><Relationship Id="rId10" Type="http://schemas.openxmlformats.org/officeDocument/2006/relationships/image" Target="../media/image32.jpeg"/><Relationship Id="rId1" Type="http://schemas.openxmlformats.org/officeDocument/2006/relationships/tags" Target="../tags/tag31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324.xml"/><Relationship Id="rId2" Type="http://schemas.openxmlformats.org/officeDocument/2006/relationships/tags" Target="../tags/tag323.xml"/><Relationship Id="rId1" Type="http://schemas.openxmlformats.org/officeDocument/2006/relationships/tags" Target="../tags/tag322.xml"/></Relationships>
</file>

<file path=ppt/slides/_rels/slide19.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image" Target="../media/image5.png"/><Relationship Id="rId29" Type="http://schemas.openxmlformats.org/officeDocument/2006/relationships/slideLayout" Target="../slideLayouts/slideLayout18.xml"/><Relationship Id="rId28" Type="http://schemas.openxmlformats.org/officeDocument/2006/relationships/tags" Target="../tags/tag343.xml"/><Relationship Id="rId27" Type="http://schemas.openxmlformats.org/officeDocument/2006/relationships/tags" Target="../tags/tag342.xml"/><Relationship Id="rId26" Type="http://schemas.openxmlformats.org/officeDocument/2006/relationships/tags" Target="../tags/tag341.xml"/><Relationship Id="rId25" Type="http://schemas.openxmlformats.org/officeDocument/2006/relationships/image" Target="../media/image40.svg"/><Relationship Id="rId24" Type="http://schemas.openxmlformats.org/officeDocument/2006/relationships/image" Target="../media/image39.png"/><Relationship Id="rId23" Type="http://schemas.openxmlformats.org/officeDocument/2006/relationships/tags" Target="../tags/tag340.xml"/><Relationship Id="rId22" Type="http://schemas.openxmlformats.org/officeDocument/2006/relationships/tags" Target="../tags/tag339.xml"/><Relationship Id="rId21" Type="http://schemas.openxmlformats.org/officeDocument/2006/relationships/tags" Target="../tags/tag338.xml"/><Relationship Id="rId20" Type="http://schemas.openxmlformats.org/officeDocument/2006/relationships/tags" Target="../tags/tag337.xml"/><Relationship Id="rId2" Type="http://schemas.openxmlformats.org/officeDocument/2006/relationships/tags" Target="../tags/tag326.xml"/><Relationship Id="rId19" Type="http://schemas.openxmlformats.org/officeDocument/2006/relationships/image" Target="../media/image38.svg"/><Relationship Id="rId18" Type="http://schemas.openxmlformats.org/officeDocument/2006/relationships/image" Target="../media/image37.png"/><Relationship Id="rId17" Type="http://schemas.openxmlformats.org/officeDocument/2006/relationships/tags" Target="../tags/tag336.xml"/><Relationship Id="rId16" Type="http://schemas.openxmlformats.org/officeDocument/2006/relationships/tags" Target="../tags/tag335.xml"/><Relationship Id="rId15" Type="http://schemas.openxmlformats.org/officeDocument/2006/relationships/tags" Target="../tags/tag334.xml"/><Relationship Id="rId14" Type="http://schemas.openxmlformats.org/officeDocument/2006/relationships/tags" Target="../tags/tag333.xml"/><Relationship Id="rId13" Type="http://schemas.openxmlformats.org/officeDocument/2006/relationships/image" Target="../media/image36.svg"/><Relationship Id="rId12" Type="http://schemas.openxmlformats.org/officeDocument/2006/relationships/image" Target="../media/image35.png"/><Relationship Id="rId11" Type="http://schemas.openxmlformats.org/officeDocument/2006/relationships/tags" Target="../tags/tag332.xml"/><Relationship Id="rId10" Type="http://schemas.openxmlformats.org/officeDocument/2006/relationships/tags" Target="../tags/tag331.xml"/><Relationship Id="rId1" Type="http://schemas.openxmlformats.org/officeDocument/2006/relationships/tags" Target="../tags/tag325.xml"/></Relationships>
</file>

<file path=ppt/slides/_rels/slide20.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tags" Target="../tags/tag348.xml"/><Relationship Id="rId7" Type="http://schemas.openxmlformats.org/officeDocument/2006/relationships/image" Target="../media/image7.png"/><Relationship Id="rId6" Type="http://schemas.openxmlformats.org/officeDocument/2006/relationships/image" Target="../media/image41.jpeg"/><Relationship Id="rId5" Type="http://schemas.openxmlformats.org/officeDocument/2006/relationships/tags" Target="../tags/tag347.xml"/><Relationship Id="rId4" Type="http://schemas.openxmlformats.org/officeDocument/2006/relationships/tags" Target="../tags/tag346.xml"/><Relationship Id="rId3" Type="http://schemas.openxmlformats.org/officeDocument/2006/relationships/image" Target="../media/image11.png"/><Relationship Id="rId2" Type="http://schemas.openxmlformats.org/officeDocument/2006/relationships/tags" Target="../tags/tag345.xml"/><Relationship Id="rId17" Type="http://schemas.openxmlformats.org/officeDocument/2006/relationships/slideLayout" Target="../slideLayouts/slideLayout18.xml"/><Relationship Id="rId16" Type="http://schemas.openxmlformats.org/officeDocument/2006/relationships/tags" Target="../tags/tag355.xml"/><Relationship Id="rId15" Type="http://schemas.openxmlformats.org/officeDocument/2006/relationships/tags" Target="../tags/tag354.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image" Target="../media/image42.jpeg"/><Relationship Id="rId1" Type="http://schemas.openxmlformats.org/officeDocument/2006/relationships/tags" Target="../tags/tag344.xml"/></Relationships>
</file>

<file path=ppt/slides/_rels/slide21.xml.rels><?xml version="1.0" encoding="UTF-8" standalone="yes"?>
<Relationships xmlns="http://schemas.openxmlformats.org/package/2006/relationships"><Relationship Id="rId9" Type="http://schemas.openxmlformats.org/officeDocument/2006/relationships/tags" Target="../tags/tag363.xml"/><Relationship Id="rId8" Type="http://schemas.openxmlformats.org/officeDocument/2006/relationships/tags" Target="../tags/tag362.xml"/><Relationship Id="rId7" Type="http://schemas.openxmlformats.org/officeDocument/2006/relationships/tags" Target="../tags/tag361.xml"/><Relationship Id="rId6" Type="http://schemas.openxmlformats.org/officeDocument/2006/relationships/tags" Target="../tags/tag360.xml"/><Relationship Id="rId5" Type="http://schemas.openxmlformats.org/officeDocument/2006/relationships/tags" Target="../tags/tag359.xml"/><Relationship Id="rId4" Type="http://schemas.openxmlformats.org/officeDocument/2006/relationships/tags" Target="../tags/tag358.xml"/><Relationship Id="rId3" Type="http://schemas.openxmlformats.org/officeDocument/2006/relationships/tags" Target="../tags/tag357.xml"/><Relationship Id="rId20" Type="http://schemas.openxmlformats.org/officeDocument/2006/relationships/slideLayout" Target="../slideLayouts/slideLayout18.xml"/><Relationship Id="rId2" Type="http://schemas.openxmlformats.org/officeDocument/2006/relationships/image" Target="../media/image16.png"/><Relationship Id="rId19" Type="http://schemas.openxmlformats.org/officeDocument/2006/relationships/tags" Target="../tags/tag371.xml"/><Relationship Id="rId18" Type="http://schemas.openxmlformats.org/officeDocument/2006/relationships/image" Target="../media/image7.png"/><Relationship Id="rId17" Type="http://schemas.openxmlformats.org/officeDocument/2006/relationships/image" Target="../media/image43.jpeg"/><Relationship Id="rId16" Type="http://schemas.openxmlformats.org/officeDocument/2006/relationships/tags" Target="../tags/tag370.xml"/><Relationship Id="rId15" Type="http://schemas.openxmlformats.org/officeDocument/2006/relationships/tags" Target="../tags/tag369.xml"/><Relationship Id="rId14" Type="http://schemas.openxmlformats.org/officeDocument/2006/relationships/tags" Target="../tags/tag368.xml"/><Relationship Id="rId13" Type="http://schemas.openxmlformats.org/officeDocument/2006/relationships/tags" Target="../tags/tag367.xml"/><Relationship Id="rId12" Type="http://schemas.openxmlformats.org/officeDocument/2006/relationships/tags" Target="../tags/tag366.xml"/><Relationship Id="rId11" Type="http://schemas.openxmlformats.org/officeDocument/2006/relationships/tags" Target="../tags/tag365.xml"/><Relationship Id="rId10" Type="http://schemas.openxmlformats.org/officeDocument/2006/relationships/tags" Target="../tags/tag364.xml"/><Relationship Id="rId1" Type="http://schemas.openxmlformats.org/officeDocument/2006/relationships/tags" Target="../tags/tag356.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374.xml"/><Relationship Id="rId2" Type="http://schemas.openxmlformats.org/officeDocument/2006/relationships/tags" Target="../tags/tag373.xml"/><Relationship Id="rId1" Type="http://schemas.openxmlformats.org/officeDocument/2006/relationships/tags" Target="../tags/tag3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3"/>
            <p:custDataLst>
              <p:tags r:id="rId1"/>
            </p:custDataLst>
          </p:nvPr>
        </p:nvSpPr>
        <p:spPr/>
        <p:txBody>
          <a:bodyPr/>
          <a:p>
            <a:r>
              <a:rPr lang="en-US" altLang="en-US"/>
              <a:t>2025/05/14</a:t>
            </a:r>
            <a:endParaRPr lang="en-US" altLang="en-US"/>
          </a:p>
        </p:txBody>
      </p:sp>
      <p:sp>
        <p:nvSpPr>
          <p:cNvPr id="6" name="标题 5"/>
          <p:cNvSpPr>
            <a:spLocks noGrp="1"/>
          </p:cNvSpPr>
          <p:nvPr>
            <p:ph type="ctrTitle" idx="14"/>
            <p:custDataLst>
              <p:tags r:id="rId2"/>
            </p:custDataLst>
          </p:nvPr>
        </p:nvSpPr>
        <p:spPr/>
        <p:txBody>
          <a:bodyPr/>
          <a:p>
            <a:r>
              <a:rPr lang="zh-CN" altLang="en-US"/>
              <a:t>武汉辛亥革命博物馆红色寻访心得与感悟</a:t>
            </a:r>
            <a:endParaRPr lang="zh-CN" altLang="en-US"/>
          </a:p>
        </p:txBody>
      </p:sp>
      <p:sp>
        <p:nvSpPr>
          <p:cNvPr id="7" name="文本占位符 6"/>
          <p:cNvSpPr>
            <a:spLocks noGrp="1"/>
          </p:cNvSpPr>
          <p:nvPr>
            <p:ph type="body" idx="15"/>
            <p:custDataLst>
              <p:tags r:id="rId3"/>
            </p:custDataLst>
          </p:nvPr>
        </p:nvSpPr>
        <p:spPr/>
        <p:txBody>
          <a:bodyPr/>
          <a:p>
            <a:r>
              <a:rPr lang="zh-CN" altLang="en-US"/>
              <a:t>汇报人：</a:t>
            </a:r>
            <a:r>
              <a:rPr lang="en-US" altLang="zh-CN"/>
              <a:t>WPS_22026964</a:t>
            </a:r>
            <a:endParaRPr lang="en-US" altLang="zh-CN"/>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3"/>
            <p:custDataLst>
              <p:tags r:id="rId1"/>
            </p:custDataLst>
          </p:nvPr>
        </p:nvSpPr>
        <p:spPr/>
        <p:txBody>
          <a:bodyPr/>
          <a:p>
            <a:r>
              <a:rPr lang="zh-CN" altLang="en-US"/>
              <a:t>目录</a:t>
            </a:r>
            <a:endParaRPr lang="zh-CN" altLang="en-US"/>
          </a:p>
        </p:txBody>
      </p:sp>
      <p:sp>
        <p:nvSpPr>
          <p:cNvPr id="4" name="副标题 3"/>
          <p:cNvSpPr>
            <a:spLocks noGrp="1"/>
          </p:cNvSpPr>
          <p:nvPr>
            <p:ph type="subTitle" idx="14"/>
            <p:custDataLst>
              <p:tags r:id="rId2"/>
            </p:custDataLst>
          </p:nvPr>
        </p:nvSpPr>
        <p:spPr/>
        <p:txBody>
          <a:bodyPr/>
          <a:p>
            <a:r>
              <a:rPr lang="zh-CN" altLang="en-US"/>
              <a:t>CONTENTS</a:t>
            </a:r>
            <a:endParaRPr lang="zh-CN" altLang="en-US"/>
          </a:p>
        </p:txBody>
      </p:sp>
      <p:grpSp>
        <p:nvGrpSpPr>
          <p:cNvPr id="17" name="组合 16"/>
          <p:cNvGrpSpPr/>
          <p:nvPr/>
        </p:nvGrpSpPr>
        <p:grpSpPr>
          <a:xfrm>
            <a:off x="4143375" y="2465070"/>
            <a:ext cx="7464425" cy="2411730"/>
            <a:chOff x="6525" y="3882"/>
            <a:chExt cx="11755" cy="3798"/>
          </a:xfrm>
        </p:grpSpPr>
        <p:sp>
          <p:nvSpPr>
            <p:cNvPr id="5" name="文本框 4"/>
            <p:cNvSpPr txBox="1"/>
            <p:nvPr>
              <p:custDataLst>
                <p:tags r:id="rId3"/>
              </p:custDataLst>
            </p:nvPr>
          </p:nvSpPr>
          <p:spPr>
            <a:xfrm>
              <a:off x="6525" y="3882"/>
              <a:ext cx="1670" cy="1523"/>
            </a:xfrm>
            <a:prstGeom prst="rect">
              <a:avLst/>
            </a:prstGeom>
            <a:noFill/>
          </p:spPr>
          <p:txBody>
            <a:bodyPr wrap="square" lIns="0" tIns="0" rIns="0" bIns="0" rtlCol="0" anchor="ctr">
              <a:noAutofit/>
            </a:bodyPr>
            <a:p>
              <a:pPr algn="ctr">
                <a:lnSpc>
                  <a:spcPct val="109000"/>
                </a:lnSpc>
              </a:pPr>
              <a:r>
                <a:rPr lang="en-US" altLang="en-US" sz="5800">
                  <a:solidFill>
                    <a:schemeClr val="accent5"/>
                  </a:solidFill>
                  <a:latin typeface="Microsoft YaHei UI" panose="020B0503020204020204" charset="-122"/>
                  <a:ea typeface="Microsoft YaHei UI" panose="020B0503020204020204" charset="-122"/>
                </a:rPr>
                <a:t>01</a:t>
              </a:r>
              <a:endParaRPr lang="en-US" altLang="en-US" sz="5800">
                <a:solidFill>
                  <a:schemeClr val="accent5"/>
                </a:solidFill>
                <a:latin typeface="Microsoft YaHei UI" panose="020B0503020204020204" charset="-122"/>
                <a:ea typeface="Microsoft YaHei UI" panose="020B0503020204020204" charset="-122"/>
              </a:endParaRPr>
            </a:p>
          </p:txBody>
        </p:sp>
        <p:sp>
          <p:nvSpPr>
            <p:cNvPr id="6" name="矩形 5"/>
            <p:cNvSpPr/>
            <p:nvPr>
              <p:custDataLst>
                <p:tags r:id="rId4"/>
              </p:custDataLst>
            </p:nvPr>
          </p:nvSpPr>
          <p:spPr>
            <a:xfrm>
              <a:off x="6640" y="5820"/>
              <a:ext cx="2401" cy="2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7" name="文本框 6"/>
            <p:cNvSpPr txBox="1"/>
            <p:nvPr>
              <p:custDataLst>
                <p:tags r:id="rId5"/>
              </p:custDataLst>
            </p:nvPr>
          </p:nvSpPr>
          <p:spPr>
            <a:xfrm>
              <a:off x="6640" y="6240"/>
              <a:ext cx="252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参观体验</a:t>
              </a: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6"/>
              </p:custDataLst>
            </p:nvPr>
          </p:nvSpPr>
          <p:spPr>
            <a:xfrm>
              <a:off x="9565" y="3882"/>
              <a:ext cx="1670" cy="1523"/>
            </a:xfrm>
            <a:prstGeom prst="rect">
              <a:avLst/>
            </a:prstGeom>
            <a:noFill/>
          </p:spPr>
          <p:txBody>
            <a:bodyPr wrap="square" lIns="0" tIns="0" rIns="0" bIns="0" rtlCol="0" anchor="ctr">
              <a:noAutofit/>
            </a:bodyPr>
            <a:p>
              <a:pPr algn="ctr">
                <a:lnSpc>
                  <a:spcPct val="109000"/>
                </a:lnSpc>
              </a:pPr>
              <a:r>
                <a:rPr lang="en-US" altLang="en-US" sz="5800">
                  <a:solidFill>
                    <a:schemeClr val="accent5"/>
                  </a:solidFill>
                  <a:latin typeface="Microsoft YaHei UI" panose="020B0503020204020204" charset="-122"/>
                  <a:ea typeface="Microsoft YaHei UI" panose="020B0503020204020204" charset="-122"/>
                </a:rPr>
                <a:t>02</a:t>
              </a:r>
              <a:endParaRPr lang="en-US" altLang="en-US" sz="5800">
                <a:solidFill>
                  <a:schemeClr val="accent5"/>
                </a:solidFill>
                <a:latin typeface="Microsoft YaHei UI" panose="020B0503020204020204" charset="-122"/>
                <a:ea typeface="Microsoft YaHei UI" panose="020B0503020204020204" charset="-122"/>
              </a:endParaRPr>
            </a:p>
          </p:txBody>
        </p:sp>
        <p:sp>
          <p:nvSpPr>
            <p:cNvPr id="9" name="矩形 8"/>
            <p:cNvSpPr/>
            <p:nvPr>
              <p:custDataLst>
                <p:tags r:id="rId7"/>
              </p:custDataLst>
            </p:nvPr>
          </p:nvSpPr>
          <p:spPr>
            <a:xfrm>
              <a:off x="9680" y="5820"/>
              <a:ext cx="2401" cy="2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10" name="文本框 9"/>
            <p:cNvSpPr txBox="1"/>
            <p:nvPr>
              <p:custDataLst>
                <p:tags r:id="rId8"/>
              </p:custDataLst>
            </p:nvPr>
          </p:nvSpPr>
          <p:spPr>
            <a:xfrm>
              <a:off x="9680" y="6240"/>
              <a:ext cx="252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历史教育意义</a:t>
              </a:r>
              <a:endParaRPr lang="zh-CN" altLang="en-US" sz="24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9"/>
              </p:custDataLst>
            </p:nvPr>
          </p:nvSpPr>
          <p:spPr>
            <a:xfrm>
              <a:off x="12605" y="3882"/>
              <a:ext cx="1670" cy="1523"/>
            </a:xfrm>
            <a:prstGeom prst="rect">
              <a:avLst/>
            </a:prstGeom>
            <a:noFill/>
          </p:spPr>
          <p:txBody>
            <a:bodyPr wrap="square" lIns="0" tIns="0" rIns="0" bIns="0" rtlCol="0" anchor="ctr">
              <a:noAutofit/>
            </a:bodyPr>
            <a:p>
              <a:pPr algn="ctr">
                <a:lnSpc>
                  <a:spcPct val="109000"/>
                </a:lnSpc>
              </a:pPr>
              <a:r>
                <a:rPr lang="en-US" altLang="en-US" sz="5800">
                  <a:solidFill>
                    <a:schemeClr val="accent5"/>
                  </a:solidFill>
                  <a:latin typeface="Microsoft YaHei UI" panose="020B0503020204020204" charset="-122"/>
                  <a:ea typeface="Microsoft YaHei UI" panose="020B0503020204020204" charset="-122"/>
                </a:rPr>
                <a:t>03</a:t>
              </a:r>
              <a:endParaRPr lang="en-US" altLang="en-US" sz="5800">
                <a:solidFill>
                  <a:schemeClr val="accent5"/>
                </a:solidFill>
                <a:latin typeface="Microsoft YaHei UI" panose="020B0503020204020204" charset="-122"/>
                <a:ea typeface="Microsoft YaHei UI" panose="020B0503020204020204" charset="-122"/>
              </a:endParaRPr>
            </a:p>
          </p:txBody>
        </p:sp>
        <p:sp>
          <p:nvSpPr>
            <p:cNvPr id="12" name="矩形 11"/>
            <p:cNvSpPr/>
            <p:nvPr>
              <p:custDataLst>
                <p:tags r:id="rId10"/>
              </p:custDataLst>
            </p:nvPr>
          </p:nvSpPr>
          <p:spPr>
            <a:xfrm>
              <a:off x="12720" y="5820"/>
              <a:ext cx="2400" cy="2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13" name="文本框 12"/>
            <p:cNvSpPr txBox="1"/>
            <p:nvPr>
              <p:custDataLst>
                <p:tags r:id="rId11"/>
              </p:custDataLst>
            </p:nvPr>
          </p:nvSpPr>
          <p:spPr>
            <a:xfrm>
              <a:off x="12720" y="6240"/>
              <a:ext cx="252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个人感悟</a:t>
              </a:r>
              <a:endParaRPr lang="zh-CN" altLang="en-US" sz="2400">
                <a:solidFill>
                  <a:schemeClr val="tx1"/>
                </a:solidFill>
                <a:latin typeface="Microsoft YaHei UI" panose="020B0503020204020204" charset="-122"/>
                <a:ea typeface="Microsoft YaHei UI" panose="020B0503020204020204" charset="-122"/>
              </a:endParaRPr>
            </a:p>
          </p:txBody>
        </p:sp>
        <p:sp>
          <p:nvSpPr>
            <p:cNvPr id="14" name="文本框 13"/>
            <p:cNvSpPr txBox="1"/>
            <p:nvPr>
              <p:custDataLst>
                <p:tags r:id="rId12"/>
              </p:custDataLst>
            </p:nvPr>
          </p:nvSpPr>
          <p:spPr>
            <a:xfrm>
              <a:off x="15645" y="3882"/>
              <a:ext cx="1670" cy="1523"/>
            </a:xfrm>
            <a:prstGeom prst="rect">
              <a:avLst/>
            </a:prstGeom>
            <a:noFill/>
          </p:spPr>
          <p:txBody>
            <a:bodyPr wrap="square" lIns="0" tIns="0" rIns="0" bIns="0" rtlCol="0" anchor="ctr">
              <a:noAutofit/>
            </a:bodyPr>
            <a:p>
              <a:pPr algn="ctr">
                <a:lnSpc>
                  <a:spcPct val="109000"/>
                </a:lnSpc>
              </a:pPr>
              <a:r>
                <a:rPr lang="en-US" altLang="en-US" sz="5800">
                  <a:solidFill>
                    <a:schemeClr val="accent5"/>
                  </a:solidFill>
                  <a:latin typeface="Microsoft YaHei UI" panose="020B0503020204020204" charset="-122"/>
                  <a:ea typeface="Microsoft YaHei UI" panose="020B0503020204020204" charset="-122"/>
                </a:rPr>
                <a:t>04</a:t>
              </a:r>
              <a:endParaRPr lang="en-US" altLang="en-US" sz="5800">
                <a:solidFill>
                  <a:schemeClr val="accent5"/>
                </a:solidFill>
                <a:latin typeface="Microsoft YaHei UI" panose="020B0503020204020204" charset="-122"/>
                <a:ea typeface="Microsoft YaHei UI" panose="020B0503020204020204" charset="-122"/>
              </a:endParaRPr>
            </a:p>
          </p:txBody>
        </p:sp>
        <p:sp>
          <p:nvSpPr>
            <p:cNvPr id="15" name="矩形 14"/>
            <p:cNvSpPr/>
            <p:nvPr>
              <p:custDataLst>
                <p:tags r:id="rId13"/>
              </p:custDataLst>
            </p:nvPr>
          </p:nvSpPr>
          <p:spPr>
            <a:xfrm>
              <a:off x="15760" y="5820"/>
              <a:ext cx="2400" cy="20"/>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16" name="文本框 15"/>
            <p:cNvSpPr txBox="1"/>
            <p:nvPr>
              <p:custDataLst>
                <p:tags r:id="rId14"/>
              </p:custDataLst>
            </p:nvPr>
          </p:nvSpPr>
          <p:spPr>
            <a:xfrm>
              <a:off x="15760" y="6240"/>
              <a:ext cx="252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红色文化传承</a:t>
              </a:r>
              <a:endParaRPr lang="zh-CN" altLang="en-US" sz="2400">
                <a:solidFill>
                  <a:schemeClr val="tx1"/>
                </a:solidFill>
                <a:latin typeface="Microsoft YaHei UI" panose="020B0503020204020204" charset="-122"/>
                <a:ea typeface="Microsoft YaHei UI" panose="020B0503020204020204" charset="-122"/>
              </a:endParaRPr>
            </a:p>
          </p:txBody>
        </p:sp>
      </p:grpSp>
    </p:spTree>
    <p:custDataLst>
      <p:tags r:id="rId15"/>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idx="13"/>
            <p:custDataLst>
              <p:tags r:id="rId1"/>
            </p:custDataLst>
          </p:nvPr>
        </p:nvSpPr>
        <p:spPr/>
        <p:txBody>
          <a:bodyPr/>
          <a:p>
            <a:r>
              <a:rPr lang="zh-CN" altLang="en-US"/>
              <a:t>第一章</a:t>
            </a:r>
            <a:endParaRPr lang="zh-CN" altLang="en-US"/>
          </a:p>
        </p:txBody>
      </p:sp>
      <p:sp>
        <p:nvSpPr>
          <p:cNvPr id="4" name="标题 3"/>
          <p:cNvSpPr>
            <a:spLocks noGrp="1"/>
          </p:cNvSpPr>
          <p:nvPr>
            <p:ph type="ctrTitle" idx="14"/>
            <p:custDataLst>
              <p:tags r:id="rId2"/>
            </p:custDataLst>
          </p:nvPr>
        </p:nvSpPr>
        <p:spPr/>
        <p:txBody>
          <a:bodyPr/>
          <a:p>
            <a:r>
              <a:rPr lang="zh-CN" altLang="en-US"/>
              <a:t>参观体验</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0"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pic>
        <p:nvPicPr>
          <p:cNvPr id="4" name="图片 3" descr="C:/Users/Cao_Turkey_Su/AppData/Roaming/Kingsoft/office6/wppai/generateppt/d7208758-939d-4849-b396-b0241e9ba262.jpgd7208758-939d-4849-b396-b0241e9ba262"/>
          <p:cNvPicPr preferRelativeResize="0">
            <a:picLocks noChangeAspect="1"/>
          </p:cNvPicPr>
          <p:nvPr>
            <p:custDataLst>
              <p:tags r:id="rId3"/>
            </p:custDataLst>
          </p:nvPr>
        </p:nvPicPr>
        <p:blipFill>
          <a:blip r:embed="rId4"/>
          <a:srcRect l="89" r="89"/>
          <a:stretch>
            <a:fillRect/>
          </a:stretch>
        </p:blipFill>
        <p:spPr>
          <a:xfrm>
            <a:off x="2438403" y="609603"/>
            <a:ext cx="9144000" cy="2184400"/>
          </a:xfrm>
          <a:prstGeom prst="rect">
            <a:avLst/>
          </a:pr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 name="标题 1"/>
          <p:cNvSpPr>
            <a:spLocks noGrp="1"/>
          </p:cNvSpPr>
          <p:nvPr>
            <p:ph type="title"/>
            <p:custDataLst>
              <p:tags r:id="rId6"/>
            </p:custDataLst>
          </p:nvPr>
        </p:nvSpPr>
        <p:spPr>
          <a:xfrm>
            <a:off x="2438403" y="3251204"/>
            <a:ext cx="92837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博物馆外观与布局</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15" name="组合 14"/>
          <p:cNvGrpSpPr/>
          <p:nvPr/>
        </p:nvGrpSpPr>
        <p:grpSpPr>
          <a:xfrm>
            <a:off x="2438400" y="4470400"/>
            <a:ext cx="9220200" cy="1778000"/>
            <a:chOff x="3840" y="7040"/>
            <a:chExt cx="14520" cy="2800"/>
          </a:xfrm>
        </p:grpSpPr>
        <p:sp>
          <p:nvSpPr>
            <p:cNvPr id="7" name="文本框 6"/>
            <p:cNvSpPr txBox="1"/>
            <p:nvPr>
              <p:custDataLst>
                <p:tags r:id="rId7"/>
              </p:custDataLst>
            </p:nvPr>
          </p:nvSpPr>
          <p:spPr>
            <a:xfrm>
              <a:off x="3840" y="7040"/>
              <a:ext cx="33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建筑风格</a:t>
              </a: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8"/>
              </p:custDataLst>
            </p:nvPr>
          </p:nvSpPr>
          <p:spPr>
            <a:xfrm>
              <a:off x="3840" y="7920"/>
              <a:ext cx="332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武汉辛亥革命博物馆采用现代与传统相结合的设计，体现了历史与现代的交融。</a:t>
              </a:r>
              <a:endParaRPr lang="zh-CN" altLang="en-US" sz="16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9"/>
              </p:custDataLst>
            </p:nvPr>
          </p:nvSpPr>
          <p:spPr>
            <a:xfrm>
              <a:off x="7560" y="7040"/>
              <a:ext cx="33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展览区域分布</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10"/>
              </p:custDataLst>
            </p:nvPr>
          </p:nvSpPr>
          <p:spPr>
            <a:xfrm>
              <a:off x="7560" y="7920"/>
              <a:ext cx="332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博物馆内部分为多个展区，每个展区都有明确的主题，如辛亥革命历史、重要人物介绍等。</a:t>
              </a:r>
              <a:endParaRPr lang="zh-CN" altLang="en-US" sz="16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11"/>
              </p:custDataLst>
            </p:nvPr>
          </p:nvSpPr>
          <p:spPr>
            <a:xfrm>
              <a:off x="11280" y="7040"/>
              <a:ext cx="33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互动体验区</a:t>
              </a:r>
              <a:endParaRPr lang="zh-CN" altLang="en-US" sz="24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2"/>
              </p:custDataLst>
            </p:nvPr>
          </p:nvSpPr>
          <p:spPr>
            <a:xfrm>
              <a:off x="11280" y="7920"/>
              <a:ext cx="332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设有互动体验区，通过多媒体技术让参观者深入了解辛亥革命的历史事件和人物故事。</a:t>
              </a:r>
              <a:endParaRPr lang="zh-CN" altLang="en-US" sz="1600">
                <a:solidFill>
                  <a:schemeClr val="tx1"/>
                </a:solidFill>
                <a:latin typeface="Microsoft YaHei UI" panose="020B0503020204020204" charset="-122"/>
                <a:ea typeface="Microsoft YaHei UI" panose="020B0503020204020204" charset="-122"/>
              </a:endParaRPr>
            </a:p>
          </p:txBody>
        </p:sp>
        <p:sp>
          <p:nvSpPr>
            <p:cNvPr id="13" name="文本框 12"/>
            <p:cNvSpPr txBox="1"/>
            <p:nvPr>
              <p:custDataLst>
                <p:tags r:id="rId13"/>
              </p:custDataLst>
            </p:nvPr>
          </p:nvSpPr>
          <p:spPr>
            <a:xfrm>
              <a:off x="15000" y="7040"/>
              <a:ext cx="33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纪念品商店</a:t>
              </a:r>
              <a:endParaRPr lang="zh-CN" altLang="en-US" sz="2400">
                <a:solidFill>
                  <a:schemeClr val="tx1"/>
                </a:solidFill>
                <a:latin typeface="Microsoft YaHei UI" panose="020B0503020204020204" charset="-122"/>
                <a:ea typeface="Microsoft YaHei UI" panose="020B0503020204020204" charset="-122"/>
              </a:endParaRPr>
            </a:p>
          </p:txBody>
        </p:sp>
        <p:sp>
          <p:nvSpPr>
            <p:cNvPr id="14" name="文本框 13"/>
            <p:cNvSpPr txBox="1"/>
            <p:nvPr>
              <p:custDataLst>
                <p:tags r:id="rId14"/>
              </p:custDataLst>
            </p:nvPr>
          </p:nvSpPr>
          <p:spPr>
            <a:xfrm>
              <a:off x="15000" y="7920"/>
              <a:ext cx="332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博物馆内设有纪念品商店，出售与辛亥革命相关的书籍、纪念品，方便参观者选购。</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5"/>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11112502" cy="761997"/>
          </a:xfrm>
          <a:noFill/>
        </p:spPr>
        <p:txBody>
          <a:bodyPr lIns="0" tIns="0" rIns="0" bIns="0" anchor="t">
            <a:noAutofit/>
          </a:bodyPr>
          <a:p>
            <a:pPr algn="l">
              <a:lnSpc>
                <a:spcPct val="114000"/>
              </a:lnSpc>
            </a:pPr>
            <a:r>
              <a:rPr lang="zh-CN" altLang="en-US" sz="4400">
                <a:solidFill>
                  <a:schemeClr val="bg1"/>
                </a:solidFill>
                <a:latin typeface="Microsoft YaHei UI" panose="020B0503020204020204" charset="-122"/>
                <a:ea typeface="Microsoft YaHei UI" panose="020B0503020204020204" charset="-122"/>
              </a:rPr>
              <a:t>展览内容与互动体验</a:t>
            </a:r>
            <a:endParaRPr lang="zh-CN" altLang="en-US" sz="4400">
              <a:solidFill>
                <a:schemeClr val="bg1"/>
              </a:solidFill>
              <a:latin typeface="Microsoft YaHei UI" panose="020B0503020204020204" charset="-122"/>
              <a:ea typeface="Microsoft YaHei UI" panose="020B0503020204020204" charset="-122"/>
            </a:endParaRPr>
          </a:p>
        </p:txBody>
      </p:sp>
      <p:grpSp>
        <p:nvGrpSpPr>
          <p:cNvPr id="22" name="组合 21"/>
          <p:cNvGrpSpPr/>
          <p:nvPr/>
        </p:nvGrpSpPr>
        <p:grpSpPr>
          <a:xfrm>
            <a:off x="609600" y="1828800"/>
            <a:ext cx="10972801" cy="4419604"/>
            <a:chOff x="960" y="2880"/>
            <a:chExt cx="17280" cy="6960"/>
          </a:xfrm>
        </p:grpSpPr>
        <p:pic>
          <p:nvPicPr>
            <p:cNvPr id="4" name="图片 3" descr="C:/Users/Cao_Turkey_Su/AppData/Roaming/Kingsoft/office6/wppai/generateppt/53551bf5-26ab-41f2-9e31-247a243413e6.jpg53551bf5-26ab-41f2-9e31-247a243413e6"/>
            <p:cNvPicPr preferRelativeResize="0">
              <a:picLocks noChangeAspect="1"/>
            </p:cNvPicPr>
            <p:nvPr>
              <p:custDataLst>
                <p:tags r:id="rId4"/>
              </p:custDataLst>
            </p:nvPr>
          </p:nvPicPr>
          <p:blipFill>
            <a:blip r:embed="rId5"/>
            <a:srcRect l="85" t="-14" r="85" b="14"/>
            <a:stretch>
              <a:fillRect/>
            </a:stretch>
          </p:blipFill>
          <p:spPr>
            <a:xfrm>
              <a:off x="96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6"/>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7" name="任意多边形 6"/>
            <p:cNvSpPr/>
            <p:nvPr>
              <p:custDataLst>
                <p:tags r:id="rId7"/>
              </p:custDataLst>
            </p:nvPr>
          </p:nvSpPr>
          <p:spPr>
            <a:xfrm>
              <a:off x="96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descr="C:/Users/Cao_Turkey_Su/AppData/Roaming/Kingsoft/office6/wppai/generateppt/89501193-a933-4d62-9b2d-df6d45b45f89.jpg89501193-a933-4d62-9b2d-df6d45b45f89"/>
            <p:cNvPicPr preferRelativeResize="0">
              <a:picLocks noChangeAspect="1"/>
            </p:cNvPicPr>
            <p:nvPr>
              <p:custDataLst>
                <p:tags r:id="rId8"/>
              </p:custDataLst>
            </p:nvPr>
          </p:nvPicPr>
          <p:blipFill>
            <a:blip r:embed="rId9"/>
            <a:srcRect l="85" t="-14" r="85" b="14"/>
            <a:stretch>
              <a:fillRect/>
            </a:stretch>
          </p:blipFill>
          <p:spPr>
            <a:xfrm>
              <a:off x="688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6"/>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3" name="任意多边形 12"/>
            <p:cNvSpPr/>
            <p:nvPr>
              <p:custDataLst>
                <p:tags r:id="rId10"/>
              </p:custDataLst>
            </p:nvPr>
          </p:nvSpPr>
          <p:spPr>
            <a:xfrm>
              <a:off x="688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11"/>
              </p:custDataLst>
            </p:nvPr>
          </p:nvSpPr>
          <p:spPr>
            <a:xfrm>
              <a:off x="144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辛亥革命历史展览</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12"/>
              </p:custDataLst>
            </p:nvPr>
          </p:nvSpPr>
          <p:spPr>
            <a:xfrm>
              <a:off x="144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通过珍贵的历史照片和文献，了解辛亥革命的起因、过程和深远影响。</a:t>
              </a:r>
              <a:endParaRPr lang="zh-CN" altLang="en-US" sz="1600">
                <a:solidFill>
                  <a:schemeClr val="tx1"/>
                </a:solidFill>
                <a:latin typeface="Microsoft YaHei UI" panose="020B0503020204020204" charset="-122"/>
                <a:ea typeface="Microsoft YaHei UI" panose="020B0503020204020204" charset="-122"/>
              </a:endParaRPr>
            </a:p>
          </p:txBody>
        </p:sp>
        <p:pic>
          <p:nvPicPr>
            <p:cNvPr id="16" name="图片 15" descr="C:/Users/Cao_Turkey_Su/AppData/Roaming/Kingsoft/office6/wppai/generateppt/3e29fbfa-d3ff-4b85-9ca3-0fd7a7a64b8f.jpg3e29fbfa-d3ff-4b85-9ca3-0fd7a7a64b8f"/>
            <p:cNvPicPr preferRelativeResize="0">
              <a:picLocks noChangeAspect="1"/>
            </p:cNvPicPr>
            <p:nvPr>
              <p:custDataLst>
                <p:tags r:id="rId13"/>
              </p:custDataLst>
            </p:nvPr>
          </p:nvPicPr>
          <p:blipFill>
            <a:blip r:embed="rId14"/>
            <a:srcRect l="85" t="-14" r="85" b="14"/>
            <a:stretch>
              <a:fillRect/>
            </a:stretch>
          </p:blipFill>
          <p:spPr>
            <a:xfrm>
              <a:off x="1280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6"/>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9" name="任意多边形 18"/>
            <p:cNvSpPr/>
            <p:nvPr>
              <p:custDataLst>
                <p:tags r:id="rId15"/>
              </p:custDataLst>
            </p:nvPr>
          </p:nvSpPr>
          <p:spPr>
            <a:xfrm>
              <a:off x="1280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6"/>
              </p:custDataLst>
            </p:nvPr>
          </p:nvSpPr>
          <p:spPr>
            <a:xfrm>
              <a:off x="736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互动式历史重现</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7"/>
              </p:custDataLst>
            </p:nvPr>
          </p:nvSpPr>
          <p:spPr>
            <a:xfrm>
              <a:off x="736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参观者可通过</a:t>
              </a:r>
              <a:r>
                <a:rPr lang="en-US" altLang="zh-CN" sz="1600">
                  <a:solidFill>
                    <a:schemeClr val="tx1"/>
                  </a:solidFill>
                  <a:latin typeface="Microsoft YaHei UI" panose="020B0503020204020204" charset="-122"/>
                  <a:ea typeface="Microsoft YaHei UI" panose="020B0503020204020204" charset="-122"/>
                </a:rPr>
                <a:t>VR</a:t>
              </a:r>
              <a:r>
                <a:rPr lang="zh-CN" altLang="en-US" sz="1600">
                  <a:solidFill>
                    <a:schemeClr val="tx1"/>
                  </a:solidFill>
                  <a:latin typeface="Microsoft YaHei UI" panose="020B0503020204020204" charset="-122"/>
                  <a:ea typeface="Microsoft YaHei UI" panose="020B0503020204020204" charset="-122"/>
                </a:rPr>
                <a:t>技术亲身体验辛亥革命的关键时刻，增强历史沉浸感。</a:t>
              </a:r>
              <a:endParaRPr lang="zh-CN" altLang="en-US" sz="1600">
                <a:solidFill>
                  <a:schemeClr val="tx1"/>
                </a:solidFill>
                <a:latin typeface="Microsoft YaHei UI" panose="020B0503020204020204" charset="-122"/>
                <a:ea typeface="Microsoft YaHei UI" panose="020B0503020204020204" charset="-122"/>
              </a:endParaRPr>
            </a:p>
          </p:txBody>
        </p:sp>
        <p:sp>
          <p:nvSpPr>
            <p:cNvPr id="20" name="文本框 19"/>
            <p:cNvSpPr txBox="1"/>
            <p:nvPr>
              <p:custDataLst>
                <p:tags r:id="rId18"/>
              </p:custDataLst>
            </p:nvPr>
          </p:nvSpPr>
          <p:spPr>
            <a:xfrm>
              <a:off x="1328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革命人物故事分享</a:t>
              </a:r>
              <a:endParaRPr lang="zh-CN" altLang="en-US" sz="2400">
                <a:solidFill>
                  <a:schemeClr val="tx1"/>
                </a:solidFill>
                <a:latin typeface="Microsoft YaHei UI" panose="020B0503020204020204" charset="-122"/>
                <a:ea typeface="Microsoft YaHei UI" panose="020B0503020204020204" charset="-122"/>
              </a:endParaRPr>
            </a:p>
          </p:txBody>
        </p:sp>
        <p:sp>
          <p:nvSpPr>
            <p:cNvPr id="21" name="文本框 20"/>
            <p:cNvSpPr txBox="1"/>
            <p:nvPr>
              <p:custDataLst>
                <p:tags r:id="rId19"/>
              </p:custDataLst>
            </p:nvPr>
          </p:nvSpPr>
          <p:spPr>
            <a:xfrm>
              <a:off x="1328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聆听辛亥革命重要人物的生平事迹，感受他们为国家独立和民族解放所作的贡献。</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0"/>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0" y="0"/>
            <a:ext cx="35814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pic>
        <p:nvPicPr>
          <p:cNvPr id="4" name="图片 3" descr="C:/Users/Cao_Turkey_Su/AppData/Roaming/Kingsoft/office6/wppai/generateppt/ffe2fb4b-8b58-4d7e-ba60-0ffbb8432b3e.jpgffe2fb4b-8b58-4d7e-ba60-0ffbb8432b3e"/>
          <p:cNvPicPr preferRelativeResize="0">
            <a:picLocks noChangeAspect="1"/>
          </p:cNvPicPr>
          <p:nvPr>
            <p:custDataLst>
              <p:tags r:id="rId3"/>
            </p:custDataLst>
          </p:nvPr>
        </p:nvPicPr>
        <p:blipFill>
          <a:blip r:embed="rId4"/>
          <a:srcRect l="263" r="263"/>
          <a:stretch>
            <a:fillRect/>
          </a:stretch>
        </p:blipFill>
        <p:spPr>
          <a:xfrm>
            <a:off x="609602" y="609603"/>
            <a:ext cx="4038600" cy="5638800"/>
          </a:xfrm>
          <a:prstGeom prst="rect">
            <a:avLst/>
          </a:pr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 name="标题 1"/>
          <p:cNvSpPr>
            <a:spLocks noGrp="1"/>
          </p:cNvSpPr>
          <p:nvPr>
            <p:ph type="title"/>
            <p:custDataLst>
              <p:tags r:id="rId6"/>
            </p:custDataLst>
          </p:nvPr>
        </p:nvSpPr>
        <p:spPr>
          <a:xfrm>
            <a:off x="5257800" y="609603"/>
            <a:ext cx="6464296"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辛亥革命历史回顾</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19" name="组合 18"/>
          <p:cNvGrpSpPr/>
          <p:nvPr/>
        </p:nvGrpSpPr>
        <p:grpSpPr>
          <a:xfrm>
            <a:off x="5257800" y="2336800"/>
            <a:ext cx="6400800" cy="3911600"/>
            <a:chOff x="8280" y="3680"/>
            <a:chExt cx="10080" cy="6160"/>
          </a:xfrm>
        </p:grpSpPr>
        <p:sp>
          <p:nvSpPr>
            <p:cNvPr id="7" name="任意多边形 6"/>
            <p:cNvSpPr/>
            <p:nvPr>
              <p:custDataLst>
                <p:tags r:id="rId7"/>
              </p:custDataLst>
            </p:nvPr>
          </p:nvSpPr>
          <p:spPr>
            <a:xfrm>
              <a:off x="8280" y="368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p:custDataLst>
                <p:tags r:id="rId8"/>
              </p:custDataLst>
            </p:nvPr>
          </p:nvSpPr>
          <p:spPr>
            <a:xfrm>
              <a:off x="8280" y="712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9"/>
              </p:custDataLst>
            </p:nvPr>
          </p:nvSpPr>
          <p:spPr>
            <a:xfrm>
              <a:off x="8520" y="368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辛亥革命的起因</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10"/>
              </p:custDataLst>
            </p:nvPr>
          </p:nvSpPr>
          <p:spPr>
            <a:xfrm>
              <a:off x="8520" y="4480"/>
              <a:ext cx="446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辛亥革命爆发于</a:t>
              </a:r>
              <a:r>
                <a:rPr lang="en-US" altLang="zh-CN" sz="1600">
                  <a:solidFill>
                    <a:schemeClr val="tx1"/>
                  </a:solidFill>
                  <a:latin typeface="Microsoft YaHei UI" panose="020B0503020204020204" charset="-122"/>
                  <a:ea typeface="Microsoft YaHei UI" panose="020B0503020204020204" charset="-122"/>
                </a:rPr>
                <a:t>1911</a:t>
              </a:r>
              <a:r>
                <a:rPr lang="zh-CN" altLang="en-US" sz="1600">
                  <a:solidFill>
                    <a:schemeClr val="tx1"/>
                  </a:solidFill>
                  <a:latin typeface="Microsoft YaHei UI" panose="020B0503020204020204" charset="-122"/>
                  <a:ea typeface="Microsoft YaHei UI" panose="020B0503020204020204" charset="-122"/>
                </a:rPr>
                <a:t>年，由孙中山领导的同盟会推动，旨在推翻清朝统治，建立民主共和国。</a:t>
              </a:r>
              <a:endParaRPr lang="zh-CN" altLang="en-US" sz="1600">
                <a:solidFill>
                  <a:schemeClr val="tx1"/>
                </a:solidFill>
                <a:latin typeface="Microsoft YaHei UI" panose="020B0503020204020204" charset="-122"/>
                <a:ea typeface="Microsoft YaHei UI" panose="020B0503020204020204" charset="-122"/>
              </a:endParaRPr>
            </a:p>
          </p:txBody>
        </p:sp>
        <p:sp>
          <p:nvSpPr>
            <p:cNvPr id="13" name="任意多边形 12"/>
            <p:cNvSpPr/>
            <p:nvPr>
              <p:custDataLst>
                <p:tags r:id="rId11"/>
              </p:custDataLst>
            </p:nvPr>
          </p:nvSpPr>
          <p:spPr>
            <a:xfrm>
              <a:off x="13620" y="3680"/>
              <a:ext cx="81"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12"/>
              </p:custDataLst>
            </p:nvPr>
          </p:nvSpPr>
          <p:spPr>
            <a:xfrm>
              <a:off x="8520" y="712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中华民国的建立</a:t>
              </a:r>
              <a:endParaRPr lang="zh-CN" altLang="en-US" sz="24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3"/>
              </p:custDataLst>
            </p:nvPr>
          </p:nvSpPr>
          <p:spPr>
            <a:xfrm>
              <a:off x="8520" y="7920"/>
              <a:ext cx="446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1912</a:t>
              </a:r>
              <a:r>
                <a:rPr lang="zh-CN" altLang="en-US" sz="1600">
                  <a:solidFill>
                    <a:schemeClr val="tx1"/>
                  </a:solidFill>
                  <a:latin typeface="Microsoft YaHei UI" panose="020B0503020204020204" charset="-122"/>
                  <a:ea typeface="Microsoft YaHei UI" panose="020B0503020204020204" charset="-122"/>
                </a:rPr>
                <a:t>年</a:t>
              </a:r>
              <a:r>
                <a:rPr lang="en-US" altLang="zh-CN" sz="1600">
                  <a:solidFill>
                    <a:schemeClr val="tx1"/>
                  </a:solidFill>
                  <a:latin typeface="Microsoft YaHei UI" panose="020B0503020204020204" charset="-122"/>
                  <a:ea typeface="Microsoft YaHei UI" panose="020B0503020204020204" charset="-122"/>
                </a:rPr>
                <a:t>1</a:t>
              </a:r>
              <a:r>
                <a:rPr lang="zh-CN" altLang="en-US" sz="1600">
                  <a:solidFill>
                    <a:schemeClr val="tx1"/>
                  </a:solidFill>
                  <a:latin typeface="Microsoft YaHei UI" panose="020B0503020204020204" charset="-122"/>
                  <a:ea typeface="Microsoft YaHei UI" panose="020B0503020204020204" charset="-122"/>
                </a:rPr>
                <a:t>月</a:t>
              </a:r>
              <a:r>
                <a:rPr lang="en-US" altLang="zh-CN" sz="1600">
                  <a:solidFill>
                    <a:schemeClr val="tx1"/>
                  </a:solidFill>
                  <a:latin typeface="Microsoft YaHei UI" panose="020B0503020204020204" charset="-122"/>
                  <a:ea typeface="Microsoft YaHei UI" panose="020B0503020204020204" charset="-122"/>
                </a:rPr>
                <a:t>1</a:t>
              </a:r>
              <a:r>
                <a:rPr lang="zh-CN" altLang="en-US" sz="1600">
                  <a:solidFill>
                    <a:schemeClr val="tx1"/>
                  </a:solidFill>
                  <a:latin typeface="Microsoft YaHei UI" panose="020B0503020204020204" charset="-122"/>
                  <a:ea typeface="Microsoft YaHei UI" panose="020B0503020204020204" charset="-122"/>
                </a:rPr>
                <a:t>日，中华民国临时政府在南京成立，孙中山就任临时大总统，结束了两千多年的封建帝制。</a:t>
              </a:r>
              <a:endParaRPr lang="zh-CN" altLang="en-US" sz="1600">
                <a:solidFill>
                  <a:schemeClr val="tx1"/>
                </a:solidFill>
                <a:latin typeface="Microsoft YaHei UI" panose="020B0503020204020204" charset="-122"/>
                <a:ea typeface="Microsoft YaHei UI" panose="020B0503020204020204" charset="-122"/>
              </a:endParaRPr>
            </a:p>
          </p:txBody>
        </p:sp>
        <p:sp>
          <p:nvSpPr>
            <p:cNvPr id="16" name="任意多边形 15"/>
            <p:cNvSpPr/>
            <p:nvPr>
              <p:custDataLst>
                <p:tags r:id="rId14"/>
              </p:custDataLst>
            </p:nvPr>
          </p:nvSpPr>
          <p:spPr>
            <a:xfrm>
              <a:off x="13620" y="7120"/>
              <a:ext cx="81"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5"/>
              </p:custDataLst>
            </p:nvPr>
          </p:nvSpPr>
          <p:spPr>
            <a:xfrm>
              <a:off x="13860" y="368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武昌起义的爆发</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6"/>
              </p:custDataLst>
            </p:nvPr>
          </p:nvSpPr>
          <p:spPr>
            <a:xfrm>
              <a:off x="13860" y="4480"/>
              <a:ext cx="446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1911</a:t>
              </a:r>
              <a:r>
                <a:rPr lang="zh-CN" altLang="en-US" sz="1600">
                  <a:solidFill>
                    <a:schemeClr val="tx1"/>
                  </a:solidFill>
                  <a:latin typeface="Microsoft YaHei UI" panose="020B0503020204020204" charset="-122"/>
                  <a:ea typeface="Microsoft YaHei UI" panose="020B0503020204020204" charset="-122"/>
                </a:rPr>
                <a:t>年</a:t>
              </a:r>
              <a:r>
                <a:rPr lang="en-US" altLang="zh-CN" sz="1600">
                  <a:solidFill>
                    <a:schemeClr val="tx1"/>
                  </a:solidFill>
                  <a:latin typeface="Microsoft YaHei UI" panose="020B0503020204020204" charset="-122"/>
                  <a:ea typeface="Microsoft YaHei UI" panose="020B0503020204020204" charset="-122"/>
                </a:rPr>
                <a:t>10</a:t>
              </a:r>
              <a:r>
                <a:rPr lang="zh-CN" altLang="en-US" sz="1600">
                  <a:solidFill>
                    <a:schemeClr val="tx1"/>
                  </a:solidFill>
                  <a:latin typeface="Microsoft YaHei UI" panose="020B0503020204020204" charset="-122"/>
                  <a:ea typeface="Microsoft YaHei UI" panose="020B0503020204020204" charset="-122"/>
                </a:rPr>
                <a:t>月</a:t>
              </a:r>
              <a:r>
                <a:rPr lang="en-US" altLang="zh-CN" sz="1600">
                  <a:solidFill>
                    <a:schemeClr val="tx1"/>
                  </a:solidFill>
                  <a:latin typeface="Microsoft YaHei UI" panose="020B0503020204020204" charset="-122"/>
                  <a:ea typeface="Microsoft YaHei UI" panose="020B0503020204020204" charset="-122"/>
                </a:rPr>
                <a:t>10</a:t>
              </a:r>
              <a:r>
                <a:rPr lang="zh-CN" altLang="en-US" sz="1600">
                  <a:solidFill>
                    <a:schemeClr val="tx1"/>
                  </a:solidFill>
                  <a:latin typeface="Microsoft YaHei UI" panose="020B0503020204020204" charset="-122"/>
                  <a:ea typeface="Microsoft YaHei UI" panose="020B0503020204020204" charset="-122"/>
                </a:rPr>
                <a:t>日，武昌起义爆发，成为辛亥革命的起点，标志着辛亥革命的正式开始。</a:t>
              </a:r>
              <a:endParaRPr lang="zh-CN" altLang="en-US" sz="1600">
                <a:solidFill>
                  <a:schemeClr val="tx1"/>
                </a:solidFill>
                <a:latin typeface="Microsoft YaHei UI" panose="020B0503020204020204" charset="-122"/>
                <a:ea typeface="Microsoft YaHei UI" panose="020B0503020204020204" charset="-122"/>
              </a:endParaRPr>
            </a:p>
          </p:txBody>
        </p:sp>
        <p:sp>
          <p:nvSpPr>
            <p:cNvPr id="17" name="文本框 16"/>
            <p:cNvSpPr txBox="1"/>
            <p:nvPr>
              <p:custDataLst>
                <p:tags r:id="rId17"/>
              </p:custDataLst>
            </p:nvPr>
          </p:nvSpPr>
          <p:spPr>
            <a:xfrm>
              <a:off x="13860" y="712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辛亥革命的影响</a:t>
              </a:r>
              <a:endParaRPr lang="zh-CN" altLang="en-US" sz="2400">
                <a:solidFill>
                  <a:schemeClr val="tx1"/>
                </a:solidFill>
                <a:latin typeface="Microsoft YaHei UI" panose="020B0503020204020204" charset="-122"/>
                <a:ea typeface="Microsoft YaHei UI" panose="020B0503020204020204" charset="-122"/>
              </a:endParaRPr>
            </a:p>
          </p:txBody>
        </p:sp>
        <p:sp>
          <p:nvSpPr>
            <p:cNvPr id="18" name="文本框 17"/>
            <p:cNvSpPr txBox="1"/>
            <p:nvPr>
              <p:custDataLst>
                <p:tags r:id="rId18"/>
              </p:custDataLst>
            </p:nvPr>
          </p:nvSpPr>
          <p:spPr>
            <a:xfrm>
              <a:off x="13860" y="7920"/>
              <a:ext cx="446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辛亥革命虽然未能彻底解决中国社会问题，但开启了中国近代民主革命的先河，对中国历史产生了深远影响。</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9603" y="609603"/>
            <a:ext cx="111125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红色教育的现场感受</a:t>
            </a:r>
            <a:endParaRPr lang="zh-CN" altLang="en-US" sz="4400">
              <a:solidFill>
                <a:schemeClr val="tx1"/>
              </a:solidFill>
              <a:latin typeface="Microsoft YaHei UI" panose="020B0503020204020204" charset="-122"/>
              <a:ea typeface="Microsoft YaHei UI" panose="020B0503020204020204" charset="-122"/>
            </a:endParaRPr>
          </a:p>
        </p:txBody>
      </p:sp>
      <p:sp>
        <p:nvSpPr>
          <p:cNvPr id="3" name="任意多边形 2"/>
          <p:cNvSpPr/>
          <p:nvPr>
            <p:custDataLst>
              <p:tags r:id="rId2"/>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2" name="组合 21"/>
          <p:cNvGrpSpPr/>
          <p:nvPr/>
        </p:nvGrpSpPr>
        <p:grpSpPr>
          <a:xfrm>
            <a:off x="609600" y="1828800"/>
            <a:ext cx="10972801" cy="4419597"/>
            <a:chOff x="960" y="2880"/>
            <a:chExt cx="17280" cy="6960"/>
          </a:xfrm>
        </p:grpSpPr>
        <p:pic>
          <p:nvPicPr>
            <p:cNvPr id="4" name="图片 3" descr="C:/Users/Cao_Turkey_Su/AppData/Roaming/Kingsoft/office6/wppai/generateppt/e07db80e-db26-4a68-bd3d-c5dfcf105396.jpge07db80e-db26-4a68-bd3d-c5dfcf105396"/>
            <p:cNvPicPr preferRelativeResize="0">
              <a:picLocks noChangeAspect="1"/>
            </p:cNvPicPr>
            <p:nvPr>
              <p:custDataLst>
                <p:tags r:id="rId3"/>
              </p:custDataLst>
            </p:nvPr>
          </p:nvPicPr>
          <p:blipFill>
            <a:blip r:embed="rId4"/>
            <a:srcRect l="14" t="-15" r="15" b="15"/>
            <a:stretch>
              <a:fillRect/>
            </a:stretch>
          </p:blipFill>
          <p:spPr>
            <a:xfrm>
              <a:off x="960" y="2880"/>
              <a:ext cx="5440" cy="3359"/>
            </a:xfrm>
            <a:custGeom>
              <a:avLst/>
              <a:gdLst>
                <a:gd name="connisteX0" fmla="*/ 0 w 47977"/>
                <a:gd name="connsiteY0" fmla="*/ 304796 h 29633"/>
                <a:gd name="connisteX1" fmla="*/ 304796 w 47977"/>
                <a:gd name="connsiteY1" fmla="*/ 0 h 29633"/>
                <a:gd name="connisteX2" fmla="*/ 3454402 w 47977"/>
                <a:gd name="connsiteY2" fmla="*/ 0 h 29633"/>
                <a:gd name="connisteX3" fmla="*/ 3454402 w 47977"/>
                <a:gd name="connsiteY3" fmla="*/ 2133596 h 29633"/>
                <a:gd name="connisteX4" fmla="*/ 0 w 47977"/>
                <a:gd name="connsiteY4" fmla="*/ 2133596 h 29633"/>
                <a:gd name="connisteX5" fmla="*/ 0 w 47977"/>
                <a:gd name="connsiteY5" fmla="*/ 304796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133597">
                  <a:moveTo>
                    <a:pt x="0" y="304797"/>
                  </a:moveTo>
                  <a:cubicBezTo>
                    <a:pt x="0" y="136465"/>
                    <a:pt x="136465" y="0"/>
                    <a:pt x="304797" y="0"/>
                  </a:cubicBezTo>
                  <a:lnTo>
                    <a:pt x="3454402" y="0"/>
                  </a:lnTo>
                  <a:lnTo>
                    <a:pt x="3454402" y="2133597"/>
                  </a:lnTo>
                  <a:lnTo>
                    <a:pt x="0" y="2133597"/>
                  </a:lnTo>
                  <a:lnTo>
                    <a:pt x="0" y="304797"/>
                  </a:lnTo>
                  <a:close/>
                </a:path>
              </a:pathLst>
            </a:cu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7" name="任意多边形 6"/>
            <p:cNvSpPr/>
            <p:nvPr>
              <p:custDataLst>
                <p:tags r:id="rId6"/>
              </p:custDataLst>
            </p:nvPr>
          </p:nvSpPr>
          <p:spPr>
            <a:xfrm>
              <a:off x="960" y="6240"/>
              <a:ext cx="5440" cy="3600"/>
            </a:xfrm>
            <a:custGeom>
              <a:avLst/>
              <a:gdLst>
                <a:gd name="connisteX0" fmla="*/ 0 w 47977"/>
                <a:gd name="connsiteY0" fmla="*/ 0 h 31750"/>
                <a:gd name="connisteX1" fmla="*/ 3454402 w 47977"/>
                <a:gd name="connsiteY1" fmla="*/ 0 h 31750"/>
                <a:gd name="connisteX2" fmla="*/ 3454402 w 47977"/>
                <a:gd name="connsiteY2" fmla="*/ 1981203 h 31750"/>
                <a:gd name="connisteX3" fmla="*/ 3149595 w 47977"/>
                <a:gd name="connsiteY3" fmla="*/ 2286000 h 31750"/>
                <a:gd name="connisteX4" fmla="*/ 0 w 47977"/>
                <a:gd name="connsiteY4" fmla="*/ 2286000 h 31750"/>
                <a:gd name="connisteX5" fmla="*/ 0 w 47977"/>
                <a:gd name="connsiteY5" fmla="*/ 0 h 317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286000">
                  <a:moveTo>
                    <a:pt x="0" y="0"/>
                  </a:moveTo>
                  <a:lnTo>
                    <a:pt x="3454402" y="0"/>
                  </a:lnTo>
                  <a:lnTo>
                    <a:pt x="3454402" y="1981203"/>
                  </a:lnTo>
                  <a:cubicBezTo>
                    <a:pt x="3454402" y="2149535"/>
                    <a:pt x="3317937" y="2286000"/>
                    <a:pt x="3149596" y="2286000"/>
                  </a:cubicBezTo>
                  <a:lnTo>
                    <a:pt x="0" y="2286000"/>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descr="C:/Users/Cao_Turkey_Su/AppData/Roaming/Kingsoft/office6/wppai/generateppt/b86851f7-bb45-48ce-8f08-bbe96a824e08.jpgb86851f7-bb45-48ce-8f08-bbe96a824e08"/>
            <p:cNvPicPr preferRelativeResize="0">
              <a:picLocks noChangeAspect="1"/>
            </p:cNvPicPr>
            <p:nvPr>
              <p:custDataLst>
                <p:tags r:id="rId7"/>
              </p:custDataLst>
            </p:nvPr>
          </p:nvPicPr>
          <p:blipFill>
            <a:blip r:embed="rId8"/>
            <a:srcRect l="14" t="-15" r="15" b="15"/>
            <a:stretch>
              <a:fillRect/>
            </a:stretch>
          </p:blipFill>
          <p:spPr>
            <a:xfrm>
              <a:off x="6880" y="2880"/>
              <a:ext cx="5440" cy="3359"/>
            </a:xfrm>
            <a:custGeom>
              <a:avLst/>
              <a:gdLst>
                <a:gd name="connisteX0" fmla="*/ 0 w 47977"/>
                <a:gd name="connsiteY0" fmla="*/ 304796 h 29633"/>
                <a:gd name="connisteX1" fmla="*/ 304796 w 47977"/>
                <a:gd name="connsiteY1" fmla="*/ 0 h 29633"/>
                <a:gd name="connisteX2" fmla="*/ 3454402 w 47977"/>
                <a:gd name="connsiteY2" fmla="*/ 0 h 29633"/>
                <a:gd name="connisteX3" fmla="*/ 3454402 w 47977"/>
                <a:gd name="connsiteY3" fmla="*/ 2133596 h 29633"/>
                <a:gd name="connisteX4" fmla="*/ 0 w 47977"/>
                <a:gd name="connsiteY4" fmla="*/ 2133596 h 29633"/>
                <a:gd name="connisteX5" fmla="*/ 0 w 47977"/>
                <a:gd name="connsiteY5" fmla="*/ 304796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133597">
                  <a:moveTo>
                    <a:pt x="0" y="304797"/>
                  </a:moveTo>
                  <a:cubicBezTo>
                    <a:pt x="0" y="136465"/>
                    <a:pt x="136465" y="0"/>
                    <a:pt x="304797" y="0"/>
                  </a:cubicBezTo>
                  <a:lnTo>
                    <a:pt x="3454402" y="0"/>
                  </a:lnTo>
                  <a:lnTo>
                    <a:pt x="3454402" y="2133597"/>
                  </a:lnTo>
                  <a:lnTo>
                    <a:pt x="0" y="2133597"/>
                  </a:lnTo>
                  <a:lnTo>
                    <a:pt x="0" y="304797"/>
                  </a:lnTo>
                  <a:close/>
                </a:path>
              </a:pathLst>
            </a:cu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3" name="任意多边形 12"/>
            <p:cNvSpPr/>
            <p:nvPr>
              <p:custDataLst>
                <p:tags r:id="rId9"/>
              </p:custDataLst>
            </p:nvPr>
          </p:nvSpPr>
          <p:spPr>
            <a:xfrm>
              <a:off x="6880" y="6240"/>
              <a:ext cx="5440" cy="3600"/>
            </a:xfrm>
            <a:custGeom>
              <a:avLst/>
              <a:gdLst>
                <a:gd name="connisteX0" fmla="*/ 0 w 47977"/>
                <a:gd name="connsiteY0" fmla="*/ 0 h 31750"/>
                <a:gd name="connisteX1" fmla="*/ 3454402 w 47977"/>
                <a:gd name="connsiteY1" fmla="*/ 0 h 31750"/>
                <a:gd name="connisteX2" fmla="*/ 3454402 w 47977"/>
                <a:gd name="connsiteY2" fmla="*/ 1981203 h 31750"/>
                <a:gd name="connisteX3" fmla="*/ 3149595 w 47977"/>
                <a:gd name="connsiteY3" fmla="*/ 2286000 h 31750"/>
                <a:gd name="connisteX4" fmla="*/ 0 w 47977"/>
                <a:gd name="connsiteY4" fmla="*/ 2286000 h 31750"/>
                <a:gd name="connisteX5" fmla="*/ 0 w 47977"/>
                <a:gd name="connsiteY5" fmla="*/ 0 h 317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286000">
                  <a:moveTo>
                    <a:pt x="0" y="0"/>
                  </a:moveTo>
                  <a:lnTo>
                    <a:pt x="3454402" y="0"/>
                  </a:lnTo>
                  <a:lnTo>
                    <a:pt x="3454402" y="1981203"/>
                  </a:lnTo>
                  <a:cubicBezTo>
                    <a:pt x="3454402" y="2149535"/>
                    <a:pt x="3317937" y="2286000"/>
                    <a:pt x="3149596" y="2286000"/>
                  </a:cubicBezTo>
                  <a:lnTo>
                    <a:pt x="0" y="2286000"/>
                  </a:lnTo>
                  <a:lnTo>
                    <a:pt x="0" y="0"/>
                  </a:lnTo>
                  <a:close/>
                </a:path>
              </a:pathLst>
            </a:cu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10"/>
              </p:custDataLst>
            </p:nvPr>
          </p:nvSpPr>
          <p:spPr>
            <a:xfrm>
              <a:off x="1440" y="688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历史的沉重感</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11"/>
              </p:custDataLst>
            </p:nvPr>
          </p:nvSpPr>
          <p:spPr>
            <a:xfrm>
              <a:off x="1440" y="776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在辛亥革命博物馆中，通过实物和图片，能深切感受到历史的沉重和革命先烈的牺牲精神。</a:t>
              </a:r>
              <a:endParaRPr lang="zh-CN" altLang="en-US" sz="1600">
                <a:solidFill>
                  <a:schemeClr val="tx1"/>
                </a:solidFill>
                <a:latin typeface="Microsoft YaHei UI" panose="020B0503020204020204" charset="-122"/>
                <a:ea typeface="Microsoft YaHei UI" panose="020B0503020204020204" charset="-122"/>
              </a:endParaRPr>
            </a:p>
          </p:txBody>
        </p:sp>
        <p:pic>
          <p:nvPicPr>
            <p:cNvPr id="16" name="图片 15" descr="C:/Users/Cao_Turkey_Su/AppData/Roaming/Kingsoft/office6/wppai/generateppt/d2ffd192-ce32-4b3c-b096-5883dafd01a5.jpgd2ffd192-ce32-4b3c-b096-5883dafd01a5"/>
            <p:cNvPicPr preferRelativeResize="0">
              <a:picLocks noChangeAspect="1"/>
            </p:cNvPicPr>
            <p:nvPr>
              <p:custDataLst>
                <p:tags r:id="rId12"/>
              </p:custDataLst>
            </p:nvPr>
          </p:nvPicPr>
          <p:blipFill>
            <a:blip r:embed="rId13"/>
            <a:srcRect l="14" t="-15" r="15" b="15"/>
            <a:stretch>
              <a:fillRect/>
            </a:stretch>
          </p:blipFill>
          <p:spPr>
            <a:xfrm>
              <a:off x="12800" y="2880"/>
              <a:ext cx="5440" cy="3359"/>
            </a:xfrm>
            <a:custGeom>
              <a:avLst/>
              <a:gdLst>
                <a:gd name="connisteX0" fmla="*/ 0 w 47977"/>
                <a:gd name="connsiteY0" fmla="*/ 304796 h 29633"/>
                <a:gd name="connisteX1" fmla="*/ 304796 w 47977"/>
                <a:gd name="connsiteY1" fmla="*/ 0 h 29633"/>
                <a:gd name="connisteX2" fmla="*/ 3454402 w 47977"/>
                <a:gd name="connsiteY2" fmla="*/ 0 h 29633"/>
                <a:gd name="connisteX3" fmla="*/ 3454402 w 47977"/>
                <a:gd name="connsiteY3" fmla="*/ 2133596 h 29633"/>
                <a:gd name="connisteX4" fmla="*/ 0 w 47977"/>
                <a:gd name="connsiteY4" fmla="*/ 2133596 h 29633"/>
                <a:gd name="connisteX5" fmla="*/ 0 w 47977"/>
                <a:gd name="connsiteY5" fmla="*/ 304796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133597">
                  <a:moveTo>
                    <a:pt x="0" y="304797"/>
                  </a:moveTo>
                  <a:cubicBezTo>
                    <a:pt x="0" y="136465"/>
                    <a:pt x="136465" y="0"/>
                    <a:pt x="304797" y="0"/>
                  </a:cubicBezTo>
                  <a:lnTo>
                    <a:pt x="3454402" y="0"/>
                  </a:lnTo>
                  <a:lnTo>
                    <a:pt x="3454402" y="2133597"/>
                  </a:lnTo>
                  <a:lnTo>
                    <a:pt x="0" y="2133597"/>
                  </a:lnTo>
                  <a:lnTo>
                    <a:pt x="0" y="304797"/>
                  </a:lnTo>
                  <a:close/>
                </a:path>
              </a:pathLst>
            </a:cu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9" name="任意多边形 18"/>
            <p:cNvSpPr/>
            <p:nvPr>
              <p:custDataLst>
                <p:tags r:id="rId14"/>
              </p:custDataLst>
            </p:nvPr>
          </p:nvSpPr>
          <p:spPr>
            <a:xfrm>
              <a:off x="12800" y="6240"/>
              <a:ext cx="5440" cy="3600"/>
            </a:xfrm>
            <a:custGeom>
              <a:avLst/>
              <a:gdLst>
                <a:gd name="connisteX0" fmla="*/ 0 w 47977"/>
                <a:gd name="connsiteY0" fmla="*/ 0 h 31750"/>
                <a:gd name="connisteX1" fmla="*/ 3454402 w 47977"/>
                <a:gd name="connsiteY1" fmla="*/ 0 h 31750"/>
                <a:gd name="connisteX2" fmla="*/ 3454402 w 47977"/>
                <a:gd name="connsiteY2" fmla="*/ 1981203 h 31750"/>
                <a:gd name="connisteX3" fmla="*/ 3149595 w 47977"/>
                <a:gd name="connsiteY3" fmla="*/ 2286000 h 31750"/>
                <a:gd name="connisteX4" fmla="*/ 0 w 47977"/>
                <a:gd name="connsiteY4" fmla="*/ 2286000 h 31750"/>
                <a:gd name="connisteX5" fmla="*/ 0 w 47977"/>
                <a:gd name="connsiteY5" fmla="*/ 0 h 317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286000">
                  <a:moveTo>
                    <a:pt x="0" y="0"/>
                  </a:moveTo>
                  <a:lnTo>
                    <a:pt x="3454402" y="0"/>
                  </a:lnTo>
                  <a:lnTo>
                    <a:pt x="3454402" y="1981203"/>
                  </a:lnTo>
                  <a:cubicBezTo>
                    <a:pt x="3454402" y="2149535"/>
                    <a:pt x="3317937" y="2286000"/>
                    <a:pt x="3149596" y="2286000"/>
                  </a:cubicBezTo>
                  <a:lnTo>
                    <a:pt x="0" y="2286000"/>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5"/>
              </p:custDataLst>
            </p:nvPr>
          </p:nvSpPr>
          <p:spPr>
            <a:xfrm>
              <a:off x="7360" y="6880"/>
              <a:ext cx="460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革命精神的传承</a:t>
              </a:r>
              <a:endParaRPr lang="zh-CN" altLang="en-US" sz="2400">
                <a:solidFill>
                  <a:schemeClr val="bg1"/>
                </a:solidFill>
                <a:latin typeface="Microsoft YaHei UI" panose="020B0503020204020204" charset="-122"/>
                <a:ea typeface="Microsoft YaHei UI" panose="020B0503020204020204" charset="-122"/>
              </a:endParaRPr>
            </a:p>
          </p:txBody>
        </p:sp>
        <p:sp>
          <p:nvSpPr>
            <p:cNvPr id="15" name="文本框 14"/>
            <p:cNvSpPr txBox="1"/>
            <p:nvPr>
              <p:custDataLst>
                <p:tags r:id="rId16"/>
              </p:custDataLst>
            </p:nvPr>
          </p:nvSpPr>
          <p:spPr>
            <a:xfrm>
              <a:off x="7360" y="7760"/>
              <a:ext cx="456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参观过程中，革命先辈的英勇事迹和不屈不挠的斗争精神，激发了对红色文化的传承与学习。</a:t>
              </a:r>
              <a:endParaRPr lang="zh-CN" altLang="en-US" sz="1600">
                <a:solidFill>
                  <a:schemeClr val="bg1"/>
                </a:solidFill>
                <a:latin typeface="Microsoft YaHei UI" panose="020B0503020204020204" charset="-122"/>
                <a:ea typeface="Microsoft YaHei UI" panose="020B0503020204020204" charset="-122"/>
              </a:endParaRPr>
            </a:p>
          </p:txBody>
        </p:sp>
        <p:sp>
          <p:nvSpPr>
            <p:cNvPr id="20" name="文本框 19"/>
            <p:cNvSpPr txBox="1"/>
            <p:nvPr>
              <p:custDataLst>
                <p:tags r:id="rId17"/>
              </p:custDataLst>
            </p:nvPr>
          </p:nvSpPr>
          <p:spPr>
            <a:xfrm>
              <a:off x="13280" y="688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情感的共鸣</a:t>
              </a:r>
              <a:endParaRPr lang="zh-CN" altLang="en-US" sz="2400">
                <a:solidFill>
                  <a:schemeClr val="tx1"/>
                </a:solidFill>
                <a:latin typeface="Microsoft YaHei UI" panose="020B0503020204020204" charset="-122"/>
                <a:ea typeface="Microsoft YaHei UI" panose="020B0503020204020204" charset="-122"/>
              </a:endParaRPr>
            </a:p>
          </p:txBody>
        </p:sp>
        <p:sp>
          <p:nvSpPr>
            <p:cNvPr id="21" name="文本框 20"/>
            <p:cNvSpPr txBox="1"/>
            <p:nvPr>
              <p:custDataLst>
                <p:tags r:id="rId18"/>
              </p:custDataLst>
            </p:nvPr>
          </p:nvSpPr>
          <p:spPr>
            <a:xfrm>
              <a:off x="13280" y="776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面对历史文物和场景再现，参观者往往能产生强烈的情感共鸣，深刻理解到和平的来之不易。</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custDataLst>
              <p:tags r:id="rId1"/>
            </p:custDataLst>
          </p:nvPr>
        </p:nvSpPr>
        <p:spPr/>
        <p:txBody>
          <a:bodyPr/>
          <a:p>
            <a:r>
              <a:rPr lang="zh-CN" altLang="en-US"/>
              <a:t>第二章</a:t>
            </a:r>
            <a:endParaRPr lang="zh-CN" altLang="en-US"/>
          </a:p>
        </p:txBody>
      </p:sp>
      <p:sp>
        <p:nvSpPr>
          <p:cNvPr id="3" name="标题 2"/>
          <p:cNvSpPr>
            <a:spLocks noGrp="1"/>
          </p:cNvSpPr>
          <p:nvPr>
            <p:ph type="ctrTitle" idx="14"/>
            <p:custDataLst>
              <p:tags r:id="rId2"/>
            </p:custDataLst>
          </p:nvPr>
        </p:nvSpPr>
        <p:spPr/>
        <p:txBody>
          <a:bodyPr/>
          <a:p>
            <a:r>
              <a:rPr lang="zh-CN" altLang="en-US"/>
              <a:t>历史教育意义</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10362565"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辛亥革命的历史地位</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13" name="组合 12"/>
          <p:cNvGrpSpPr/>
          <p:nvPr/>
        </p:nvGrpSpPr>
        <p:grpSpPr>
          <a:xfrm>
            <a:off x="609600" y="1828800"/>
            <a:ext cx="9220200" cy="1117600"/>
            <a:chOff x="960" y="2880"/>
            <a:chExt cx="14520" cy="1760"/>
          </a:xfrm>
        </p:grpSpPr>
        <p:sp>
          <p:nvSpPr>
            <p:cNvPr id="4" name="任意多边形 3"/>
            <p:cNvSpPr/>
            <p:nvPr>
              <p:custDataLst>
                <p:tags r:id="rId4"/>
              </p:custDataLst>
            </p:nvPr>
          </p:nvSpPr>
          <p:spPr>
            <a:xfrm>
              <a:off x="960" y="2880"/>
              <a:ext cx="80" cy="1759"/>
            </a:xfrm>
            <a:custGeom>
              <a:avLst/>
              <a:gdLst>
                <a:gd name="connisteX0" fmla="*/ 0 w 705"/>
                <a:gd name="connsiteY0" fmla="*/ 25402 h 15522"/>
                <a:gd name="connisteX1" fmla="*/ 25402 w 705"/>
                <a:gd name="connsiteY1" fmla="*/ 0 h 15522"/>
                <a:gd name="connisteX2" fmla="*/ 25402 w 705"/>
                <a:gd name="connsiteY2" fmla="*/ 0 h 15522"/>
                <a:gd name="connisteX3" fmla="*/ 50804 w 705"/>
                <a:gd name="connsiteY3" fmla="*/ 25402 h 15522"/>
                <a:gd name="connisteX4" fmla="*/ 50804 w 705"/>
                <a:gd name="connsiteY4" fmla="*/ 1092195 h 15522"/>
                <a:gd name="connisteX5" fmla="*/ 25402 w 705"/>
                <a:gd name="connsiteY5" fmla="*/ 1117597 h 15522"/>
                <a:gd name="connisteX6" fmla="*/ 25402 w 705"/>
                <a:gd name="connsiteY6" fmla="*/ 1117597 h 15522"/>
                <a:gd name="connisteX7" fmla="*/ 0 w 705"/>
                <a:gd name="connsiteY7" fmla="*/ 1092195 h 15522"/>
                <a:gd name="connisteX8" fmla="*/ 0 w 705"/>
                <a:gd name="connsiteY8" fmla="*/ 25402 h 155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117598">
                  <a:moveTo>
                    <a:pt x="0" y="25402"/>
                  </a:moveTo>
                  <a:cubicBezTo>
                    <a:pt x="0" y="11375"/>
                    <a:pt x="11375" y="0"/>
                    <a:pt x="25402" y="0"/>
                  </a:cubicBezTo>
                  <a:lnTo>
                    <a:pt x="25402" y="0"/>
                  </a:lnTo>
                  <a:cubicBezTo>
                    <a:pt x="39429" y="0"/>
                    <a:pt x="50804" y="11375"/>
                    <a:pt x="50804" y="25402"/>
                  </a:cubicBezTo>
                  <a:lnTo>
                    <a:pt x="50804" y="1092196"/>
                  </a:lnTo>
                  <a:cubicBezTo>
                    <a:pt x="50804" y="1106232"/>
                    <a:pt x="39429" y="1117598"/>
                    <a:pt x="25402" y="1117598"/>
                  </a:cubicBezTo>
                  <a:lnTo>
                    <a:pt x="25402" y="1117598"/>
                  </a:lnTo>
                  <a:cubicBezTo>
                    <a:pt x="11375" y="1117598"/>
                    <a:pt x="0" y="1106232"/>
                    <a:pt x="0" y="1092196"/>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5"/>
              </p:custDataLst>
            </p:nvPr>
          </p:nvSpPr>
          <p:spPr>
            <a:xfrm>
              <a:off x="1200" y="2880"/>
              <a:ext cx="67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辛亥革命推翻封建帝制</a:t>
              </a:r>
              <a:endParaRPr lang="zh-CN" altLang="en-US" sz="2400">
                <a:solidFill>
                  <a:schemeClr val="tx1"/>
                </a:solidFill>
                <a:latin typeface="Microsoft YaHei UI" panose="020B0503020204020204" charset="-122"/>
                <a:ea typeface="Microsoft YaHei UI" panose="020B0503020204020204" charset="-122"/>
              </a:endParaRPr>
            </a:p>
          </p:txBody>
        </p:sp>
        <p:sp>
          <p:nvSpPr>
            <p:cNvPr id="6" name="文本框 5"/>
            <p:cNvSpPr txBox="1"/>
            <p:nvPr>
              <p:custDataLst>
                <p:tags r:id="rId6"/>
              </p:custDataLst>
            </p:nvPr>
          </p:nvSpPr>
          <p:spPr>
            <a:xfrm>
              <a:off x="1200" y="3680"/>
              <a:ext cx="6680" cy="96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辛亥革命结束了中国两千多年的封建君主制，为民主共和奠定了基础。</a:t>
              </a:r>
              <a:endParaRPr lang="zh-CN" altLang="en-US" sz="1600">
                <a:solidFill>
                  <a:schemeClr val="tx1"/>
                </a:solidFill>
                <a:latin typeface="Microsoft YaHei UI" panose="020B0503020204020204" charset="-122"/>
                <a:ea typeface="Microsoft YaHei UI" panose="020B0503020204020204" charset="-122"/>
              </a:endParaRPr>
            </a:p>
          </p:txBody>
        </p:sp>
        <p:sp>
          <p:nvSpPr>
            <p:cNvPr id="7" name="任意多边形 6"/>
            <p:cNvSpPr/>
            <p:nvPr>
              <p:custDataLst>
                <p:tags r:id="rId7"/>
              </p:custDataLst>
            </p:nvPr>
          </p:nvSpPr>
          <p:spPr>
            <a:xfrm>
              <a:off x="8520" y="2880"/>
              <a:ext cx="80" cy="1759"/>
            </a:xfrm>
            <a:custGeom>
              <a:avLst/>
              <a:gdLst>
                <a:gd name="connisteX0" fmla="*/ 0 w 705"/>
                <a:gd name="connsiteY0" fmla="*/ 25402 h 15522"/>
                <a:gd name="connisteX1" fmla="*/ 25402 w 705"/>
                <a:gd name="connsiteY1" fmla="*/ 0 h 15522"/>
                <a:gd name="connisteX2" fmla="*/ 25402 w 705"/>
                <a:gd name="connsiteY2" fmla="*/ 0 h 15522"/>
                <a:gd name="connisteX3" fmla="*/ 50804 w 705"/>
                <a:gd name="connsiteY3" fmla="*/ 25402 h 15522"/>
                <a:gd name="connisteX4" fmla="*/ 50804 w 705"/>
                <a:gd name="connsiteY4" fmla="*/ 1092195 h 15522"/>
                <a:gd name="connisteX5" fmla="*/ 25402 w 705"/>
                <a:gd name="connsiteY5" fmla="*/ 1117597 h 15522"/>
                <a:gd name="connisteX6" fmla="*/ 25402 w 705"/>
                <a:gd name="connsiteY6" fmla="*/ 1117597 h 15522"/>
                <a:gd name="connisteX7" fmla="*/ 0 w 705"/>
                <a:gd name="connsiteY7" fmla="*/ 1092195 h 15522"/>
                <a:gd name="connisteX8" fmla="*/ 0 w 705"/>
                <a:gd name="connsiteY8" fmla="*/ 25402 h 155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117598">
                  <a:moveTo>
                    <a:pt x="0" y="25402"/>
                  </a:moveTo>
                  <a:cubicBezTo>
                    <a:pt x="0" y="11375"/>
                    <a:pt x="11375" y="0"/>
                    <a:pt x="25402" y="0"/>
                  </a:cubicBezTo>
                  <a:lnTo>
                    <a:pt x="25402" y="0"/>
                  </a:lnTo>
                  <a:cubicBezTo>
                    <a:pt x="39429" y="0"/>
                    <a:pt x="50804" y="11375"/>
                    <a:pt x="50804" y="25402"/>
                  </a:cubicBezTo>
                  <a:lnTo>
                    <a:pt x="50804" y="1092196"/>
                  </a:lnTo>
                  <a:cubicBezTo>
                    <a:pt x="50804" y="1106232"/>
                    <a:pt x="39429" y="1117598"/>
                    <a:pt x="25402" y="1117598"/>
                  </a:cubicBezTo>
                  <a:lnTo>
                    <a:pt x="25402" y="1117598"/>
                  </a:lnTo>
                  <a:cubicBezTo>
                    <a:pt x="11375" y="1117598"/>
                    <a:pt x="0" y="1106232"/>
                    <a:pt x="0" y="1092196"/>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8"/>
              </p:custDataLst>
            </p:nvPr>
          </p:nvSpPr>
          <p:spPr>
            <a:xfrm>
              <a:off x="8760" y="2880"/>
              <a:ext cx="67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辛亥革命开启近代化进程</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9"/>
              </p:custDataLst>
            </p:nvPr>
          </p:nvSpPr>
          <p:spPr>
            <a:xfrm>
              <a:off x="8760" y="3680"/>
              <a:ext cx="6680" cy="96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辛亥革命推动了中国社会的现代化进程，促进了政治、经济、文化的变革。</a:t>
              </a:r>
              <a:endParaRPr lang="zh-CN" altLang="en-US" sz="1600">
                <a:solidFill>
                  <a:schemeClr val="tx1"/>
                </a:solidFill>
                <a:latin typeface="Microsoft YaHei UI" panose="020B0503020204020204" charset="-122"/>
                <a:ea typeface="Microsoft YaHei UI" panose="020B0503020204020204" charset="-122"/>
              </a:endParaRPr>
            </a:p>
          </p:txBody>
        </p:sp>
      </p:grpSp>
      <p:pic>
        <p:nvPicPr>
          <p:cNvPr id="10" name="图片 9" descr="C:/Users/Cao_Turkey_Su/AppData/Roaming/Kingsoft/office6/wppai/generateppt/ada5a8a7-6daf-4c87-ab5e-a76f897f6731.jpgada5a8a7-6daf-4c87-ab5e-a76f897f6731"/>
          <p:cNvPicPr preferRelativeResize="0">
            <a:picLocks noChangeAspect="1"/>
          </p:cNvPicPr>
          <p:nvPr>
            <p:custDataLst>
              <p:tags r:id="rId10"/>
            </p:custDataLst>
          </p:nvPr>
        </p:nvPicPr>
        <p:blipFill>
          <a:blip r:embed="rId11"/>
          <a:srcRect l="618" r="618"/>
          <a:stretch>
            <a:fillRect/>
          </a:stretch>
        </p:blipFill>
        <p:spPr>
          <a:xfrm>
            <a:off x="609603" y="3403598"/>
            <a:ext cx="10972800" cy="2844165"/>
          </a:xfrm>
          <a:prstGeom prst="rect">
            <a:avLst/>
          </a:prstGeom>
          <a:blipFill rotWithShape="1">
            <a:blip r:embed="rId12"/>
            <a:stretch>
              <a:fillRect/>
            </a:stretch>
          </a:blipFill>
          <a:ln w="0">
            <a:noFill/>
          </a:ln>
          <a:extLst>
            <a:ext uri="{91240B29-F687-4F45-9708-019B960494DF}">
              <a14:hiddenLine xmlns:a14="http://schemas.microsoft.com/office/drawing/2010/main" w="0">
                <a:pattFill prst="pct5">
                  <a:fgClr>
                    <a:prstClr val="black"/>
                  </a:fgClr>
                </a:pattFill>
              </a14:hiddenLine>
            </a:ext>
          </a:extLst>
        </p:spPr>
      </p:pic>
    </p:spTree>
    <p:custDataLst>
      <p:tags r:id="rId1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0" y="2540"/>
            <a:ext cx="12191365" cy="2585085"/>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11112502" cy="761997"/>
          </a:xfrm>
          <a:noFill/>
        </p:spPr>
        <p:txBody>
          <a:bodyPr lIns="0" tIns="0" rIns="0" bIns="0" anchor="t">
            <a:noAutofit/>
          </a:bodyPr>
          <a:p>
            <a:pPr algn="l">
              <a:lnSpc>
                <a:spcPct val="114000"/>
              </a:lnSpc>
            </a:pPr>
            <a:r>
              <a:rPr lang="zh-CN" altLang="en-US" sz="4400">
                <a:solidFill>
                  <a:schemeClr val="bg1"/>
                </a:solidFill>
                <a:latin typeface="Microsoft YaHei UI" panose="020B0503020204020204" charset="-122"/>
                <a:ea typeface="Microsoft YaHei UI" panose="020B0503020204020204" charset="-122"/>
              </a:rPr>
              <a:t>红色教育的当代价值</a:t>
            </a:r>
            <a:endParaRPr lang="zh-CN" altLang="en-US" sz="4400">
              <a:solidFill>
                <a:schemeClr val="bg1"/>
              </a:solidFill>
              <a:latin typeface="Microsoft YaHei UI" panose="020B0503020204020204" charset="-122"/>
              <a:ea typeface="Microsoft YaHei UI" panose="020B0503020204020204" charset="-122"/>
            </a:endParaRPr>
          </a:p>
        </p:txBody>
      </p:sp>
      <p:grpSp>
        <p:nvGrpSpPr>
          <p:cNvPr id="22" name="组合 21"/>
          <p:cNvGrpSpPr/>
          <p:nvPr/>
        </p:nvGrpSpPr>
        <p:grpSpPr>
          <a:xfrm>
            <a:off x="609603" y="1828800"/>
            <a:ext cx="10972798" cy="4418965"/>
            <a:chOff x="960" y="2880"/>
            <a:chExt cx="17280" cy="6959"/>
          </a:xfrm>
        </p:grpSpPr>
        <p:sp>
          <p:nvSpPr>
            <p:cNvPr id="4" name="任意多边形 3"/>
            <p:cNvSpPr/>
            <p:nvPr>
              <p:custDataLst>
                <p:tags r:id="rId4"/>
              </p:custDataLst>
            </p:nvPr>
          </p:nvSpPr>
          <p:spPr>
            <a:xfrm>
              <a:off x="960" y="2880"/>
              <a:ext cx="5440" cy="6959"/>
            </a:xfrm>
            <a:custGeom>
              <a:avLst/>
              <a:gdLst>
                <a:gd name="connisteX0" fmla="*/ 0 w 47977"/>
                <a:gd name="connsiteY0" fmla="*/ 304796 h 61383"/>
                <a:gd name="connisteX1" fmla="*/ 304796 w 47977"/>
                <a:gd name="connsiteY1" fmla="*/ 0 h 61383"/>
                <a:gd name="connisteX2" fmla="*/ 3454402 w 47977"/>
                <a:gd name="connsiteY2" fmla="*/ 0 h 61383"/>
                <a:gd name="connisteX3" fmla="*/ 3454402 w 47977"/>
                <a:gd name="connsiteY3" fmla="*/ 4114800 h 61383"/>
                <a:gd name="connisteX4" fmla="*/ 3149595 w 47977"/>
                <a:gd name="connsiteY4" fmla="*/ 4419596 h 61383"/>
                <a:gd name="connisteX5" fmla="*/ 0 w 47977"/>
                <a:gd name="connsiteY5" fmla="*/ 4419596 h 61383"/>
                <a:gd name="connisteX6" fmla="*/ 0 w 47977"/>
                <a:gd name="connsiteY6" fmla="*/ 304796 h 6138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2" h="4419597">
                  <a:moveTo>
                    <a:pt x="0" y="304797"/>
                  </a:moveTo>
                  <a:cubicBezTo>
                    <a:pt x="0" y="136465"/>
                    <a:pt x="136465" y="0"/>
                    <a:pt x="304797" y="0"/>
                  </a:cubicBezTo>
                  <a:lnTo>
                    <a:pt x="3454402" y="0"/>
                  </a:lnTo>
                  <a:lnTo>
                    <a:pt x="3454402" y="4114800"/>
                  </a:lnTo>
                  <a:cubicBezTo>
                    <a:pt x="3454402" y="4283141"/>
                    <a:pt x="3317937" y="4419597"/>
                    <a:pt x="3149596" y="4419597"/>
                  </a:cubicBezTo>
                  <a:lnTo>
                    <a:pt x="0" y="4419597"/>
                  </a:lnTo>
                  <a:lnTo>
                    <a:pt x="0" y="304797"/>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C:/Users/Cao_Turkey_Su/AppData/Roaming/Kingsoft/office6/wppai/generateppt/e255d4c7-6b25-4821-97d4-04e96f96923c.jpge255d4c7-6b25-4821-97d4-04e96f96923c"/>
            <p:cNvPicPr preferRelativeResize="0">
              <a:picLocks noChangeAspect="1"/>
            </p:cNvPicPr>
            <p:nvPr>
              <p:custDataLst>
                <p:tags r:id="rId5"/>
              </p:custDataLst>
            </p:nvPr>
          </p:nvPicPr>
          <p:blipFill>
            <a:blip r:embed="rId6"/>
            <a:srcRect t="401" b="401"/>
            <a:stretch>
              <a:fillRect/>
            </a:stretch>
          </p:blipFill>
          <p:spPr>
            <a:xfrm>
              <a:off x="1440" y="3360"/>
              <a:ext cx="4479" cy="3199"/>
            </a:xfrm>
            <a:custGeom>
              <a:avLst/>
              <a:gdLst>
                <a:gd name="connisteX0" fmla="*/ 0 w 39511"/>
                <a:gd name="connsiteY0" fmla="*/ 203197 h 28222"/>
                <a:gd name="connisteX1" fmla="*/ 203197 w 39511"/>
                <a:gd name="connsiteY1" fmla="*/ 0 h 28222"/>
                <a:gd name="connisteX2" fmla="*/ 2844798 w 39511"/>
                <a:gd name="connsiteY2" fmla="*/ 0 h 28222"/>
                <a:gd name="connisteX3" fmla="*/ 2844798 w 39511"/>
                <a:gd name="connsiteY3" fmla="*/ 2031997 h 28222"/>
                <a:gd name="connisteX4" fmla="*/ 0 w 39511"/>
                <a:gd name="connsiteY4" fmla="*/ 2031997 h 28222"/>
                <a:gd name="connisteX5" fmla="*/ 0 w 39511"/>
                <a:gd name="connsiteY5" fmla="*/ 203197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844799" h="2031998">
                  <a:moveTo>
                    <a:pt x="0" y="203198"/>
                  </a:moveTo>
                  <a:cubicBezTo>
                    <a:pt x="0" y="90974"/>
                    <a:pt x="90974" y="0"/>
                    <a:pt x="203198" y="0"/>
                  </a:cubicBezTo>
                  <a:lnTo>
                    <a:pt x="2844799" y="0"/>
                  </a:lnTo>
                  <a:lnTo>
                    <a:pt x="2844799" y="2031998"/>
                  </a:lnTo>
                  <a:lnTo>
                    <a:pt x="0" y="2031998"/>
                  </a:lnTo>
                  <a:lnTo>
                    <a:pt x="0" y="203198"/>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0" name="任意多边形 9"/>
            <p:cNvSpPr/>
            <p:nvPr>
              <p:custDataLst>
                <p:tags r:id="rId8"/>
              </p:custDataLst>
            </p:nvPr>
          </p:nvSpPr>
          <p:spPr>
            <a:xfrm>
              <a:off x="6880" y="2880"/>
              <a:ext cx="5440" cy="6959"/>
            </a:xfrm>
            <a:custGeom>
              <a:avLst/>
              <a:gdLst>
                <a:gd name="connisteX0" fmla="*/ 0 w 47977"/>
                <a:gd name="connsiteY0" fmla="*/ 304796 h 61383"/>
                <a:gd name="connisteX1" fmla="*/ 304796 w 47977"/>
                <a:gd name="connsiteY1" fmla="*/ 0 h 61383"/>
                <a:gd name="connisteX2" fmla="*/ 3454402 w 47977"/>
                <a:gd name="connsiteY2" fmla="*/ 0 h 61383"/>
                <a:gd name="connisteX3" fmla="*/ 3454402 w 47977"/>
                <a:gd name="connsiteY3" fmla="*/ 4114800 h 61383"/>
                <a:gd name="connisteX4" fmla="*/ 3149595 w 47977"/>
                <a:gd name="connsiteY4" fmla="*/ 4419596 h 61383"/>
                <a:gd name="connisteX5" fmla="*/ 0 w 47977"/>
                <a:gd name="connsiteY5" fmla="*/ 4419596 h 61383"/>
                <a:gd name="connisteX6" fmla="*/ 0 w 47977"/>
                <a:gd name="connsiteY6" fmla="*/ 304796 h 6138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2" h="4419597">
                  <a:moveTo>
                    <a:pt x="0" y="304797"/>
                  </a:moveTo>
                  <a:cubicBezTo>
                    <a:pt x="0" y="136465"/>
                    <a:pt x="136465" y="0"/>
                    <a:pt x="304797" y="0"/>
                  </a:cubicBezTo>
                  <a:lnTo>
                    <a:pt x="3454402" y="0"/>
                  </a:lnTo>
                  <a:lnTo>
                    <a:pt x="3454402" y="4114800"/>
                  </a:lnTo>
                  <a:cubicBezTo>
                    <a:pt x="3454402" y="4283141"/>
                    <a:pt x="3317937" y="4419597"/>
                    <a:pt x="3149596" y="4419597"/>
                  </a:cubicBezTo>
                  <a:lnTo>
                    <a:pt x="0" y="4419597"/>
                  </a:lnTo>
                  <a:lnTo>
                    <a:pt x="0" y="304797"/>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C:/Users/Cao_Turkey_Su/AppData/Roaming/Kingsoft/office6/wppai/generateppt/b0a17537-521e-4d6c-97bb-e8203088f16b.jpgb0a17537-521e-4d6c-97bb-e8203088f16b"/>
            <p:cNvPicPr preferRelativeResize="0">
              <a:picLocks noChangeAspect="1"/>
            </p:cNvPicPr>
            <p:nvPr>
              <p:custDataLst>
                <p:tags r:id="rId9"/>
              </p:custDataLst>
            </p:nvPr>
          </p:nvPicPr>
          <p:blipFill>
            <a:blip r:embed="rId10"/>
            <a:srcRect t="401" b="401"/>
            <a:stretch>
              <a:fillRect/>
            </a:stretch>
          </p:blipFill>
          <p:spPr>
            <a:xfrm>
              <a:off x="7360" y="3360"/>
              <a:ext cx="4479" cy="3199"/>
            </a:xfrm>
            <a:custGeom>
              <a:avLst/>
              <a:gdLst>
                <a:gd name="connisteX0" fmla="*/ 0 w 39511"/>
                <a:gd name="connsiteY0" fmla="*/ 203197 h 28222"/>
                <a:gd name="connisteX1" fmla="*/ 203197 w 39511"/>
                <a:gd name="connsiteY1" fmla="*/ 0 h 28222"/>
                <a:gd name="connisteX2" fmla="*/ 2844798 w 39511"/>
                <a:gd name="connsiteY2" fmla="*/ 0 h 28222"/>
                <a:gd name="connisteX3" fmla="*/ 2844798 w 39511"/>
                <a:gd name="connsiteY3" fmla="*/ 2031997 h 28222"/>
                <a:gd name="connisteX4" fmla="*/ 0 w 39511"/>
                <a:gd name="connsiteY4" fmla="*/ 2031997 h 28222"/>
                <a:gd name="connisteX5" fmla="*/ 0 w 39511"/>
                <a:gd name="connsiteY5" fmla="*/ 203197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844799" h="2031998">
                  <a:moveTo>
                    <a:pt x="0" y="203198"/>
                  </a:moveTo>
                  <a:cubicBezTo>
                    <a:pt x="0" y="90974"/>
                    <a:pt x="90974" y="0"/>
                    <a:pt x="203198" y="0"/>
                  </a:cubicBezTo>
                  <a:lnTo>
                    <a:pt x="2844799" y="0"/>
                  </a:lnTo>
                  <a:lnTo>
                    <a:pt x="2844799" y="2031998"/>
                  </a:lnTo>
                  <a:lnTo>
                    <a:pt x="0" y="2031998"/>
                  </a:lnTo>
                  <a:lnTo>
                    <a:pt x="0" y="203198"/>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8" name="文本框 7"/>
            <p:cNvSpPr txBox="1"/>
            <p:nvPr>
              <p:custDataLst>
                <p:tags r:id="rId11"/>
              </p:custDataLst>
            </p:nvPr>
          </p:nvSpPr>
          <p:spPr>
            <a:xfrm>
              <a:off x="144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弘扬爱国主义精神</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12"/>
              </p:custDataLst>
            </p:nvPr>
          </p:nvSpPr>
          <p:spPr>
            <a:xfrm>
              <a:off x="144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参观辛亥革命博物馆，了解革命先烈的英勇事迹，激发当代青年的爱国情感和责任感。</a:t>
              </a:r>
              <a:endParaRPr lang="zh-CN" altLang="en-US" sz="1600">
                <a:solidFill>
                  <a:schemeClr val="tx1"/>
                </a:solidFill>
                <a:latin typeface="Microsoft YaHei UI" panose="020B0503020204020204" charset="-122"/>
                <a:ea typeface="Microsoft YaHei UI" panose="020B0503020204020204" charset="-122"/>
              </a:endParaRPr>
            </a:p>
          </p:txBody>
        </p:sp>
        <p:sp>
          <p:nvSpPr>
            <p:cNvPr id="16" name="任意多边形 15"/>
            <p:cNvSpPr/>
            <p:nvPr>
              <p:custDataLst>
                <p:tags r:id="rId13"/>
              </p:custDataLst>
            </p:nvPr>
          </p:nvSpPr>
          <p:spPr>
            <a:xfrm>
              <a:off x="12800" y="2880"/>
              <a:ext cx="5440" cy="6959"/>
            </a:xfrm>
            <a:custGeom>
              <a:avLst/>
              <a:gdLst>
                <a:gd name="connisteX0" fmla="*/ 0 w 47977"/>
                <a:gd name="connsiteY0" fmla="*/ 304796 h 61383"/>
                <a:gd name="connisteX1" fmla="*/ 304796 w 47977"/>
                <a:gd name="connsiteY1" fmla="*/ 0 h 61383"/>
                <a:gd name="connisteX2" fmla="*/ 3454402 w 47977"/>
                <a:gd name="connsiteY2" fmla="*/ 0 h 61383"/>
                <a:gd name="connisteX3" fmla="*/ 3454402 w 47977"/>
                <a:gd name="connsiteY3" fmla="*/ 4114800 h 61383"/>
                <a:gd name="connisteX4" fmla="*/ 3149595 w 47977"/>
                <a:gd name="connsiteY4" fmla="*/ 4419596 h 61383"/>
                <a:gd name="connisteX5" fmla="*/ 0 w 47977"/>
                <a:gd name="connsiteY5" fmla="*/ 4419596 h 61383"/>
                <a:gd name="connisteX6" fmla="*/ 0 w 47977"/>
                <a:gd name="connsiteY6" fmla="*/ 304796 h 6138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2" h="4419597">
                  <a:moveTo>
                    <a:pt x="0" y="304797"/>
                  </a:moveTo>
                  <a:cubicBezTo>
                    <a:pt x="0" y="136465"/>
                    <a:pt x="136465" y="0"/>
                    <a:pt x="304797" y="0"/>
                  </a:cubicBezTo>
                  <a:lnTo>
                    <a:pt x="3454402" y="0"/>
                  </a:lnTo>
                  <a:lnTo>
                    <a:pt x="3454402" y="4114800"/>
                  </a:lnTo>
                  <a:cubicBezTo>
                    <a:pt x="3454402" y="4283141"/>
                    <a:pt x="3317937" y="4419597"/>
                    <a:pt x="3149596" y="4419597"/>
                  </a:cubicBezTo>
                  <a:lnTo>
                    <a:pt x="0" y="4419597"/>
                  </a:lnTo>
                  <a:lnTo>
                    <a:pt x="0" y="304797"/>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descr="C:/Users/Cao_Turkey_Su/AppData/Roaming/Kingsoft/office6/wppai/generateppt/716486f6-e0b5-4635-a436-865a4b311884.jpg716486f6-e0b5-4635-a436-865a4b311884"/>
            <p:cNvPicPr preferRelativeResize="0">
              <a:picLocks noChangeAspect="1"/>
            </p:cNvPicPr>
            <p:nvPr>
              <p:custDataLst>
                <p:tags r:id="rId14"/>
              </p:custDataLst>
            </p:nvPr>
          </p:nvPicPr>
          <p:blipFill>
            <a:blip r:embed="rId15"/>
            <a:srcRect t="401" b="401"/>
            <a:stretch>
              <a:fillRect/>
            </a:stretch>
          </p:blipFill>
          <p:spPr>
            <a:xfrm>
              <a:off x="13280" y="3360"/>
              <a:ext cx="4479" cy="3199"/>
            </a:xfrm>
            <a:custGeom>
              <a:avLst/>
              <a:gdLst>
                <a:gd name="connisteX0" fmla="*/ 0 w 39511"/>
                <a:gd name="connsiteY0" fmla="*/ 203197 h 28222"/>
                <a:gd name="connisteX1" fmla="*/ 203197 w 39511"/>
                <a:gd name="connsiteY1" fmla="*/ 0 h 28222"/>
                <a:gd name="connisteX2" fmla="*/ 2844798 w 39511"/>
                <a:gd name="connsiteY2" fmla="*/ 0 h 28222"/>
                <a:gd name="connisteX3" fmla="*/ 2844798 w 39511"/>
                <a:gd name="connsiteY3" fmla="*/ 2031997 h 28222"/>
                <a:gd name="connisteX4" fmla="*/ 0 w 39511"/>
                <a:gd name="connsiteY4" fmla="*/ 2031997 h 28222"/>
                <a:gd name="connisteX5" fmla="*/ 0 w 39511"/>
                <a:gd name="connsiteY5" fmla="*/ 203197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844799" h="2031998">
                  <a:moveTo>
                    <a:pt x="0" y="203198"/>
                  </a:moveTo>
                  <a:cubicBezTo>
                    <a:pt x="0" y="90974"/>
                    <a:pt x="90974" y="0"/>
                    <a:pt x="203198" y="0"/>
                  </a:cubicBezTo>
                  <a:lnTo>
                    <a:pt x="2844799" y="0"/>
                  </a:lnTo>
                  <a:lnTo>
                    <a:pt x="2844799" y="2031998"/>
                  </a:lnTo>
                  <a:lnTo>
                    <a:pt x="0" y="2031998"/>
                  </a:lnTo>
                  <a:lnTo>
                    <a:pt x="0" y="203198"/>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4" name="文本框 13"/>
            <p:cNvSpPr txBox="1"/>
            <p:nvPr>
              <p:custDataLst>
                <p:tags r:id="rId16"/>
              </p:custDataLst>
            </p:nvPr>
          </p:nvSpPr>
          <p:spPr>
            <a:xfrm>
              <a:off x="736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传承革命文化</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7"/>
              </p:custDataLst>
            </p:nvPr>
          </p:nvSpPr>
          <p:spPr>
            <a:xfrm>
              <a:off x="736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通过红色教育，让现代人更好地理解并传承辛亥革命等历史事件中的革命文化与精神。</a:t>
              </a:r>
              <a:endParaRPr lang="zh-CN" altLang="en-US" sz="1600">
                <a:solidFill>
                  <a:schemeClr val="tx1"/>
                </a:solidFill>
                <a:latin typeface="Microsoft YaHei UI" panose="020B0503020204020204" charset="-122"/>
                <a:ea typeface="Microsoft YaHei UI" panose="020B0503020204020204" charset="-122"/>
              </a:endParaRPr>
            </a:p>
          </p:txBody>
        </p:sp>
        <p:sp>
          <p:nvSpPr>
            <p:cNvPr id="20" name="文本框 19"/>
            <p:cNvSpPr txBox="1"/>
            <p:nvPr>
              <p:custDataLst>
                <p:tags r:id="rId18"/>
              </p:custDataLst>
            </p:nvPr>
          </p:nvSpPr>
          <p:spPr>
            <a:xfrm>
              <a:off x="1328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增强历史使命感</a:t>
              </a:r>
              <a:endParaRPr lang="zh-CN" altLang="en-US" sz="2400">
                <a:solidFill>
                  <a:schemeClr val="tx1"/>
                </a:solidFill>
                <a:latin typeface="Microsoft YaHei UI" panose="020B0503020204020204" charset="-122"/>
                <a:ea typeface="Microsoft YaHei UI" panose="020B0503020204020204" charset="-122"/>
              </a:endParaRPr>
            </a:p>
          </p:txBody>
        </p:sp>
        <p:sp>
          <p:nvSpPr>
            <p:cNvPr id="21" name="文本框 20"/>
            <p:cNvSpPr txBox="1"/>
            <p:nvPr>
              <p:custDataLst>
                <p:tags r:id="rId19"/>
              </p:custDataLst>
            </p:nvPr>
          </p:nvSpPr>
          <p:spPr>
            <a:xfrm>
              <a:off x="1328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红色教育让参观者深刻认识到历史的连续性，增强对国家未来发展的历史使命感。</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0"/>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10362565"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增强民族认同感</a:t>
            </a:r>
            <a:endParaRPr lang="zh-CN" altLang="en-US" sz="4400">
              <a:solidFill>
                <a:schemeClr val="tx1"/>
              </a:solidFill>
              <a:latin typeface="Microsoft YaHei UI" panose="020B0503020204020204" charset="-122"/>
              <a:ea typeface="Microsoft YaHei UI" panose="020B0503020204020204" charset="-122"/>
            </a:endParaRPr>
          </a:p>
        </p:txBody>
      </p:sp>
      <p:sp>
        <p:nvSpPr>
          <p:cNvPr id="4" name="任意多边形 3"/>
          <p:cNvSpPr/>
          <p:nvPr>
            <p:custDataLst>
              <p:tags r:id="rId4"/>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C:/Users/Cao_Turkey_Su/AppData/Roaming/Kingsoft/office6/wppai/generateppt/c2421752-63ff-4192-90aa-a7c6dfdca968.jpgc2421752-63ff-4192-90aa-a7c6dfdca968"/>
          <p:cNvPicPr preferRelativeResize="0">
            <a:picLocks noChangeAspect="1"/>
          </p:cNvPicPr>
          <p:nvPr>
            <p:custDataLst>
              <p:tags r:id="rId5"/>
            </p:custDataLst>
          </p:nvPr>
        </p:nvPicPr>
        <p:blipFill>
          <a:blip r:embed="rId6"/>
          <a:srcRect t="13" b="13"/>
          <a:stretch>
            <a:fillRect/>
          </a:stretch>
        </p:blipFill>
        <p:spPr>
          <a:xfrm>
            <a:off x="609602" y="1828800"/>
            <a:ext cx="6933565" cy="4418965"/>
          </a:xfrm>
          <a:prstGeom prst="rect">
            <a:avLst/>
          </a:pr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8" name="矩形 7"/>
          <p:cNvSpPr/>
          <p:nvPr>
            <p:custDataLst>
              <p:tags r:id="rId8"/>
            </p:custDataLst>
          </p:nvPr>
        </p:nvSpPr>
        <p:spPr>
          <a:xfrm>
            <a:off x="7543800" y="1828800"/>
            <a:ext cx="4038600" cy="4418965"/>
          </a:xfrm>
          <a:prstGeom prst="rect">
            <a:avLst/>
          </a:pr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3" name="组合 12"/>
          <p:cNvGrpSpPr/>
          <p:nvPr/>
        </p:nvGrpSpPr>
        <p:grpSpPr>
          <a:xfrm>
            <a:off x="8001000" y="2336800"/>
            <a:ext cx="3200400" cy="3403600"/>
            <a:chOff x="12600" y="3680"/>
            <a:chExt cx="5040" cy="5360"/>
          </a:xfrm>
        </p:grpSpPr>
        <p:sp>
          <p:nvSpPr>
            <p:cNvPr id="9" name="文本框 8"/>
            <p:cNvSpPr txBox="1"/>
            <p:nvPr>
              <p:custDataLst>
                <p:tags r:id="rId9"/>
              </p:custDataLst>
            </p:nvPr>
          </p:nvSpPr>
          <p:spPr>
            <a:xfrm>
              <a:off x="12600" y="3680"/>
              <a:ext cx="504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辛亥革命的历史意义</a:t>
              </a:r>
              <a:endParaRPr lang="zh-CN" altLang="en-US" sz="2400">
                <a:solidFill>
                  <a:schemeClr val="bg1"/>
                </a:solidFill>
                <a:latin typeface="Microsoft YaHei UI" panose="020B0503020204020204" charset="-122"/>
                <a:ea typeface="Microsoft YaHei UI" panose="020B0503020204020204" charset="-122"/>
              </a:endParaRPr>
            </a:p>
          </p:txBody>
        </p:sp>
        <p:sp>
          <p:nvSpPr>
            <p:cNvPr id="10" name="文本框 9"/>
            <p:cNvSpPr txBox="1"/>
            <p:nvPr>
              <p:custDataLst>
                <p:tags r:id="rId10"/>
              </p:custDataLst>
            </p:nvPr>
          </p:nvSpPr>
          <p:spPr>
            <a:xfrm>
              <a:off x="12600" y="4560"/>
              <a:ext cx="500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辛亥革命推翻了封建帝制，开启了中国近代民主革命的先河，增强了国民对民族历史的自豪感。</a:t>
              </a:r>
              <a:endParaRPr lang="zh-CN" altLang="en-US" sz="1600">
                <a:solidFill>
                  <a:schemeClr val="bg1"/>
                </a:solidFill>
                <a:latin typeface="Microsoft YaHei UI" panose="020B0503020204020204" charset="-122"/>
                <a:ea typeface="Microsoft YaHei UI" panose="020B0503020204020204" charset="-122"/>
              </a:endParaRPr>
            </a:p>
          </p:txBody>
        </p:sp>
        <p:sp>
          <p:nvSpPr>
            <p:cNvPr id="11" name="文本框 10"/>
            <p:cNvSpPr txBox="1"/>
            <p:nvPr>
              <p:custDataLst>
                <p:tags r:id="rId11"/>
              </p:custDataLst>
            </p:nvPr>
          </p:nvSpPr>
          <p:spPr>
            <a:xfrm>
              <a:off x="12600" y="6720"/>
              <a:ext cx="504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博物馆的教育功能</a:t>
              </a:r>
              <a:endParaRPr lang="zh-CN" altLang="en-US" sz="2400">
                <a:solidFill>
                  <a:schemeClr val="bg1"/>
                </a:solidFill>
                <a:latin typeface="Microsoft YaHei UI" panose="020B0503020204020204" charset="-122"/>
                <a:ea typeface="Microsoft YaHei UI" panose="020B0503020204020204" charset="-122"/>
              </a:endParaRPr>
            </a:p>
          </p:txBody>
        </p:sp>
        <p:sp>
          <p:nvSpPr>
            <p:cNvPr id="12" name="文本框 11"/>
            <p:cNvSpPr txBox="1"/>
            <p:nvPr>
              <p:custDataLst>
                <p:tags r:id="rId12"/>
              </p:custDataLst>
            </p:nvPr>
          </p:nvSpPr>
          <p:spPr>
            <a:xfrm>
              <a:off x="12600" y="7600"/>
              <a:ext cx="500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武汉辛亥革命博物馆通过展示历史文物和资料，让参观者深入了解历史，从而加深对民族文化的认同。</a:t>
              </a:r>
              <a:endParaRPr lang="zh-CN" altLang="en-US" sz="1600">
                <a:solidFill>
                  <a:schemeClr val="bg1"/>
                </a:solidFill>
                <a:latin typeface="Microsoft YaHei UI" panose="020B0503020204020204" charset="-122"/>
                <a:ea typeface="Microsoft YaHei UI" panose="020B0503020204020204" charset="-122"/>
              </a:endParaRPr>
            </a:p>
          </p:txBody>
        </p:sp>
      </p:grpSp>
    </p:spTree>
    <p:custDataLst>
      <p:tags r:id="rId1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39752" y="609603"/>
            <a:ext cx="11112502" cy="761997"/>
          </a:xfrm>
          <a:noFill/>
        </p:spPr>
        <p:txBody>
          <a:bodyPr lIns="0" tIns="0" rIns="0" bIns="0" anchor="t">
            <a:noAutofit/>
          </a:bodyPr>
          <a:p>
            <a:pPr algn="ctr">
              <a:lnSpc>
                <a:spcPct val="114000"/>
              </a:lnSpc>
            </a:pPr>
            <a:r>
              <a:rPr lang="zh-CN" altLang="en-US" sz="4400">
                <a:solidFill>
                  <a:schemeClr val="tx1"/>
                </a:solidFill>
                <a:latin typeface="Microsoft YaHei UI" panose="020B0503020204020204" charset="-122"/>
                <a:ea typeface="Microsoft YaHei UI" panose="020B0503020204020204" charset="-122"/>
              </a:rPr>
              <a:t>历史与现实的对话</a:t>
            </a:r>
            <a:endParaRPr lang="zh-CN" altLang="en-US" sz="4400">
              <a:solidFill>
                <a:schemeClr val="tx1"/>
              </a:solidFill>
              <a:latin typeface="Microsoft YaHei UI" panose="020B0503020204020204" charset="-122"/>
              <a:ea typeface="Microsoft YaHei UI" panose="020B0503020204020204" charset="-122"/>
            </a:endParaRPr>
          </a:p>
        </p:txBody>
      </p:sp>
      <p:sp>
        <p:nvSpPr>
          <p:cNvPr id="3" name="任意多边形 2"/>
          <p:cNvSpPr/>
          <p:nvPr>
            <p:custDataLst>
              <p:tags r:id="rId2"/>
            </p:custDataLst>
          </p:nvPr>
        </p:nvSpPr>
        <p:spPr>
          <a:xfrm>
            <a:off x="609603" y="1828800"/>
            <a:ext cx="7390765" cy="4418965"/>
          </a:xfrm>
          <a:custGeom>
            <a:avLst/>
            <a:gdLst>
              <a:gd name="connisteX0" fmla="*/ 0 w 102658"/>
              <a:gd name="connsiteY0" fmla="*/ 304796 h 61383"/>
              <a:gd name="connisteX1" fmla="*/ 304796 w 102658"/>
              <a:gd name="connsiteY1" fmla="*/ 0 h 61383"/>
              <a:gd name="connisteX2" fmla="*/ 7391396 w 102658"/>
              <a:gd name="connsiteY2" fmla="*/ 0 h 61383"/>
              <a:gd name="connisteX3" fmla="*/ 7391396 w 102658"/>
              <a:gd name="connsiteY3" fmla="*/ 4419596 h 61383"/>
              <a:gd name="connisteX4" fmla="*/ 0 w 102658"/>
              <a:gd name="connsiteY4" fmla="*/ 4419596 h 61383"/>
              <a:gd name="connisteX5" fmla="*/ 0 w 102658"/>
              <a:gd name="connsiteY5" fmla="*/ 304796 h 6138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7391397" h="4419597">
                <a:moveTo>
                  <a:pt x="0" y="304797"/>
                </a:moveTo>
                <a:cubicBezTo>
                  <a:pt x="0" y="136465"/>
                  <a:pt x="136465" y="0"/>
                  <a:pt x="304797" y="0"/>
                </a:cubicBezTo>
                <a:lnTo>
                  <a:pt x="7391397" y="0"/>
                </a:lnTo>
                <a:lnTo>
                  <a:pt x="7391397" y="4419597"/>
                </a:lnTo>
                <a:lnTo>
                  <a:pt x="0" y="4419597"/>
                </a:lnTo>
                <a:lnTo>
                  <a:pt x="0" y="304797"/>
                </a:lnTo>
                <a:close/>
              </a:path>
            </a:pathLst>
          </a:cu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5" name="组合 14"/>
          <p:cNvGrpSpPr/>
          <p:nvPr/>
        </p:nvGrpSpPr>
        <p:grpSpPr>
          <a:xfrm>
            <a:off x="1066800" y="2362200"/>
            <a:ext cx="6553200" cy="3352800"/>
            <a:chOff x="1680" y="3720"/>
            <a:chExt cx="10320" cy="5280"/>
          </a:xfrm>
        </p:grpSpPr>
        <p:sp>
          <p:nvSpPr>
            <p:cNvPr id="4" name="文本框 3"/>
            <p:cNvSpPr txBox="1"/>
            <p:nvPr>
              <p:custDataLst>
                <p:tags r:id="rId3"/>
              </p:custDataLst>
            </p:nvPr>
          </p:nvSpPr>
          <p:spPr>
            <a:xfrm>
              <a:off x="1680" y="3720"/>
              <a:ext cx="486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辛亥革命的启示</a:t>
              </a:r>
              <a:endParaRPr lang="zh-CN" altLang="en-US" sz="2400">
                <a:solidFill>
                  <a:schemeClr val="bg1"/>
                </a:solidFill>
                <a:latin typeface="Microsoft YaHei UI" panose="020B0503020204020204" charset="-122"/>
                <a:ea typeface="Microsoft YaHei UI" panose="020B0503020204020204" charset="-122"/>
              </a:endParaRPr>
            </a:p>
          </p:txBody>
        </p:sp>
        <p:sp>
          <p:nvSpPr>
            <p:cNvPr id="5" name="文本框 4"/>
            <p:cNvSpPr txBox="1"/>
            <p:nvPr>
              <p:custDataLst>
                <p:tags r:id="rId4"/>
              </p:custDataLst>
            </p:nvPr>
          </p:nvSpPr>
          <p:spPr>
            <a:xfrm>
              <a:off x="1680" y="4600"/>
              <a:ext cx="482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辛亥革命博物馆展示了革命先驱的英勇事迹，启示我们珍惜当下的民主与自由。</a:t>
              </a:r>
              <a:endParaRPr lang="zh-CN" altLang="en-US" sz="1600">
                <a:solidFill>
                  <a:schemeClr val="bg1"/>
                </a:solidFill>
                <a:latin typeface="Microsoft YaHei UI" panose="020B0503020204020204" charset="-122"/>
                <a:ea typeface="Microsoft YaHei UI" panose="020B0503020204020204" charset="-122"/>
              </a:endParaRPr>
            </a:p>
          </p:txBody>
        </p:sp>
        <p:sp>
          <p:nvSpPr>
            <p:cNvPr id="6" name="文本框 5"/>
            <p:cNvSpPr txBox="1"/>
            <p:nvPr>
              <p:custDataLst>
                <p:tags r:id="rId5"/>
              </p:custDataLst>
            </p:nvPr>
          </p:nvSpPr>
          <p:spPr>
            <a:xfrm>
              <a:off x="1680" y="6680"/>
              <a:ext cx="486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革命精神的传承</a:t>
              </a:r>
              <a:endParaRPr lang="zh-CN" altLang="en-US" sz="2400">
                <a:solidFill>
                  <a:schemeClr val="bg1"/>
                </a:solidFill>
                <a:latin typeface="Microsoft YaHei UI" panose="020B0503020204020204" charset="-122"/>
                <a:ea typeface="Microsoft YaHei UI" panose="020B0503020204020204" charset="-122"/>
              </a:endParaRPr>
            </a:p>
          </p:txBody>
        </p:sp>
        <p:sp>
          <p:nvSpPr>
            <p:cNvPr id="7" name="文本框 6"/>
            <p:cNvSpPr txBox="1"/>
            <p:nvPr>
              <p:custDataLst>
                <p:tags r:id="rId6"/>
              </p:custDataLst>
            </p:nvPr>
          </p:nvSpPr>
          <p:spPr>
            <a:xfrm>
              <a:off x="1680" y="7560"/>
              <a:ext cx="482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辛亥革命精神激励着现代人继续奋斗，为实现国家的繁荣富强而努力。</a:t>
              </a:r>
              <a:endParaRPr lang="zh-CN" altLang="en-US" sz="1600">
                <a:solidFill>
                  <a:schemeClr val="bg1"/>
                </a:solidFill>
                <a:latin typeface="Microsoft YaHei UI" panose="020B0503020204020204" charset="-122"/>
                <a:ea typeface="Microsoft YaHei UI" panose="020B0503020204020204" charset="-122"/>
              </a:endParaRPr>
            </a:p>
          </p:txBody>
        </p:sp>
        <p:sp>
          <p:nvSpPr>
            <p:cNvPr id="8" name="文本框 7"/>
            <p:cNvSpPr txBox="1"/>
            <p:nvPr>
              <p:custDataLst>
                <p:tags r:id="rId7"/>
              </p:custDataLst>
            </p:nvPr>
          </p:nvSpPr>
          <p:spPr>
            <a:xfrm>
              <a:off x="7140" y="3720"/>
              <a:ext cx="486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历史教训的反思</a:t>
              </a:r>
              <a:endParaRPr lang="zh-CN" altLang="en-US" sz="2400">
                <a:solidFill>
                  <a:schemeClr val="bg1"/>
                </a:solidFill>
                <a:latin typeface="Microsoft YaHei UI" panose="020B0503020204020204" charset="-122"/>
                <a:ea typeface="Microsoft YaHei UI" panose="020B0503020204020204" charset="-122"/>
              </a:endParaRPr>
            </a:p>
          </p:txBody>
        </p:sp>
        <p:sp>
          <p:nvSpPr>
            <p:cNvPr id="9" name="文本框 8"/>
            <p:cNvSpPr txBox="1"/>
            <p:nvPr>
              <p:custDataLst>
                <p:tags r:id="rId8"/>
              </p:custDataLst>
            </p:nvPr>
          </p:nvSpPr>
          <p:spPr>
            <a:xfrm>
              <a:off x="7140" y="4600"/>
              <a:ext cx="482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通过了解辛亥革命的历史背景和结果，我们反思历史教训，以避免重蹈覆辙。</a:t>
              </a:r>
              <a:endParaRPr lang="zh-CN" altLang="en-US" sz="1600">
                <a:solidFill>
                  <a:schemeClr val="bg1"/>
                </a:solidFill>
                <a:latin typeface="Microsoft YaHei UI" panose="020B0503020204020204" charset="-122"/>
                <a:ea typeface="Microsoft YaHei UI" panose="020B0503020204020204" charset="-122"/>
              </a:endParaRPr>
            </a:p>
          </p:txBody>
        </p:sp>
        <p:sp>
          <p:nvSpPr>
            <p:cNvPr id="10" name="文本框 9"/>
            <p:cNvSpPr txBox="1"/>
            <p:nvPr>
              <p:custDataLst>
                <p:tags r:id="rId9"/>
              </p:custDataLst>
            </p:nvPr>
          </p:nvSpPr>
          <p:spPr>
            <a:xfrm>
              <a:off x="7140" y="6680"/>
              <a:ext cx="486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历史与现代的结合</a:t>
              </a:r>
              <a:endParaRPr lang="zh-CN" altLang="en-US" sz="2400">
                <a:solidFill>
                  <a:schemeClr val="bg1"/>
                </a:solidFill>
                <a:latin typeface="Microsoft YaHei UI" panose="020B0503020204020204" charset="-122"/>
                <a:ea typeface="Microsoft YaHei UI" panose="020B0503020204020204" charset="-122"/>
              </a:endParaRPr>
            </a:p>
          </p:txBody>
        </p:sp>
        <p:sp>
          <p:nvSpPr>
            <p:cNvPr id="11" name="文本框 10"/>
            <p:cNvSpPr txBox="1"/>
            <p:nvPr>
              <p:custDataLst>
                <p:tags r:id="rId10"/>
              </p:custDataLst>
            </p:nvPr>
          </p:nvSpPr>
          <p:spPr>
            <a:xfrm>
              <a:off x="7140" y="7560"/>
              <a:ext cx="482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博物馆的展览让我们看到历史与现代的结合，理解历史对现代社会的深远影响。</a:t>
              </a:r>
              <a:endParaRPr lang="zh-CN" altLang="en-US" sz="1600">
                <a:solidFill>
                  <a:schemeClr val="bg1"/>
                </a:solidFill>
                <a:latin typeface="Microsoft YaHei UI" panose="020B0503020204020204" charset="-122"/>
                <a:ea typeface="Microsoft YaHei UI" panose="020B0503020204020204" charset="-122"/>
              </a:endParaRPr>
            </a:p>
          </p:txBody>
        </p:sp>
      </p:grpSp>
      <p:pic>
        <p:nvPicPr>
          <p:cNvPr id="12" name="图片 11" descr="C:/Users/Cao_Turkey_Su/AppData/Roaming/Kingsoft/office6/wppai/generateppt/5b78e16d-7f4e-49f7-8122-c886ebbd5a8c.jpg5b78e16d-7f4e-49f7-8122-c886ebbd5a8c"/>
          <p:cNvPicPr preferRelativeResize="0">
            <a:picLocks noChangeAspect="1"/>
          </p:cNvPicPr>
          <p:nvPr>
            <p:custDataLst>
              <p:tags r:id="rId11"/>
            </p:custDataLst>
          </p:nvPr>
        </p:nvPicPr>
        <p:blipFill>
          <a:blip r:embed="rId12"/>
          <a:srcRect t="472" b="472"/>
          <a:stretch>
            <a:fillRect/>
          </a:stretch>
        </p:blipFill>
        <p:spPr>
          <a:xfrm>
            <a:off x="8001000" y="1828800"/>
            <a:ext cx="3581400" cy="4418965"/>
          </a:xfrm>
          <a:custGeom>
            <a:avLst/>
            <a:gdLst>
              <a:gd name="connisteX0" fmla="*/ 0 w 49741"/>
              <a:gd name="connsiteY0" fmla="*/ 0 h 61383"/>
              <a:gd name="connisteX1" fmla="*/ 3581403 w 49741"/>
              <a:gd name="connsiteY1" fmla="*/ 0 h 61383"/>
              <a:gd name="connisteX2" fmla="*/ 3581403 w 49741"/>
              <a:gd name="connsiteY2" fmla="*/ 4114800 h 61383"/>
              <a:gd name="connisteX3" fmla="*/ 3276596 w 49741"/>
              <a:gd name="connsiteY3" fmla="*/ 4419596 h 61383"/>
              <a:gd name="connisteX4" fmla="*/ 0 w 49741"/>
              <a:gd name="connsiteY4" fmla="*/ 4419596 h 61383"/>
              <a:gd name="connisteX5" fmla="*/ 0 w 49741"/>
              <a:gd name="connsiteY5" fmla="*/ 0 h 6138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81403" h="4419597">
                <a:moveTo>
                  <a:pt x="0" y="0"/>
                </a:moveTo>
                <a:lnTo>
                  <a:pt x="3581403" y="0"/>
                </a:lnTo>
                <a:lnTo>
                  <a:pt x="3581403" y="4114800"/>
                </a:lnTo>
                <a:cubicBezTo>
                  <a:pt x="3581403" y="4283141"/>
                  <a:pt x="3444938" y="4419597"/>
                  <a:pt x="3276597" y="4419597"/>
                </a:cubicBezTo>
                <a:lnTo>
                  <a:pt x="0" y="4419597"/>
                </a:lnTo>
                <a:lnTo>
                  <a:pt x="0" y="0"/>
                </a:lnTo>
                <a:close/>
              </a:path>
            </a:pathLst>
          </a:custGeom>
          <a:blipFill rotWithShape="1">
            <a:blip r:embed="rId13"/>
            <a:stretch>
              <a:fillRect/>
            </a:stretch>
          </a:blipFill>
          <a:ln w="0">
            <a:noFill/>
          </a:ln>
          <a:extLst>
            <a:ext uri="{91240B29-F687-4F45-9708-019B960494DF}">
              <a14:hiddenLine xmlns:a14="http://schemas.microsoft.com/office/drawing/2010/main" w="0">
                <a:pattFill prst="pct5">
                  <a:fgClr>
                    <a:prstClr val="black"/>
                  </a:fgClr>
                </a:pattFill>
              </a14:hiddenLine>
            </a:ext>
          </a:extLst>
        </p:spPr>
      </p:pic>
    </p:spTree>
    <p:custDataLst>
      <p:tags r:id="rId1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custDataLst>
              <p:tags r:id="rId1"/>
            </p:custDataLst>
          </p:nvPr>
        </p:nvSpPr>
        <p:spPr/>
        <p:txBody>
          <a:bodyPr/>
          <a:p>
            <a:r>
              <a:rPr lang="zh-CN" altLang="en-US"/>
              <a:t>第三章</a:t>
            </a:r>
            <a:endParaRPr lang="zh-CN" altLang="en-US"/>
          </a:p>
        </p:txBody>
      </p:sp>
      <p:sp>
        <p:nvSpPr>
          <p:cNvPr id="3" name="标题 2"/>
          <p:cNvSpPr>
            <a:spLocks noGrp="1"/>
          </p:cNvSpPr>
          <p:nvPr>
            <p:ph type="ctrTitle" idx="14"/>
            <p:custDataLst>
              <p:tags r:id="rId2"/>
            </p:custDataLst>
          </p:nvPr>
        </p:nvSpPr>
        <p:spPr/>
        <p:txBody>
          <a:bodyPr/>
          <a:p>
            <a:r>
              <a:rPr lang="zh-CN" altLang="en-US"/>
              <a:t>个人感悟</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10362565"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对革命先烈的敬仰</a:t>
            </a:r>
            <a:endParaRPr lang="zh-CN" altLang="en-US" sz="4400">
              <a:solidFill>
                <a:schemeClr val="tx1"/>
              </a:solidFill>
              <a:latin typeface="Microsoft YaHei UI" panose="020B0503020204020204" charset="-122"/>
              <a:ea typeface="Microsoft YaHei UI" panose="020B0503020204020204" charset="-122"/>
            </a:endParaRPr>
          </a:p>
        </p:txBody>
      </p:sp>
      <p:sp>
        <p:nvSpPr>
          <p:cNvPr id="4" name="任意多边形 3"/>
          <p:cNvSpPr/>
          <p:nvPr>
            <p:custDataLst>
              <p:tags r:id="rId4"/>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C:/Users/Cao_Turkey_Su/AppData/Roaming/Kingsoft/office6/wppai/generateppt/fdb40b06-5d48-49ed-967c-4b3be2b0d70b.jpgfdb40b06-5d48-49ed-967c-4b3be2b0d70b"/>
          <p:cNvPicPr preferRelativeResize="0">
            <a:picLocks noChangeAspect="1"/>
          </p:cNvPicPr>
          <p:nvPr>
            <p:custDataLst>
              <p:tags r:id="rId5"/>
            </p:custDataLst>
          </p:nvPr>
        </p:nvPicPr>
        <p:blipFill>
          <a:blip r:embed="rId6"/>
          <a:srcRect l="895" r="895"/>
          <a:stretch>
            <a:fillRect/>
          </a:stretch>
        </p:blipFill>
        <p:spPr>
          <a:xfrm>
            <a:off x="609603" y="1828800"/>
            <a:ext cx="10972800" cy="2234565"/>
          </a:xfrm>
          <a:prstGeom prst="rect">
            <a:avLst/>
          </a:pr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grpSp>
        <p:nvGrpSpPr>
          <p:cNvPr id="17" name="组合 16"/>
          <p:cNvGrpSpPr/>
          <p:nvPr/>
        </p:nvGrpSpPr>
        <p:grpSpPr>
          <a:xfrm>
            <a:off x="609600" y="4521200"/>
            <a:ext cx="9220200" cy="1727200"/>
            <a:chOff x="960" y="7120"/>
            <a:chExt cx="14520" cy="2720"/>
          </a:xfrm>
        </p:grpSpPr>
        <p:sp>
          <p:nvSpPr>
            <p:cNvPr id="8" name="任意多边形 7"/>
            <p:cNvSpPr/>
            <p:nvPr>
              <p:custDataLst>
                <p:tags r:id="rId8"/>
              </p:custDataLst>
            </p:nvPr>
          </p:nvSpPr>
          <p:spPr>
            <a:xfrm>
              <a:off x="960" y="712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p:custDataLst>
                <p:tags r:id="rId9"/>
              </p:custDataLst>
            </p:nvPr>
          </p:nvSpPr>
          <p:spPr>
            <a:xfrm>
              <a:off x="6000" y="712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10"/>
              </p:custDataLst>
            </p:nvPr>
          </p:nvSpPr>
          <p:spPr>
            <a:xfrm>
              <a:off x="1200" y="7120"/>
              <a:ext cx="42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革命精神的传承</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11"/>
              </p:custDataLst>
            </p:nvPr>
          </p:nvSpPr>
          <p:spPr>
            <a:xfrm>
              <a:off x="1200" y="7920"/>
              <a:ext cx="416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参观辛亥革命博物馆，深刻感受到革命先烈的牺牲精神，激励我传承和发扬这种精神。</a:t>
              </a:r>
              <a:endParaRPr lang="zh-CN" altLang="en-US" sz="1600">
                <a:solidFill>
                  <a:schemeClr val="tx1"/>
                </a:solidFill>
                <a:latin typeface="Microsoft YaHei UI" panose="020B0503020204020204" charset="-122"/>
                <a:ea typeface="Microsoft YaHei UI" panose="020B0503020204020204" charset="-122"/>
              </a:endParaRPr>
            </a:p>
          </p:txBody>
        </p:sp>
        <p:sp>
          <p:nvSpPr>
            <p:cNvPr id="14" name="任意多边形 13"/>
            <p:cNvSpPr/>
            <p:nvPr>
              <p:custDataLst>
                <p:tags r:id="rId12"/>
              </p:custDataLst>
            </p:nvPr>
          </p:nvSpPr>
          <p:spPr>
            <a:xfrm>
              <a:off x="11040" y="712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custDataLst>
                <p:tags r:id="rId13"/>
              </p:custDataLst>
            </p:nvPr>
          </p:nvSpPr>
          <p:spPr>
            <a:xfrm>
              <a:off x="6240" y="7120"/>
              <a:ext cx="42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历史责任感的觉醒</a:t>
              </a:r>
              <a:endParaRPr lang="zh-CN" altLang="en-US" sz="2400">
                <a:solidFill>
                  <a:schemeClr val="tx1"/>
                </a:solidFill>
                <a:latin typeface="Microsoft YaHei UI" panose="020B0503020204020204" charset="-122"/>
                <a:ea typeface="Microsoft YaHei UI" panose="020B0503020204020204" charset="-122"/>
              </a:endParaRPr>
            </a:p>
          </p:txBody>
        </p:sp>
        <p:sp>
          <p:nvSpPr>
            <p:cNvPr id="13" name="文本框 12"/>
            <p:cNvSpPr txBox="1"/>
            <p:nvPr>
              <p:custDataLst>
                <p:tags r:id="rId14"/>
              </p:custDataLst>
            </p:nvPr>
          </p:nvSpPr>
          <p:spPr>
            <a:xfrm>
              <a:off x="6240" y="7920"/>
              <a:ext cx="416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站在历史的现场，我更加明白作为新时代青年，肩负着继承先烈遗志、推动社会进步的责任。</a:t>
              </a:r>
              <a:endParaRPr lang="zh-CN" altLang="en-US" sz="16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5"/>
              </p:custDataLst>
            </p:nvPr>
          </p:nvSpPr>
          <p:spPr>
            <a:xfrm>
              <a:off x="11280" y="7120"/>
              <a:ext cx="42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个人成长的启迪</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6"/>
              </p:custDataLst>
            </p:nvPr>
          </p:nvSpPr>
          <p:spPr>
            <a:xfrm>
              <a:off x="11280" y="7920"/>
              <a:ext cx="416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通过了解革命先烈的事迹，我认识到个人成长与国家命运紧密相连，决心为社会贡献自己的力量。</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7"/>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10362565"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对历史的深刻理解</a:t>
            </a:r>
            <a:endParaRPr lang="zh-CN" altLang="en-US" sz="4400">
              <a:solidFill>
                <a:schemeClr val="tx1"/>
              </a:solidFill>
              <a:latin typeface="Microsoft YaHei UI" panose="020B0503020204020204" charset="-122"/>
              <a:ea typeface="Microsoft YaHei UI" panose="020B0503020204020204" charset="-122"/>
            </a:endParaRPr>
          </a:p>
        </p:txBody>
      </p:sp>
      <p:sp>
        <p:nvSpPr>
          <p:cNvPr id="4" name="任意多边形 3"/>
          <p:cNvSpPr/>
          <p:nvPr>
            <p:custDataLst>
              <p:tags r:id="rId4"/>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7" name="组合 16"/>
          <p:cNvGrpSpPr/>
          <p:nvPr/>
        </p:nvGrpSpPr>
        <p:grpSpPr>
          <a:xfrm>
            <a:off x="609600" y="1828800"/>
            <a:ext cx="9144002" cy="4419600"/>
            <a:chOff x="960" y="2880"/>
            <a:chExt cx="14400" cy="6960"/>
          </a:xfrm>
        </p:grpSpPr>
        <p:sp>
          <p:nvSpPr>
            <p:cNvPr id="5" name="任意多边形 4"/>
            <p:cNvSpPr/>
            <p:nvPr>
              <p:custDataLst>
                <p:tags r:id="rId5"/>
              </p:custDataLst>
            </p:nvPr>
          </p:nvSpPr>
          <p:spPr>
            <a:xfrm>
              <a:off x="960" y="2880"/>
              <a:ext cx="5600" cy="3240"/>
            </a:xfrm>
            <a:custGeom>
              <a:avLst/>
              <a:gdLst>
                <a:gd name="connisteX0" fmla="*/ 0 w 49388"/>
                <a:gd name="connsiteY0" fmla="*/ 304796 h 28575"/>
                <a:gd name="connisteX1" fmla="*/ 304796 w 49388"/>
                <a:gd name="connsiteY1" fmla="*/ 0 h 28575"/>
                <a:gd name="connisteX2" fmla="*/ 3556001 w 49388"/>
                <a:gd name="connsiteY2" fmla="*/ 0 h 28575"/>
                <a:gd name="connisteX3" fmla="*/ 3556001 w 49388"/>
                <a:gd name="connsiteY3" fmla="*/ 2057400 h 28575"/>
                <a:gd name="connisteX4" fmla="*/ 0 w 49388"/>
                <a:gd name="connsiteY4" fmla="*/ 2057400 h 28575"/>
                <a:gd name="connisteX5" fmla="*/ 0 w 49388"/>
                <a:gd name="connsiteY5" fmla="*/ 304796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56001" h="2057400">
                  <a:moveTo>
                    <a:pt x="0" y="304797"/>
                  </a:moveTo>
                  <a:cubicBezTo>
                    <a:pt x="0" y="136465"/>
                    <a:pt x="136465" y="0"/>
                    <a:pt x="304797" y="0"/>
                  </a:cubicBezTo>
                  <a:lnTo>
                    <a:pt x="3556001" y="0"/>
                  </a:lnTo>
                  <a:lnTo>
                    <a:pt x="3556001" y="2057400"/>
                  </a:lnTo>
                  <a:lnTo>
                    <a:pt x="0" y="2057400"/>
                  </a:lnTo>
                  <a:lnTo>
                    <a:pt x="0" y="304797"/>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6"/>
              </p:custDataLst>
            </p:nvPr>
          </p:nvSpPr>
          <p:spPr>
            <a:xfrm>
              <a:off x="1440" y="3340"/>
              <a:ext cx="47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历史的教训与启示</a:t>
              </a:r>
              <a:endParaRPr lang="zh-CN" altLang="en-US" sz="2400">
                <a:solidFill>
                  <a:schemeClr val="tx1"/>
                </a:solidFill>
                <a:latin typeface="Microsoft YaHei UI" panose="020B0503020204020204" charset="-122"/>
                <a:ea typeface="Microsoft YaHei UI" panose="020B0503020204020204" charset="-122"/>
              </a:endParaRPr>
            </a:p>
          </p:txBody>
        </p:sp>
        <p:sp>
          <p:nvSpPr>
            <p:cNvPr id="7" name="文本框 6"/>
            <p:cNvSpPr txBox="1"/>
            <p:nvPr>
              <p:custDataLst>
                <p:tags r:id="rId7"/>
              </p:custDataLst>
            </p:nvPr>
          </p:nvSpPr>
          <p:spPr>
            <a:xfrm>
              <a:off x="1440" y="4220"/>
              <a:ext cx="472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参观辛亥革命博物馆，深刻体会到历史的教训，如革命先烈的牺牲精神，激励我们珍惜和平。</a:t>
              </a:r>
              <a:endParaRPr lang="zh-CN" altLang="en-US" sz="1600">
                <a:solidFill>
                  <a:schemeClr val="tx1"/>
                </a:solidFill>
                <a:latin typeface="Microsoft YaHei UI" panose="020B0503020204020204" charset="-122"/>
                <a:ea typeface="Microsoft YaHei UI" panose="020B0503020204020204" charset="-122"/>
              </a:endParaRPr>
            </a:p>
          </p:txBody>
        </p:sp>
        <p:pic>
          <p:nvPicPr>
            <p:cNvPr id="8" name="图片 7" descr="C:/Users/Cao_Turkey_Su/AppData/Roaming/Kingsoft/office6/wppai/generateppt/b85fc1d6-27a0-4f25-99a2-75849fa4bdd9.jpgb85fc1d6-27a0-4f25-99a2-75849fa4bdd9"/>
            <p:cNvPicPr preferRelativeResize="0">
              <a:picLocks noChangeAspect="1"/>
            </p:cNvPicPr>
            <p:nvPr>
              <p:custDataLst>
                <p:tags r:id="rId8"/>
              </p:custDataLst>
            </p:nvPr>
          </p:nvPicPr>
          <p:blipFill>
            <a:blip r:embed="rId9"/>
            <a:srcRect l="858" r="858"/>
            <a:stretch>
              <a:fillRect/>
            </a:stretch>
          </p:blipFill>
          <p:spPr>
            <a:xfrm>
              <a:off x="6560" y="2880"/>
              <a:ext cx="8799" cy="3240"/>
            </a:xfrm>
            <a:prstGeom prst="rect">
              <a:avLst/>
            </a:prstGeom>
            <a:blipFill rotWithShape="1">
              <a:blip r:embed="rId10"/>
              <a:stretch>
                <a:fillRect/>
              </a:stretch>
            </a:blipFill>
            <a:ln w="0">
              <a:noFill/>
            </a:ln>
            <a:extLst>
              <a:ext uri="{91240B29-F687-4F45-9708-019B960494DF}">
                <a14:hiddenLine xmlns:a14="http://schemas.microsoft.com/office/drawing/2010/main" w="0">
                  <a:pattFill prst="pct5">
                    <a:fgClr>
                      <a:prstClr val="black"/>
                    </a:fgClr>
                  </a:pattFill>
                </a14:hiddenLine>
              </a:ext>
            </a:extLst>
          </p:spPr>
        </p:pic>
        <p:pic>
          <p:nvPicPr>
            <p:cNvPr id="11" name="图片 10" descr="C:/Users/Cao_Turkey_Su/AppData/Roaming/Kingsoft/office6/wppai/generateppt/1bc00718-ba82-4f24-a2d1-d45ca7e71266.jpg1bc00718-ba82-4f24-a2d1-d45ca7e71266"/>
            <p:cNvPicPr preferRelativeResize="0">
              <a:picLocks noChangeAspect="1"/>
            </p:cNvPicPr>
            <p:nvPr>
              <p:custDataLst>
                <p:tags r:id="rId11"/>
              </p:custDataLst>
            </p:nvPr>
          </p:nvPicPr>
          <p:blipFill>
            <a:blip r:embed="rId12"/>
            <a:srcRect l="858" r="858"/>
            <a:stretch>
              <a:fillRect/>
            </a:stretch>
          </p:blipFill>
          <p:spPr>
            <a:xfrm>
              <a:off x="960" y="6600"/>
              <a:ext cx="8799" cy="3240"/>
            </a:xfrm>
            <a:prstGeom prst="rect">
              <a:avLst/>
            </a:prstGeom>
            <a:blipFill rotWithShape="1">
              <a:blip r:embed="rId10"/>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4" name="任意多边形 13"/>
            <p:cNvSpPr/>
            <p:nvPr>
              <p:custDataLst>
                <p:tags r:id="rId13"/>
              </p:custDataLst>
            </p:nvPr>
          </p:nvSpPr>
          <p:spPr>
            <a:xfrm>
              <a:off x="9760" y="6600"/>
              <a:ext cx="5600" cy="3240"/>
            </a:xfrm>
            <a:custGeom>
              <a:avLst/>
              <a:gdLst>
                <a:gd name="connisteX0" fmla="*/ 0 w 49388"/>
                <a:gd name="connsiteY0" fmla="*/ 0 h 28575"/>
                <a:gd name="connisteX1" fmla="*/ 3556001 w 49388"/>
                <a:gd name="connsiteY1" fmla="*/ 0 h 28575"/>
                <a:gd name="connisteX2" fmla="*/ 3556001 w 49388"/>
                <a:gd name="connsiteY2" fmla="*/ 1752603 h 28575"/>
                <a:gd name="connisteX3" fmla="*/ 3251204 w 49388"/>
                <a:gd name="connsiteY3" fmla="*/ 2057400 h 28575"/>
                <a:gd name="connisteX4" fmla="*/ 0 w 49388"/>
                <a:gd name="connsiteY4" fmla="*/ 2057400 h 28575"/>
                <a:gd name="connisteX5" fmla="*/ 0 w 49388"/>
                <a:gd name="connsiteY5" fmla="*/ 0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56001" h="2057400">
                  <a:moveTo>
                    <a:pt x="0" y="0"/>
                  </a:moveTo>
                  <a:lnTo>
                    <a:pt x="3556001" y="0"/>
                  </a:lnTo>
                  <a:lnTo>
                    <a:pt x="3556001" y="1752603"/>
                  </a:lnTo>
                  <a:cubicBezTo>
                    <a:pt x="3556001" y="1920935"/>
                    <a:pt x="3419536" y="2057400"/>
                    <a:pt x="3251204" y="2057400"/>
                  </a:cubicBezTo>
                  <a:lnTo>
                    <a:pt x="0" y="2057400"/>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4"/>
              </p:custDataLst>
            </p:nvPr>
          </p:nvSpPr>
          <p:spPr>
            <a:xfrm>
              <a:off x="10240" y="7060"/>
              <a:ext cx="47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历史与现实的联系</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5"/>
              </p:custDataLst>
            </p:nvPr>
          </p:nvSpPr>
          <p:spPr>
            <a:xfrm>
              <a:off x="10240" y="7940"/>
              <a:ext cx="472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通过了解辛亥革命的历史，认识到历史事件对现代社会的影响，如民主与法治的建设。</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9603" y="609603"/>
            <a:ext cx="111125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对国家未来的思考</a:t>
            </a:r>
            <a:endParaRPr lang="zh-CN" altLang="en-US" sz="4400">
              <a:solidFill>
                <a:schemeClr val="tx1"/>
              </a:solidFill>
              <a:latin typeface="Microsoft YaHei UI" panose="020B0503020204020204" charset="-122"/>
              <a:ea typeface="Microsoft YaHei UI" panose="020B0503020204020204" charset="-122"/>
            </a:endParaRPr>
          </a:p>
        </p:txBody>
      </p:sp>
      <p:sp>
        <p:nvSpPr>
          <p:cNvPr id="3" name="任意多边形 2"/>
          <p:cNvSpPr/>
          <p:nvPr>
            <p:custDataLst>
              <p:tags r:id="rId2"/>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p:cNvPicPr/>
          <p:nvPr>
            <p:custDataLst>
              <p:tags r:id="rId3"/>
            </p:custDataLst>
          </p:nvPr>
        </p:nvPicPr>
        <p:blipFill>
          <a:blip r:embed="rId4"/>
          <a:stretch>
            <a:fillRect/>
          </a:stretch>
        </p:blipFill>
        <p:spPr>
          <a:xfrm>
            <a:off x="0" y="5029200"/>
            <a:ext cx="12191365" cy="183642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grpSp>
        <p:nvGrpSpPr>
          <p:cNvPr id="23" name="组合 22"/>
          <p:cNvGrpSpPr/>
          <p:nvPr/>
        </p:nvGrpSpPr>
        <p:grpSpPr>
          <a:xfrm>
            <a:off x="609603" y="1828800"/>
            <a:ext cx="10972798" cy="4419604"/>
            <a:chOff x="960" y="2880"/>
            <a:chExt cx="17280" cy="6960"/>
          </a:xfrm>
        </p:grpSpPr>
        <p:pic>
          <p:nvPicPr>
            <p:cNvPr id="5" name="图片 4" descr="C:/Users/Cao_Turkey_Su/AppData/Roaming/Kingsoft/office6/wppai/generateppt/017d7254-e15f-4354-a600-50873bbe6126.jpg017d7254-e15f-4354-a600-50873bbe6126"/>
            <p:cNvPicPr preferRelativeResize="0">
              <a:picLocks noChangeAspect="1"/>
            </p:cNvPicPr>
            <p:nvPr>
              <p:custDataLst>
                <p:tags r:id="rId5"/>
              </p:custDataLst>
            </p:nvPr>
          </p:nvPicPr>
          <p:blipFill>
            <a:blip r:embed="rId6"/>
            <a:srcRect l="85" r="85"/>
            <a:stretch>
              <a:fillRect/>
            </a:stretch>
          </p:blipFill>
          <p:spPr>
            <a:xfrm>
              <a:off x="96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8" name="任意多边形 7"/>
            <p:cNvSpPr/>
            <p:nvPr>
              <p:custDataLst>
                <p:tags r:id="rId8"/>
              </p:custDataLst>
            </p:nvPr>
          </p:nvSpPr>
          <p:spPr>
            <a:xfrm>
              <a:off x="96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C:/Users/Cao_Turkey_Su/AppData/Roaming/Kingsoft/office6/wppai/generateppt/b3cb5c73-0c97-4cf7-81ec-b302afe6284f.jpgb3cb5c73-0c97-4cf7-81ec-b302afe6284f"/>
            <p:cNvPicPr preferRelativeResize="0">
              <a:picLocks noChangeAspect="1"/>
            </p:cNvPicPr>
            <p:nvPr>
              <p:custDataLst>
                <p:tags r:id="rId9"/>
              </p:custDataLst>
            </p:nvPr>
          </p:nvPicPr>
          <p:blipFill>
            <a:blip r:embed="rId10"/>
            <a:srcRect l="85" t="-14" r="85" b="14"/>
            <a:stretch>
              <a:fillRect/>
            </a:stretch>
          </p:blipFill>
          <p:spPr>
            <a:xfrm>
              <a:off x="688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4" name="任意多边形 13"/>
            <p:cNvSpPr/>
            <p:nvPr>
              <p:custDataLst>
                <p:tags r:id="rId11"/>
              </p:custDataLst>
            </p:nvPr>
          </p:nvSpPr>
          <p:spPr>
            <a:xfrm>
              <a:off x="688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12"/>
              </p:custDataLst>
            </p:nvPr>
          </p:nvSpPr>
          <p:spPr>
            <a:xfrm>
              <a:off x="144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历史的教训与启示</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13"/>
              </p:custDataLst>
            </p:nvPr>
          </p:nvSpPr>
          <p:spPr>
            <a:xfrm>
              <a:off x="144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辛亥革命博物馆让我深刻理解历史的教训，认识到和平发展的重要性。</a:t>
              </a:r>
              <a:endParaRPr lang="zh-CN" altLang="en-US" sz="1600">
                <a:solidFill>
                  <a:schemeClr val="tx1"/>
                </a:solidFill>
                <a:latin typeface="Microsoft YaHei UI" panose="020B0503020204020204" charset="-122"/>
                <a:ea typeface="Microsoft YaHei UI" panose="020B0503020204020204" charset="-122"/>
              </a:endParaRPr>
            </a:p>
          </p:txBody>
        </p:sp>
        <p:pic>
          <p:nvPicPr>
            <p:cNvPr id="17" name="图片 16" descr="C:/Users/Cao_Turkey_Su/AppData/Roaming/Kingsoft/office6/wppai/generateppt/50758c79-28a5-45bd-9e23-f9f0d6ae7c41.jpg50758c79-28a5-45bd-9e23-f9f0d6ae7c41"/>
            <p:cNvPicPr preferRelativeResize="0">
              <a:picLocks noChangeAspect="1"/>
            </p:cNvPicPr>
            <p:nvPr>
              <p:custDataLst>
                <p:tags r:id="rId14"/>
              </p:custDataLst>
            </p:nvPr>
          </p:nvPicPr>
          <p:blipFill>
            <a:blip r:embed="rId15"/>
            <a:srcRect l="85" t="-14" r="85" b="14"/>
            <a:stretch>
              <a:fillRect/>
            </a:stretch>
          </p:blipFill>
          <p:spPr>
            <a:xfrm>
              <a:off x="12800" y="2880"/>
              <a:ext cx="5440" cy="3680"/>
            </a:xfrm>
            <a:custGeom>
              <a:avLst/>
              <a:gdLst>
                <a:gd name="connisteX0" fmla="*/ 0 w 47977"/>
                <a:gd name="connsiteY0" fmla="*/ 304796 h 32455"/>
                <a:gd name="connisteX1" fmla="*/ 304796 w 47977"/>
                <a:gd name="connsiteY1" fmla="*/ 0 h 32455"/>
                <a:gd name="connisteX2" fmla="*/ 3454402 w 47977"/>
                <a:gd name="connsiteY2" fmla="*/ 0 h 32455"/>
                <a:gd name="connisteX3" fmla="*/ 3454402 w 47977"/>
                <a:gd name="connsiteY3" fmla="*/ 2336804 h 32455"/>
                <a:gd name="connisteX4" fmla="*/ 0 w 47977"/>
                <a:gd name="connsiteY4" fmla="*/ 2336804 h 32455"/>
                <a:gd name="connisteX5" fmla="*/ 0 w 47977"/>
                <a:gd name="connsiteY5" fmla="*/ 304796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336804">
                  <a:moveTo>
                    <a:pt x="0" y="304797"/>
                  </a:moveTo>
                  <a:cubicBezTo>
                    <a:pt x="0" y="136465"/>
                    <a:pt x="136465" y="0"/>
                    <a:pt x="304797" y="0"/>
                  </a:cubicBezTo>
                  <a:lnTo>
                    <a:pt x="3454402" y="0"/>
                  </a:lnTo>
                  <a:lnTo>
                    <a:pt x="3454402" y="2336804"/>
                  </a:lnTo>
                  <a:lnTo>
                    <a:pt x="0" y="2336804"/>
                  </a:lnTo>
                  <a:lnTo>
                    <a:pt x="0" y="304797"/>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0" name="任意多边形 19"/>
            <p:cNvSpPr/>
            <p:nvPr>
              <p:custDataLst>
                <p:tags r:id="rId16"/>
              </p:custDataLst>
            </p:nvPr>
          </p:nvSpPr>
          <p:spPr>
            <a:xfrm>
              <a:off x="12800" y="6560"/>
              <a:ext cx="5440" cy="3280"/>
            </a:xfrm>
            <a:custGeom>
              <a:avLst/>
              <a:gdLst>
                <a:gd name="connisteX0" fmla="*/ 0 w 47977"/>
                <a:gd name="connsiteY0" fmla="*/ 0 h 28927"/>
                <a:gd name="connisteX1" fmla="*/ 3454402 w 47977"/>
                <a:gd name="connsiteY1" fmla="*/ 0 h 28927"/>
                <a:gd name="connisteX2" fmla="*/ 3454402 w 47977"/>
                <a:gd name="connsiteY2" fmla="*/ 1777995 h 28927"/>
                <a:gd name="connisteX3" fmla="*/ 3149595 w 47977"/>
                <a:gd name="connsiteY3" fmla="*/ 2082802 h 28927"/>
                <a:gd name="connisteX4" fmla="*/ 0 w 47977"/>
                <a:gd name="connsiteY4" fmla="*/ 2082802 h 28927"/>
                <a:gd name="connisteX5" fmla="*/ 0 w 47977"/>
                <a:gd name="connsiteY5"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454402" h="2082802">
                  <a:moveTo>
                    <a:pt x="0" y="0"/>
                  </a:moveTo>
                  <a:lnTo>
                    <a:pt x="3454402" y="0"/>
                  </a:lnTo>
                  <a:lnTo>
                    <a:pt x="3454402" y="1777996"/>
                  </a:lnTo>
                  <a:cubicBezTo>
                    <a:pt x="3454402" y="1946337"/>
                    <a:pt x="3317937" y="2082802"/>
                    <a:pt x="3149596" y="2082802"/>
                  </a:cubicBezTo>
                  <a:lnTo>
                    <a:pt x="0" y="2082802"/>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7"/>
              </p:custDataLst>
            </p:nvPr>
          </p:nvSpPr>
          <p:spPr>
            <a:xfrm>
              <a:off x="736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民族复兴的使命</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8"/>
              </p:custDataLst>
            </p:nvPr>
          </p:nvSpPr>
          <p:spPr>
            <a:xfrm>
              <a:off x="736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参观后，我更加坚信每个公民都应承担起推动民族复兴的使命，共同创造美好未来。</a:t>
              </a:r>
              <a:endParaRPr lang="zh-CN" altLang="en-US" sz="1600">
                <a:solidFill>
                  <a:schemeClr val="tx1"/>
                </a:solidFill>
                <a:latin typeface="Microsoft YaHei UI" panose="020B0503020204020204" charset="-122"/>
                <a:ea typeface="Microsoft YaHei UI" panose="020B0503020204020204" charset="-122"/>
              </a:endParaRPr>
            </a:p>
          </p:txBody>
        </p:sp>
        <p:sp>
          <p:nvSpPr>
            <p:cNvPr id="21" name="文本框 20"/>
            <p:cNvSpPr txBox="1"/>
            <p:nvPr>
              <p:custDataLst>
                <p:tags r:id="rId19"/>
              </p:custDataLst>
            </p:nvPr>
          </p:nvSpPr>
          <p:spPr>
            <a:xfrm>
              <a:off x="13280" y="7040"/>
              <a:ext cx="46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青年的责任与担当</a:t>
              </a:r>
              <a:endParaRPr lang="zh-CN" altLang="en-US" sz="2400">
                <a:solidFill>
                  <a:schemeClr val="tx1"/>
                </a:solidFill>
                <a:latin typeface="Microsoft YaHei UI" panose="020B0503020204020204" charset="-122"/>
                <a:ea typeface="Microsoft YaHei UI" panose="020B0503020204020204" charset="-122"/>
              </a:endParaRPr>
            </a:p>
          </p:txBody>
        </p:sp>
        <p:sp>
          <p:nvSpPr>
            <p:cNvPr id="22" name="文本框 21"/>
            <p:cNvSpPr txBox="1"/>
            <p:nvPr>
              <p:custDataLst>
                <p:tags r:id="rId20"/>
              </p:custDataLst>
            </p:nvPr>
          </p:nvSpPr>
          <p:spPr>
            <a:xfrm>
              <a:off x="13280" y="7920"/>
              <a:ext cx="45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作为青年一代，我们应继承先辈遗志，积极投身国家建设，为实现中国梦贡献力量。</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1"/>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9603" y="609603"/>
            <a:ext cx="3568702" cy="1524003"/>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个人责任感的提升</a:t>
            </a:r>
            <a:endParaRPr lang="zh-CN" altLang="en-US" sz="4400">
              <a:solidFill>
                <a:schemeClr val="tx1"/>
              </a:solidFill>
              <a:latin typeface="Microsoft YaHei UI" panose="020B0503020204020204" charset="-122"/>
              <a:ea typeface="Microsoft YaHei UI" panose="020B0503020204020204" charset="-122"/>
            </a:endParaRPr>
          </a:p>
        </p:txBody>
      </p:sp>
      <p:sp>
        <p:nvSpPr>
          <p:cNvPr id="3" name="任意多边形 2"/>
          <p:cNvSpPr/>
          <p:nvPr>
            <p:custDataLst>
              <p:tags r:id="rId2"/>
            </p:custDataLst>
          </p:nvPr>
        </p:nvSpPr>
        <p:spPr>
          <a:xfrm>
            <a:off x="609603" y="0"/>
            <a:ext cx="762000" cy="508000"/>
          </a:xfrm>
          <a:custGeom>
            <a:avLst/>
            <a:gdLst>
              <a:gd name="connisteX0" fmla="*/ 0 w 10583"/>
              <a:gd name="connsiteY0" fmla="*/ 0 h 7055"/>
              <a:gd name="connisteX1" fmla="*/ 761996 w 10583"/>
              <a:gd name="connsiteY1" fmla="*/ 0 h 7055"/>
              <a:gd name="connisteX2" fmla="*/ 761996 w 10583"/>
              <a:gd name="connsiteY2" fmla="*/ 394819 h 7055"/>
              <a:gd name="connisteX3" fmla="*/ 720501 w 10583"/>
              <a:gd name="connsiteY3" fmla="*/ 444755 h 7055"/>
              <a:gd name="connisteX4" fmla="*/ 390302 w 10583"/>
              <a:gd name="connsiteY4" fmla="*/ 506266 h 7055"/>
              <a:gd name="connisteX5" fmla="*/ 371694 w 10583"/>
              <a:gd name="connsiteY5" fmla="*/ 506266 h 7055"/>
              <a:gd name="connisteX6" fmla="*/ 41495 w 10583"/>
              <a:gd name="connsiteY6" fmla="*/ 444755 h 7055"/>
              <a:gd name="connisteX7" fmla="*/ 0 w 10583"/>
              <a:gd name="connsiteY7" fmla="*/ 394819 h 7055"/>
              <a:gd name="connisteX8" fmla="*/ 0 w 10583"/>
              <a:gd name="connsiteY8" fmla="*/ 0 h 70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1997" h="508004">
                <a:moveTo>
                  <a:pt x="0" y="0"/>
                </a:moveTo>
                <a:lnTo>
                  <a:pt x="761997" y="0"/>
                </a:lnTo>
                <a:lnTo>
                  <a:pt x="761997" y="394820"/>
                </a:lnTo>
                <a:cubicBezTo>
                  <a:pt x="761997" y="419289"/>
                  <a:pt x="744559" y="440274"/>
                  <a:pt x="720501" y="444755"/>
                </a:cubicBezTo>
                <a:lnTo>
                  <a:pt x="390302" y="506267"/>
                </a:lnTo>
                <a:cubicBezTo>
                  <a:pt x="384158" y="507410"/>
                  <a:pt x="377848" y="507410"/>
                  <a:pt x="371694" y="506267"/>
                </a:cubicBezTo>
                <a:lnTo>
                  <a:pt x="41495" y="444755"/>
                </a:lnTo>
                <a:cubicBezTo>
                  <a:pt x="17447" y="440274"/>
                  <a:pt x="0" y="419289"/>
                  <a:pt x="0" y="394820"/>
                </a:cubicBezTo>
                <a:lnTo>
                  <a:pt x="0" y="0"/>
                </a:lnTo>
                <a:close/>
              </a:path>
            </a:pathLst>
          </a:custGeom>
          <a:gradFill>
            <a:gsLst>
              <a:gs pos="0">
                <a:schemeClr val="accent4"/>
              </a:gs>
              <a:gs pos="100000">
                <a:schemeClr val="accent5"/>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3" name="组合 12"/>
          <p:cNvGrpSpPr/>
          <p:nvPr/>
        </p:nvGrpSpPr>
        <p:grpSpPr>
          <a:xfrm>
            <a:off x="4648200" y="660400"/>
            <a:ext cx="7010400" cy="1422400"/>
            <a:chOff x="7320" y="1040"/>
            <a:chExt cx="11040" cy="2240"/>
          </a:xfrm>
        </p:grpSpPr>
        <p:sp>
          <p:nvSpPr>
            <p:cNvPr id="4" name="任意多边形 3"/>
            <p:cNvSpPr/>
            <p:nvPr>
              <p:custDataLst>
                <p:tags r:id="rId3"/>
              </p:custDataLst>
            </p:nvPr>
          </p:nvSpPr>
          <p:spPr>
            <a:xfrm>
              <a:off x="7320" y="1040"/>
              <a:ext cx="81" cy="2241"/>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4"/>
              </p:custDataLst>
            </p:nvPr>
          </p:nvSpPr>
          <p:spPr>
            <a:xfrm>
              <a:off x="7560" y="1040"/>
              <a:ext cx="51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历史的沉重与启示</a:t>
              </a:r>
              <a:endParaRPr lang="zh-CN" altLang="en-US" sz="2400">
                <a:solidFill>
                  <a:schemeClr val="tx1"/>
                </a:solidFill>
                <a:latin typeface="Microsoft YaHei UI" panose="020B0503020204020204" charset="-122"/>
                <a:ea typeface="Microsoft YaHei UI" panose="020B0503020204020204" charset="-122"/>
              </a:endParaRPr>
            </a:p>
          </p:txBody>
        </p:sp>
        <p:sp>
          <p:nvSpPr>
            <p:cNvPr id="6" name="文本框 5"/>
            <p:cNvSpPr txBox="1"/>
            <p:nvPr>
              <p:custDataLst>
                <p:tags r:id="rId5"/>
              </p:custDataLst>
            </p:nvPr>
          </p:nvSpPr>
          <p:spPr>
            <a:xfrm>
              <a:off x="7560" y="1840"/>
              <a:ext cx="50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参观辛亥革命博物馆，深刻感受到历史的沉重，激发了我对国家和民族的责任感。</a:t>
              </a:r>
              <a:endParaRPr lang="zh-CN" altLang="en-US" sz="1600">
                <a:solidFill>
                  <a:schemeClr val="tx1"/>
                </a:solidFill>
                <a:latin typeface="Microsoft YaHei UI" panose="020B0503020204020204" charset="-122"/>
                <a:ea typeface="Microsoft YaHei UI" panose="020B0503020204020204" charset="-122"/>
              </a:endParaRPr>
            </a:p>
          </p:txBody>
        </p:sp>
        <p:sp>
          <p:nvSpPr>
            <p:cNvPr id="7" name="任意多边形 6"/>
            <p:cNvSpPr/>
            <p:nvPr>
              <p:custDataLst>
                <p:tags r:id="rId6"/>
              </p:custDataLst>
            </p:nvPr>
          </p:nvSpPr>
          <p:spPr>
            <a:xfrm>
              <a:off x="13020" y="1040"/>
              <a:ext cx="80" cy="2241"/>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7"/>
              </p:custDataLst>
            </p:nvPr>
          </p:nvSpPr>
          <p:spPr>
            <a:xfrm>
              <a:off x="13260" y="1040"/>
              <a:ext cx="51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革命先烈的牺牲精神</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8"/>
              </p:custDataLst>
            </p:nvPr>
          </p:nvSpPr>
          <p:spPr>
            <a:xfrm>
              <a:off x="13260" y="1840"/>
              <a:ext cx="50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了解革命先烈的事迹，他们的无私奉献和牺牲精神让我认识到个人责任的重要性。</a:t>
              </a:r>
              <a:endParaRPr lang="zh-CN" altLang="en-US" sz="1600">
                <a:solidFill>
                  <a:schemeClr val="tx1"/>
                </a:solidFill>
                <a:latin typeface="Microsoft YaHei UI" panose="020B0503020204020204" charset="-122"/>
                <a:ea typeface="Microsoft YaHei UI" panose="020B0503020204020204" charset="-122"/>
              </a:endParaRPr>
            </a:p>
          </p:txBody>
        </p:sp>
      </p:grpSp>
      <p:pic>
        <p:nvPicPr>
          <p:cNvPr id="10" name="图片 9" descr="C:/Users/Cao_Turkey_Su/AppData/Roaming/Kingsoft/office6/wppai/generateppt/c03e226d-be30-4384-9d95-6c96d1353796.jpgc03e226d-be30-4384-9d95-6c96d1353796"/>
          <p:cNvPicPr preferRelativeResize="0">
            <a:picLocks noChangeAspect="1"/>
          </p:cNvPicPr>
          <p:nvPr>
            <p:custDataLst>
              <p:tags r:id="rId9"/>
            </p:custDataLst>
          </p:nvPr>
        </p:nvPicPr>
        <p:blipFill>
          <a:blip r:embed="rId10"/>
          <a:srcRect l="909" r="909"/>
          <a:stretch>
            <a:fillRect/>
          </a:stretch>
        </p:blipFill>
        <p:spPr>
          <a:xfrm>
            <a:off x="609603" y="2590797"/>
            <a:ext cx="10972800" cy="3657600"/>
          </a:xfrm>
          <a:prstGeom prst="rect">
            <a:avLst/>
          </a:prstGeom>
          <a:blipFill rotWithShape="1">
            <a:blip r:embed="rId11"/>
            <a:stretch>
              <a:fillRect/>
            </a:stretch>
          </a:blipFill>
          <a:ln w="0">
            <a:noFill/>
          </a:ln>
          <a:extLst>
            <a:ext uri="{91240B29-F687-4F45-9708-019B960494DF}">
              <a14:hiddenLine xmlns:a14="http://schemas.microsoft.com/office/drawing/2010/main" w="0">
                <a:pattFill prst="pct5">
                  <a:fgClr>
                    <a:prstClr val="black"/>
                  </a:fgClr>
                </a:pattFill>
              </a14:hiddenLine>
            </a:ext>
          </a:extLst>
        </p:spPr>
      </p:pic>
    </p:spTree>
    <p:custDataLst>
      <p:tags r:id="rId12"/>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custDataLst>
              <p:tags r:id="rId1"/>
            </p:custDataLst>
          </p:nvPr>
        </p:nvSpPr>
        <p:spPr/>
        <p:txBody>
          <a:bodyPr/>
          <a:p>
            <a:r>
              <a:rPr lang="zh-CN" altLang="en-US"/>
              <a:t>第四章</a:t>
            </a:r>
            <a:endParaRPr lang="zh-CN" altLang="en-US"/>
          </a:p>
        </p:txBody>
      </p:sp>
      <p:sp>
        <p:nvSpPr>
          <p:cNvPr id="3" name="标题 2"/>
          <p:cNvSpPr>
            <a:spLocks noGrp="1"/>
          </p:cNvSpPr>
          <p:nvPr>
            <p:ph type="ctrTitle" idx="14"/>
            <p:custDataLst>
              <p:tags r:id="rId2"/>
            </p:custDataLst>
          </p:nvPr>
        </p:nvSpPr>
        <p:spPr/>
        <p:txBody>
          <a:bodyPr/>
          <a:p>
            <a:r>
              <a:rPr lang="zh-CN" altLang="en-US"/>
              <a:t>红色文化传承</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2298701" y="609603"/>
            <a:ext cx="9283702" cy="761997"/>
          </a:xfrm>
          <a:noFill/>
        </p:spPr>
        <p:txBody>
          <a:bodyPr lIns="0" tIns="0" rIns="0" bIns="0" anchor="t">
            <a:noAutofit/>
          </a:bodyPr>
          <a:p>
            <a:pPr algn="r">
              <a:lnSpc>
                <a:spcPct val="114000"/>
              </a:lnSpc>
            </a:pPr>
            <a:r>
              <a:rPr lang="zh-CN" altLang="en-US" sz="4400">
                <a:solidFill>
                  <a:schemeClr val="tx1"/>
                </a:solidFill>
                <a:latin typeface="Microsoft YaHei UI" panose="020B0503020204020204" charset="-122"/>
                <a:ea typeface="Microsoft YaHei UI" panose="020B0503020204020204" charset="-122"/>
              </a:rPr>
              <a:t>红色文化的内涵</a:t>
            </a:r>
            <a:endParaRPr lang="zh-CN" altLang="en-US" sz="4400">
              <a:solidFill>
                <a:schemeClr val="tx1"/>
              </a:solidFill>
              <a:latin typeface="Microsoft YaHei UI" panose="020B0503020204020204" charset="-122"/>
              <a:ea typeface="Microsoft YaHei UI" panose="020B0503020204020204" charset="-122"/>
            </a:endParaRPr>
          </a:p>
        </p:txBody>
      </p:sp>
      <p:pic>
        <p:nvPicPr>
          <p:cNvPr id="3" name="图片 2"/>
          <p:cNvPicPr/>
          <p:nvPr>
            <p:custDataLst>
              <p:tags r:id="rId2"/>
            </p:custDataLst>
          </p:nvPr>
        </p:nvPicPr>
        <p:blipFill>
          <a:blip r:embed="rId3"/>
          <a:stretch>
            <a:fillRect/>
          </a:stretch>
        </p:blipFill>
        <p:spPr>
          <a:xfrm>
            <a:off x="0"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grpSp>
        <p:nvGrpSpPr>
          <p:cNvPr id="20" name="组合 19"/>
          <p:cNvGrpSpPr/>
          <p:nvPr/>
        </p:nvGrpSpPr>
        <p:grpSpPr>
          <a:xfrm>
            <a:off x="609600" y="1828800"/>
            <a:ext cx="10972800" cy="4419600"/>
            <a:chOff x="960" y="2880"/>
            <a:chExt cx="17280" cy="6960"/>
          </a:xfrm>
        </p:grpSpPr>
        <p:sp>
          <p:nvSpPr>
            <p:cNvPr id="4" name="任意多边形 3"/>
            <p:cNvSpPr/>
            <p:nvPr>
              <p:custDataLst>
                <p:tags r:id="rId4"/>
              </p:custDataLst>
            </p:nvPr>
          </p:nvSpPr>
          <p:spPr>
            <a:xfrm>
              <a:off x="960" y="2880"/>
              <a:ext cx="8399" cy="3240"/>
            </a:xfrm>
            <a:custGeom>
              <a:avLst/>
              <a:gdLst>
                <a:gd name="connisteX0" fmla="*/ 0 w 74083"/>
                <a:gd name="connsiteY0" fmla="*/ 304796 h 28575"/>
                <a:gd name="connisteX1" fmla="*/ 304796 w 74083"/>
                <a:gd name="connsiteY1" fmla="*/ 0 h 28575"/>
                <a:gd name="connisteX2" fmla="*/ 5333996 w 74083"/>
                <a:gd name="connsiteY2" fmla="*/ 0 h 28575"/>
                <a:gd name="connisteX3" fmla="*/ 5333996 w 74083"/>
                <a:gd name="connsiteY3" fmla="*/ 1752603 h 28575"/>
                <a:gd name="connisteX4" fmla="*/ 5029200 w 74083"/>
                <a:gd name="connsiteY4" fmla="*/ 2057400 h 28575"/>
                <a:gd name="connisteX5" fmla="*/ 0 w 74083"/>
                <a:gd name="connsiteY5" fmla="*/ 2057400 h 28575"/>
                <a:gd name="connisteX6" fmla="*/ 0 w 74083"/>
                <a:gd name="connsiteY6" fmla="*/ 304796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3997" h="2057400">
                  <a:moveTo>
                    <a:pt x="0" y="304797"/>
                  </a:moveTo>
                  <a:cubicBezTo>
                    <a:pt x="0" y="136465"/>
                    <a:pt x="136465" y="0"/>
                    <a:pt x="304797" y="0"/>
                  </a:cubicBezTo>
                  <a:lnTo>
                    <a:pt x="5333997" y="0"/>
                  </a:lnTo>
                  <a:lnTo>
                    <a:pt x="5333997" y="1752603"/>
                  </a:lnTo>
                  <a:cubicBezTo>
                    <a:pt x="5333997" y="1920935"/>
                    <a:pt x="5197541" y="2057400"/>
                    <a:pt x="5029200" y="2057400"/>
                  </a:cubicBezTo>
                  <a:lnTo>
                    <a:pt x="0" y="2057400"/>
                  </a:lnTo>
                  <a:lnTo>
                    <a:pt x="0" y="304797"/>
                  </a:lnTo>
                  <a:close/>
                </a:path>
              </a:pathLst>
            </a:custGeom>
            <a:gradFill>
              <a:gsLst>
                <a:gs pos="0">
                  <a:schemeClr val="accent2"/>
                </a:gs>
                <a:gs pos="100000">
                  <a:schemeClr val="accent1"/>
                </a:gs>
              </a:gsLst>
              <a:lin ang="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440" y="3780"/>
              <a:ext cx="1440" cy="1440"/>
            </a:xfrm>
            <a:prstGeom prst="rect">
              <a:avLst/>
            </a:prstGeom>
            <a:noFill/>
          </p:spPr>
        </p:pic>
        <p:sp>
          <p:nvSpPr>
            <p:cNvPr id="6" name="文本框 5"/>
            <p:cNvSpPr txBox="1"/>
            <p:nvPr>
              <p:custDataLst>
                <p:tags r:id="rId8"/>
              </p:custDataLst>
            </p:nvPr>
          </p:nvSpPr>
          <p:spPr>
            <a:xfrm>
              <a:off x="3280" y="3380"/>
              <a:ext cx="57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革命精神的传承</a:t>
              </a:r>
              <a:endParaRPr lang="zh-CN" altLang="en-US" sz="2400">
                <a:solidFill>
                  <a:schemeClr val="tx1"/>
                </a:solidFill>
                <a:latin typeface="Microsoft YaHei UI" panose="020B0503020204020204" charset="-122"/>
                <a:ea typeface="Microsoft YaHei UI" panose="020B0503020204020204" charset="-122"/>
              </a:endParaRPr>
            </a:p>
          </p:txBody>
        </p:sp>
        <p:sp>
          <p:nvSpPr>
            <p:cNvPr id="7" name="文本框 6"/>
            <p:cNvSpPr txBox="1"/>
            <p:nvPr>
              <p:custDataLst>
                <p:tags r:id="rId9"/>
              </p:custDataLst>
            </p:nvPr>
          </p:nvSpPr>
          <p:spPr>
            <a:xfrm>
              <a:off x="3280" y="4180"/>
              <a:ext cx="568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辛亥革命博物馆展示了革命先烈的英勇事迹，体现了不屈不挠的革命精神。</a:t>
              </a:r>
              <a:endParaRPr lang="zh-CN" altLang="en-US" sz="1600">
                <a:solidFill>
                  <a:schemeClr val="tx1"/>
                </a:solidFill>
                <a:latin typeface="Microsoft YaHei UI" panose="020B0503020204020204" charset="-122"/>
                <a:ea typeface="Microsoft YaHei UI" panose="020B0503020204020204" charset="-122"/>
              </a:endParaRPr>
            </a:p>
          </p:txBody>
        </p:sp>
        <p:sp>
          <p:nvSpPr>
            <p:cNvPr id="8" name="任意多边形 7"/>
            <p:cNvSpPr/>
            <p:nvPr>
              <p:custDataLst>
                <p:tags r:id="rId10"/>
              </p:custDataLst>
            </p:nvPr>
          </p:nvSpPr>
          <p:spPr>
            <a:xfrm>
              <a:off x="960" y="6600"/>
              <a:ext cx="8399" cy="3240"/>
            </a:xfrm>
            <a:custGeom>
              <a:avLst/>
              <a:gdLst>
                <a:gd name="connisteX0" fmla="*/ 0 w 74083"/>
                <a:gd name="connsiteY0" fmla="*/ 304796 h 28575"/>
                <a:gd name="connisteX1" fmla="*/ 304796 w 74083"/>
                <a:gd name="connsiteY1" fmla="*/ 0 h 28575"/>
                <a:gd name="connisteX2" fmla="*/ 5333996 w 74083"/>
                <a:gd name="connsiteY2" fmla="*/ 0 h 28575"/>
                <a:gd name="connisteX3" fmla="*/ 5333996 w 74083"/>
                <a:gd name="connsiteY3" fmla="*/ 1752603 h 28575"/>
                <a:gd name="connisteX4" fmla="*/ 5029200 w 74083"/>
                <a:gd name="connsiteY4" fmla="*/ 2057400 h 28575"/>
                <a:gd name="connisteX5" fmla="*/ 0 w 74083"/>
                <a:gd name="connsiteY5" fmla="*/ 2057400 h 28575"/>
                <a:gd name="connisteX6" fmla="*/ 0 w 74083"/>
                <a:gd name="connsiteY6" fmla="*/ 304796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3997" h="2057400">
                  <a:moveTo>
                    <a:pt x="0" y="304797"/>
                  </a:moveTo>
                  <a:cubicBezTo>
                    <a:pt x="0" y="136465"/>
                    <a:pt x="136465" y="0"/>
                    <a:pt x="304797" y="0"/>
                  </a:cubicBezTo>
                  <a:lnTo>
                    <a:pt x="5333997" y="0"/>
                  </a:lnTo>
                  <a:lnTo>
                    <a:pt x="5333997" y="1752603"/>
                  </a:lnTo>
                  <a:cubicBezTo>
                    <a:pt x="5333997" y="1920935"/>
                    <a:pt x="5197541" y="2057400"/>
                    <a:pt x="5029200" y="2057400"/>
                  </a:cubicBezTo>
                  <a:lnTo>
                    <a:pt x="0" y="2057400"/>
                  </a:lnTo>
                  <a:lnTo>
                    <a:pt x="0" y="304797"/>
                  </a:lnTo>
                  <a:close/>
                </a:path>
              </a:pathLst>
            </a:cu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1440" y="7499"/>
              <a:ext cx="1440" cy="1440"/>
            </a:xfrm>
            <a:prstGeom prst="rect">
              <a:avLst/>
            </a:prstGeom>
            <a:noFill/>
          </p:spPr>
        </p:pic>
        <p:sp>
          <p:nvSpPr>
            <p:cNvPr id="10" name="文本框 9"/>
            <p:cNvSpPr txBox="1"/>
            <p:nvPr>
              <p:custDataLst>
                <p:tags r:id="rId14"/>
              </p:custDataLst>
            </p:nvPr>
          </p:nvSpPr>
          <p:spPr>
            <a:xfrm>
              <a:off x="3280" y="7100"/>
              <a:ext cx="572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红色文化的教育功能</a:t>
              </a:r>
              <a:endParaRPr lang="zh-CN" altLang="en-US" sz="2400">
                <a:solidFill>
                  <a:schemeClr val="bg1"/>
                </a:solidFill>
                <a:latin typeface="Microsoft YaHei UI" panose="020B0503020204020204" charset="-122"/>
                <a:ea typeface="Microsoft YaHei UI" panose="020B0503020204020204" charset="-122"/>
              </a:endParaRPr>
            </a:p>
          </p:txBody>
        </p:sp>
        <p:sp>
          <p:nvSpPr>
            <p:cNvPr id="11" name="文本框 10"/>
            <p:cNvSpPr txBox="1"/>
            <p:nvPr>
              <p:custDataLst>
                <p:tags r:id="rId15"/>
              </p:custDataLst>
            </p:nvPr>
          </p:nvSpPr>
          <p:spPr>
            <a:xfrm>
              <a:off x="3280" y="7900"/>
              <a:ext cx="568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博物馆作为红色教育基地，对青少年进行爱国主义教育，传承红色基因。</a:t>
              </a:r>
              <a:endParaRPr lang="zh-CN" altLang="en-US" sz="1600">
                <a:solidFill>
                  <a:schemeClr val="bg1"/>
                </a:solidFill>
                <a:latin typeface="Microsoft YaHei UI" panose="020B0503020204020204" charset="-122"/>
                <a:ea typeface="Microsoft YaHei UI" panose="020B0503020204020204" charset="-122"/>
              </a:endParaRPr>
            </a:p>
          </p:txBody>
        </p:sp>
        <p:sp>
          <p:nvSpPr>
            <p:cNvPr id="12" name="任意多边形 11"/>
            <p:cNvSpPr/>
            <p:nvPr>
              <p:custDataLst>
                <p:tags r:id="rId16"/>
              </p:custDataLst>
            </p:nvPr>
          </p:nvSpPr>
          <p:spPr>
            <a:xfrm>
              <a:off x="9840" y="2880"/>
              <a:ext cx="8400" cy="3240"/>
            </a:xfrm>
            <a:custGeom>
              <a:avLst/>
              <a:gdLst>
                <a:gd name="connisteX0" fmla="*/ 0 w 74083"/>
                <a:gd name="connsiteY0" fmla="*/ 304796 h 28575"/>
                <a:gd name="connisteX1" fmla="*/ 304796 w 74083"/>
                <a:gd name="connsiteY1" fmla="*/ 0 h 28575"/>
                <a:gd name="connisteX2" fmla="*/ 5333996 w 74083"/>
                <a:gd name="connsiteY2" fmla="*/ 0 h 28575"/>
                <a:gd name="connisteX3" fmla="*/ 5333996 w 74083"/>
                <a:gd name="connsiteY3" fmla="*/ 1752603 h 28575"/>
                <a:gd name="connisteX4" fmla="*/ 5029200 w 74083"/>
                <a:gd name="connsiteY4" fmla="*/ 2057400 h 28575"/>
                <a:gd name="connisteX5" fmla="*/ 0 w 74083"/>
                <a:gd name="connsiteY5" fmla="*/ 2057400 h 28575"/>
                <a:gd name="connisteX6" fmla="*/ 0 w 74083"/>
                <a:gd name="connsiteY6" fmla="*/ 304796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3997" h="2057400">
                  <a:moveTo>
                    <a:pt x="0" y="304797"/>
                  </a:moveTo>
                  <a:cubicBezTo>
                    <a:pt x="0" y="136465"/>
                    <a:pt x="136465" y="0"/>
                    <a:pt x="304797" y="0"/>
                  </a:cubicBezTo>
                  <a:lnTo>
                    <a:pt x="5333997" y="0"/>
                  </a:lnTo>
                  <a:lnTo>
                    <a:pt x="5333997" y="1752603"/>
                  </a:lnTo>
                  <a:cubicBezTo>
                    <a:pt x="5333997" y="1920935"/>
                    <a:pt x="5197541" y="2057400"/>
                    <a:pt x="5029200" y="2057400"/>
                  </a:cubicBezTo>
                  <a:lnTo>
                    <a:pt x="0" y="2057400"/>
                  </a:lnTo>
                  <a:lnTo>
                    <a:pt x="0" y="304797"/>
                  </a:lnTo>
                  <a:close/>
                </a:path>
              </a:pathLst>
            </a:custGeom>
            <a:solidFill>
              <a:schemeClr val="accent5"/>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10320" y="3780"/>
              <a:ext cx="1440" cy="1440"/>
            </a:xfrm>
            <a:prstGeom prst="rect">
              <a:avLst/>
            </a:prstGeom>
            <a:noFill/>
          </p:spPr>
        </p:pic>
        <p:sp>
          <p:nvSpPr>
            <p:cNvPr id="14" name="文本框 13"/>
            <p:cNvSpPr txBox="1"/>
            <p:nvPr>
              <p:custDataLst>
                <p:tags r:id="rId20"/>
              </p:custDataLst>
            </p:nvPr>
          </p:nvSpPr>
          <p:spPr>
            <a:xfrm>
              <a:off x="12160" y="3380"/>
              <a:ext cx="572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历史教育的重要性</a:t>
              </a:r>
              <a:endParaRPr lang="zh-CN" altLang="en-US" sz="2400">
                <a:solidFill>
                  <a:schemeClr val="bg1"/>
                </a:solidFill>
                <a:latin typeface="Microsoft YaHei UI" panose="020B0503020204020204" charset="-122"/>
                <a:ea typeface="Microsoft YaHei UI" panose="020B0503020204020204" charset="-122"/>
              </a:endParaRPr>
            </a:p>
          </p:txBody>
        </p:sp>
        <p:sp>
          <p:nvSpPr>
            <p:cNvPr id="15" name="文本框 14"/>
            <p:cNvSpPr txBox="1"/>
            <p:nvPr>
              <p:custDataLst>
                <p:tags r:id="rId21"/>
              </p:custDataLst>
            </p:nvPr>
          </p:nvSpPr>
          <p:spPr>
            <a:xfrm>
              <a:off x="12160" y="4180"/>
              <a:ext cx="568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通过参观博物馆，人们可以了解历史，增强国家意识和历史责任感。</a:t>
              </a:r>
              <a:endParaRPr lang="zh-CN" altLang="en-US" sz="1600">
                <a:solidFill>
                  <a:schemeClr val="bg1"/>
                </a:solidFill>
                <a:latin typeface="Microsoft YaHei UI" panose="020B0503020204020204" charset="-122"/>
                <a:ea typeface="Microsoft YaHei UI" panose="020B0503020204020204" charset="-122"/>
              </a:endParaRPr>
            </a:p>
          </p:txBody>
        </p:sp>
        <p:sp>
          <p:nvSpPr>
            <p:cNvPr id="16" name="任意多边形 15"/>
            <p:cNvSpPr/>
            <p:nvPr>
              <p:custDataLst>
                <p:tags r:id="rId22"/>
              </p:custDataLst>
            </p:nvPr>
          </p:nvSpPr>
          <p:spPr>
            <a:xfrm>
              <a:off x="9840" y="6600"/>
              <a:ext cx="8400" cy="3240"/>
            </a:xfrm>
            <a:custGeom>
              <a:avLst/>
              <a:gdLst>
                <a:gd name="connisteX0" fmla="*/ 0 w 74083"/>
                <a:gd name="connsiteY0" fmla="*/ 304796 h 28575"/>
                <a:gd name="connisteX1" fmla="*/ 304796 w 74083"/>
                <a:gd name="connsiteY1" fmla="*/ 0 h 28575"/>
                <a:gd name="connisteX2" fmla="*/ 5333996 w 74083"/>
                <a:gd name="connsiteY2" fmla="*/ 0 h 28575"/>
                <a:gd name="connisteX3" fmla="*/ 5333996 w 74083"/>
                <a:gd name="connsiteY3" fmla="*/ 1752603 h 28575"/>
                <a:gd name="connisteX4" fmla="*/ 5029200 w 74083"/>
                <a:gd name="connsiteY4" fmla="*/ 2057400 h 28575"/>
                <a:gd name="connisteX5" fmla="*/ 0 w 74083"/>
                <a:gd name="connsiteY5" fmla="*/ 2057400 h 28575"/>
                <a:gd name="connisteX6" fmla="*/ 0 w 74083"/>
                <a:gd name="connsiteY6" fmla="*/ 304796 h 28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33997" h="2057400">
                  <a:moveTo>
                    <a:pt x="0" y="304797"/>
                  </a:moveTo>
                  <a:cubicBezTo>
                    <a:pt x="0" y="136465"/>
                    <a:pt x="136465" y="0"/>
                    <a:pt x="304797" y="0"/>
                  </a:cubicBezTo>
                  <a:lnTo>
                    <a:pt x="5333997" y="0"/>
                  </a:lnTo>
                  <a:lnTo>
                    <a:pt x="5333997" y="1752603"/>
                  </a:lnTo>
                  <a:cubicBezTo>
                    <a:pt x="5333997" y="1920935"/>
                    <a:pt x="5197541" y="2057400"/>
                    <a:pt x="5029200" y="2057400"/>
                  </a:cubicBezTo>
                  <a:lnTo>
                    <a:pt x="0" y="2057400"/>
                  </a:lnTo>
                  <a:lnTo>
                    <a:pt x="0" y="304797"/>
                  </a:lnTo>
                  <a:close/>
                </a:path>
              </a:pathLst>
            </a:custGeom>
            <a:gradFill>
              <a:gsLst>
                <a:gs pos="0">
                  <a:schemeClr val="accent2"/>
                </a:gs>
                <a:gs pos="100000">
                  <a:schemeClr val="accent1"/>
                </a:gs>
              </a:gsLst>
              <a:lin ang="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10320" y="7499"/>
              <a:ext cx="1440" cy="1440"/>
            </a:xfrm>
            <a:prstGeom prst="rect">
              <a:avLst/>
            </a:prstGeom>
            <a:noFill/>
          </p:spPr>
        </p:pic>
        <p:sp>
          <p:nvSpPr>
            <p:cNvPr id="18" name="文本框 17"/>
            <p:cNvSpPr txBox="1"/>
            <p:nvPr>
              <p:custDataLst>
                <p:tags r:id="rId26"/>
              </p:custDataLst>
            </p:nvPr>
          </p:nvSpPr>
          <p:spPr>
            <a:xfrm>
              <a:off x="12160" y="7100"/>
              <a:ext cx="57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红色文化的创新与发展</a:t>
              </a:r>
              <a:endParaRPr lang="zh-CN" altLang="en-US" sz="2400">
                <a:solidFill>
                  <a:schemeClr val="tx1"/>
                </a:solidFill>
                <a:latin typeface="Microsoft YaHei UI" panose="020B0503020204020204" charset="-122"/>
                <a:ea typeface="Microsoft YaHei UI" panose="020B0503020204020204" charset="-122"/>
              </a:endParaRPr>
            </a:p>
          </p:txBody>
        </p:sp>
        <p:sp>
          <p:nvSpPr>
            <p:cNvPr id="19" name="文本框 18"/>
            <p:cNvSpPr txBox="1"/>
            <p:nvPr>
              <p:custDataLst>
                <p:tags r:id="rId27"/>
              </p:custDataLst>
            </p:nvPr>
          </p:nvSpPr>
          <p:spPr>
            <a:xfrm>
              <a:off x="12160" y="7900"/>
              <a:ext cx="568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结合现代科技手段，如</a:t>
              </a:r>
              <a:r>
                <a:rPr lang="en-US" altLang="zh-CN" sz="1600">
                  <a:solidFill>
                    <a:schemeClr val="tx1"/>
                  </a:solidFill>
                  <a:latin typeface="Microsoft YaHei UI" panose="020B0503020204020204" charset="-122"/>
                  <a:ea typeface="Microsoft YaHei UI" panose="020B0503020204020204" charset="-122"/>
                </a:rPr>
                <a:t>AR</a:t>
              </a:r>
              <a:r>
                <a:rPr lang="zh-CN" altLang="en-US" sz="1600">
                  <a:solidFill>
                    <a:schemeClr val="tx1"/>
                  </a:solidFill>
                  <a:latin typeface="Microsoft YaHei UI" panose="020B0503020204020204" charset="-122"/>
                  <a:ea typeface="Microsoft YaHei UI" panose="020B0503020204020204" charset="-122"/>
                </a:rPr>
                <a:t>、</a:t>
              </a:r>
              <a:r>
                <a:rPr lang="en-US" altLang="zh-CN" sz="1600">
                  <a:solidFill>
                    <a:schemeClr val="tx1"/>
                  </a:solidFill>
                  <a:latin typeface="Microsoft YaHei UI" panose="020B0503020204020204" charset="-122"/>
                  <a:ea typeface="Microsoft YaHei UI" panose="020B0503020204020204" charset="-122"/>
                </a:rPr>
                <a:t>VR</a:t>
              </a:r>
              <a:r>
                <a:rPr lang="zh-CN" altLang="en-US" sz="1600">
                  <a:solidFill>
                    <a:schemeClr val="tx1"/>
                  </a:solidFill>
                  <a:latin typeface="Microsoft YaHei UI" panose="020B0503020204020204" charset="-122"/>
                  <a:ea typeface="Microsoft YaHei UI" panose="020B0503020204020204" charset="-122"/>
                </a:rPr>
                <a:t>等，使红色文化教育更加生动，吸引年轻一代。</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8"/>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4051304" y="609603"/>
            <a:ext cx="7531099" cy="761997"/>
          </a:xfrm>
          <a:noFill/>
        </p:spPr>
        <p:txBody>
          <a:bodyPr lIns="0" tIns="0" rIns="0" bIns="0" anchor="t">
            <a:noAutofit/>
          </a:bodyPr>
          <a:p>
            <a:pPr algn="r">
              <a:lnSpc>
                <a:spcPct val="114000"/>
              </a:lnSpc>
            </a:pPr>
            <a:r>
              <a:rPr lang="zh-CN" altLang="en-US" sz="4400">
                <a:solidFill>
                  <a:schemeClr val="tx1"/>
                </a:solidFill>
                <a:latin typeface="Microsoft YaHei UI" panose="020B0503020204020204" charset="-122"/>
                <a:ea typeface="Microsoft YaHei UI" panose="020B0503020204020204" charset="-122"/>
              </a:rPr>
              <a:t>传承红色基因的重要性</a:t>
            </a:r>
            <a:endParaRPr lang="zh-CN" altLang="en-US" sz="4400">
              <a:solidFill>
                <a:schemeClr val="tx1"/>
              </a:solidFill>
              <a:latin typeface="Microsoft YaHei UI" panose="020B0503020204020204" charset="-122"/>
              <a:ea typeface="Microsoft YaHei UI" panose="020B0503020204020204" charset="-122"/>
            </a:endParaRPr>
          </a:p>
        </p:txBody>
      </p:sp>
      <p:pic>
        <p:nvPicPr>
          <p:cNvPr id="3" name="图片 2"/>
          <p:cNvPicPr/>
          <p:nvPr>
            <p:custDataLst>
              <p:tags r:id="rId2"/>
            </p:custDataLst>
          </p:nvPr>
        </p:nvPicPr>
        <p:blipFill>
          <a:blip r:embed="rId3"/>
          <a:stretch>
            <a:fillRect/>
          </a:stretch>
        </p:blipFill>
        <p:spPr>
          <a:xfrm>
            <a:off x="0" y="0"/>
            <a:ext cx="35814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4" name="任意多边形 3"/>
          <p:cNvSpPr/>
          <p:nvPr>
            <p:custDataLst>
              <p:tags r:id="rId4"/>
            </p:custDataLst>
          </p:nvPr>
        </p:nvSpPr>
        <p:spPr>
          <a:xfrm rot="5400000" flipV="1">
            <a:off x="1143000" y="3124203"/>
            <a:ext cx="4418965" cy="1828800"/>
          </a:xfrm>
          <a:custGeom>
            <a:avLst/>
            <a:gdLst>
              <a:gd name="connisteX0" fmla="*/ 0 w 61383"/>
              <a:gd name="connsiteY0" fmla="*/ 304796 h 25400"/>
              <a:gd name="connisteX1" fmla="*/ 304796 w 61383"/>
              <a:gd name="connsiteY1" fmla="*/ 0 h 25400"/>
              <a:gd name="connisteX2" fmla="*/ 4419596 w 61383"/>
              <a:gd name="connsiteY2" fmla="*/ 0 h 25400"/>
              <a:gd name="connisteX3" fmla="*/ 4419596 w 61383"/>
              <a:gd name="connsiteY3" fmla="*/ 1524003 h 25400"/>
              <a:gd name="connisteX4" fmla="*/ 4114800 w 61383"/>
              <a:gd name="connsiteY4" fmla="*/ 1828800 h 25400"/>
              <a:gd name="connisteX5" fmla="*/ 0 w 61383"/>
              <a:gd name="connsiteY5" fmla="*/ 1828800 h 25400"/>
              <a:gd name="connisteX6" fmla="*/ 0 w 61383"/>
              <a:gd name="connsiteY6" fmla="*/ 304796 h 25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419597" h="1828800">
                <a:moveTo>
                  <a:pt x="0" y="304797"/>
                </a:moveTo>
                <a:cubicBezTo>
                  <a:pt x="0" y="136465"/>
                  <a:pt x="136465" y="0"/>
                  <a:pt x="304797" y="0"/>
                </a:cubicBezTo>
                <a:lnTo>
                  <a:pt x="4419597" y="0"/>
                </a:lnTo>
                <a:lnTo>
                  <a:pt x="4419597" y="1524003"/>
                </a:lnTo>
                <a:cubicBezTo>
                  <a:pt x="4419597" y="1692335"/>
                  <a:pt x="4283141" y="1828800"/>
                  <a:pt x="4114800" y="1828800"/>
                </a:cubicBezTo>
                <a:lnTo>
                  <a:pt x="0" y="1828800"/>
                </a:lnTo>
                <a:lnTo>
                  <a:pt x="0" y="304797"/>
                </a:lnTo>
                <a:close/>
              </a:path>
            </a:pathLst>
          </a:custGeom>
          <a:gradFill>
            <a:gsLst>
              <a:gs pos="0">
                <a:schemeClr val="accent2"/>
              </a:gs>
              <a:gs pos="100000">
                <a:schemeClr val="accent1"/>
              </a:gs>
            </a:gsLst>
            <a:lin ang="108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7" name="组合 16"/>
          <p:cNvGrpSpPr/>
          <p:nvPr/>
        </p:nvGrpSpPr>
        <p:grpSpPr>
          <a:xfrm>
            <a:off x="4419597" y="1828800"/>
            <a:ext cx="7162800" cy="4419597"/>
            <a:chOff x="6960" y="2880"/>
            <a:chExt cx="11280" cy="6960"/>
          </a:xfrm>
        </p:grpSpPr>
        <p:pic>
          <p:nvPicPr>
            <p:cNvPr id="5" name="图片 4" descr="C:/Users/Cao_Turkey_Su/AppData/Roaming/Kingsoft/office6/wppai/generateppt/ae8a5e88-5a08-4eb8-ab9f-52d5294e5509.jpgae8a5e88-5a08-4eb8-ab9f-52d5294e5509"/>
            <p:cNvPicPr preferRelativeResize="0">
              <a:picLocks noChangeAspect="1"/>
            </p:cNvPicPr>
            <p:nvPr>
              <p:custDataLst>
                <p:tags r:id="rId5"/>
              </p:custDataLst>
            </p:nvPr>
          </p:nvPicPr>
          <p:blipFill>
            <a:blip r:embed="rId6"/>
            <a:srcRect l="909" r="909"/>
            <a:stretch>
              <a:fillRect/>
            </a:stretch>
          </p:blipFill>
          <p:spPr>
            <a:xfrm>
              <a:off x="6960" y="2880"/>
              <a:ext cx="5519" cy="3359"/>
            </a:xfrm>
            <a:custGeom>
              <a:avLst/>
              <a:gdLst>
                <a:gd name="connisteX0" fmla="*/ 0 w 48683"/>
                <a:gd name="connsiteY0" fmla="*/ 304796 h 29633"/>
                <a:gd name="connisteX1" fmla="*/ 304796 w 48683"/>
                <a:gd name="connsiteY1" fmla="*/ 0 h 29633"/>
                <a:gd name="connisteX2" fmla="*/ 3505196 w 48683"/>
                <a:gd name="connsiteY2" fmla="*/ 0 h 29633"/>
                <a:gd name="connisteX3" fmla="*/ 3505196 w 48683"/>
                <a:gd name="connsiteY3" fmla="*/ 2133596 h 29633"/>
                <a:gd name="connisteX4" fmla="*/ 0 w 48683"/>
                <a:gd name="connsiteY4" fmla="*/ 2133596 h 29633"/>
                <a:gd name="connisteX5" fmla="*/ 0 w 48683"/>
                <a:gd name="connsiteY5" fmla="*/ 304796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05197" h="2133597">
                  <a:moveTo>
                    <a:pt x="0" y="304797"/>
                  </a:moveTo>
                  <a:cubicBezTo>
                    <a:pt x="0" y="136465"/>
                    <a:pt x="136465" y="0"/>
                    <a:pt x="304797" y="0"/>
                  </a:cubicBezTo>
                  <a:lnTo>
                    <a:pt x="3505197" y="0"/>
                  </a:lnTo>
                  <a:lnTo>
                    <a:pt x="3505197" y="2133597"/>
                  </a:lnTo>
                  <a:lnTo>
                    <a:pt x="0" y="2133597"/>
                  </a:lnTo>
                  <a:lnTo>
                    <a:pt x="0" y="304797"/>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8" name="任意多边形 7"/>
            <p:cNvSpPr/>
            <p:nvPr>
              <p:custDataLst>
                <p:tags r:id="rId8"/>
              </p:custDataLst>
            </p:nvPr>
          </p:nvSpPr>
          <p:spPr>
            <a:xfrm>
              <a:off x="6960" y="6240"/>
              <a:ext cx="5520" cy="3600"/>
            </a:xfrm>
            <a:custGeom>
              <a:avLst/>
              <a:gdLst>
                <a:gd name="connisteX0" fmla="*/ 0 w 48683"/>
                <a:gd name="connsiteY0" fmla="*/ 0 h 31750"/>
                <a:gd name="connisteX1" fmla="*/ 3505196 w 48683"/>
                <a:gd name="connsiteY1" fmla="*/ 0 h 31750"/>
                <a:gd name="connisteX2" fmla="*/ 3505196 w 48683"/>
                <a:gd name="connsiteY2" fmla="*/ 1981203 h 31750"/>
                <a:gd name="connisteX3" fmla="*/ 3200400 w 48683"/>
                <a:gd name="connsiteY3" fmla="*/ 2286000 h 31750"/>
                <a:gd name="connisteX4" fmla="*/ 0 w 48683"/>
                <a:gd name="connsiteY4" fmla="*/ 2286000 h 31750"/>
                <a:gd name="connisteX5" fmla="*/ 0 w 48683"/>
                <a:gd name="connsiteY5" fmla="*/ 0 h 317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05197" h="2286000">
                  <a:moveTo>
                    <a:pt x="0" y="0"/>
                  </a:moveTo>
                  <a:lnTo>
                    <a:pt x="3505197" y="0"/>
                  </a:lnTo>
                  <a:lnTo>
                    <a:pt x="3505197" y="1981203"/>
                  </a:lnTo>
                  <a:cubicBezTo>
                    <a:pt x="3505197" y="2149535"/>
                    <a:pt x="3368741" y="2286000"/>
                    <a:pt x="3200400" y="2286000"/>
                  </a:cubicBezTo>
                  <a:lnTo>
                    <a:pt x="0" y="2286000"/>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C:/Users/Cao_Turkey_Su/AppData/Roaming/Kingsoft/office6/wppai/generateppt/491e9eb2-06cc-4706-af83-d71057da7e8b.jpg491e9eb2-06cc-4706-af83-d71057da7e8b"/>
            <p:cNvPicPr preferRelativeResize="0">
              <a:picLocks noChangeAspect="1"/>
            </p:cNvPicPr>
            <p:nvPr>
              <p:custDataLst>
                <p:tags r:id="rId9"/>
              </p:custDataLst>
            </p:nvPr>
          </p:nvPicPr>
          <p:blipFill>
            <a:blip r:embed="rId10"/>
            <a:srcRect l="909" r="909"/>
            <a:stretch>
              <a:fillRect/>
            </a:stretch>
          </p:blipFill>
          <p:spPr>
            <a:xfrm>
              <a:off x="12720" y="2880"/>
              <a:ext cx="5519" cy="3359"/>
            </a:xfrm>
            <a:custGeom>
              <a:avLst/>
              <a:gdLst>
                <a:gd name="connisteX0" fmla="*/ 0 w 48683"/>
                <a:gd name="connsiteY0" fmla="*/ 304796 h 29633"/>
                <a:gd name="connisteX1" fmla="*/ 304796 w 48683"/>
                <a:gd name="connsiteY1" fmla="*/ 0 h 29633"/>
                <a:gd name="connisteX2" fmla="*/ 3505196 w 48683"/>
                <a:gd name="connsiteY2" fmla="*/ 0 h 29633"/>
                <a:gd name="connisteX3" fmla="*/ 3505196 w 48683"/>
                <a:gd name="connsiteY3" fmla="*/ 2133596 h 29633"/>
                <a:gd name="connisteX4" fmla="*/ 0 w 48683"/>
                <a:gd name="connsiteY4" fmla="*/ 2133596 h 29633"/>
                <a:gd name="connisteX5" fmla="*/ 0 w 48683"/>
                <a:gd name="connsiteY5" fmla="*/ 304796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05197" h="2133597">
                  <a:moveTo>
                    <a:pt x="0" y="304797"/>
                  </a:moveTo>
                  <a:cubicBezTo>
                    <a:pt x="0" y="136465"/>
                    <a:pt x="136465" y="0"/>
                    <a:pt x="304797" y="0"/>
                  </a:cubicBezTo>
                  <a:lnTo>
                    <a:pt x="3505197" y="0"/>
                  </a:lnTo>
                  <a:lnTo>
                    <a:pt x="3505197" y="2133597"/>
                  </a:lnTo>
                  <a:lnTo>
                    <a:pt x="0" y="2133597"/>
                  </a:lnTo>
                  <a:lnTo>
                    <a:pt x="0" y="304797"/>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4" name="任意多边形 13"/>
            <p:cNvSpPr/>
            <p:nvPr>
              <p:custDataLst>
                <p:tags r:id="rId11"/>
              </p:custDataLst>
            </p:nvPr>
          </p:nvSpPr>
          <p:spPr>
            <a:xfrm>
              <a:off x="12720" y="6240"/>
              <a:ext cx="5520" cy="3600"/>
            </a:xfrm>
            <a:custGeom>
              <a:avLst/>
              <a:gdLst>
                <a:gd name="connisteX0" fmla="*/ 0 w 48683"/>
                <a:gd name="connsiteY0" fmla="*/ 0 h 31750"/>
                <a:gd name="connisteX1" fmla="*/ 3505196 w 48683"/>
                <a:gd name="connsiteY1" fmla="*/ 0 h 31750"/>
                <a:gd name="connisteX2" fmla="*/ 3505196 w 48683"/>
                <a:gd name="connsiteY2" fmla="*/ 1981203 h 31750"/>
                <a:gd name="connisteX3" fmla="*/ 3200400 w 48683"/>
                <a:gd name="connsiteY3" fmla="*/ 2286000 h 31750"/>
                <a:gd name="connisteX4" fmla="*/ 0 w 48683"/>
                <a:gd name="connsiteY4" fmla="*/ 2286000 h 31750"/>
                <a:gd name="connisteX5" fmla="*/ 0 w 48683"/>
                <a:gd name="connsiteY5" fmla="*/ 0 h 317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3505197" h="2286000">
                  <a:moveTo>
                    <a:pt x="0" y="0"/>
                  </a:moveTo>
                  <a:lnTo>
                    <a:pt x="3505197" y="0"/>
                  </a:lnTo>
                  <a:lnTo>
                    <a:pt x="3505197" y="1981203"/>
                  </a:lnTo>
                  <a:cubicBezTo>
                    <a:pt x="3505197" y="2149535"/>
                    <a:pt x="3368741" y="2286000"/>
                    <a:pt x="3200400" y="2286000"/>
                  </a:cubicBezTo>
                  <a:lnTo>
                    <a:pt x="0" y="2286000"/>
                  </a:lnTo>
                  <a:lnTo>
                    <a:pt x="0" y="0"/>
                  </a:lnTo>
                  <a:close/>
                </a:path>
              </a:pathLst>
            </a:custGeom>
            <a:gradFill>
              <a:gsLst>
                <a:gs pos="0">
                  <a:schemeClr val="accent2"/>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12"/>
              </p:custDataLst>
            </p:nvPr>
          </p:nvSpPr>
          <p:spPr>
            <a:xfrm>
              <a:off x="7440" y="6880"/>
              <a:ext cx="46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弘扬革命精神</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13"/>
              </p:custDataLst>
            </p:nvPr>
          </p:nvSpPr>
          <p:spPr>
            <a:xfrm>
              <a:off x="7440" y="7760"/>
              <a:ext cx="464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通过红色基因的传承，可以激发新一代的爱国热情，弘扬辛亥革命的革命精神。</a:t>
              </a:r>
              <a:endParaRPr lang="zh-CN" altLang="en-US" sz="16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4"/>
              </p:custDataLst>
            </p:nvPr>
          </p:nvSpPr>
          <p:spPr>
            <a:xfrm>
              <a:off x="13200" y="6880"/>
              <a:ext cx="46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增强国家认同感</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5"/>
              </p:custDataLst>
            </p:nvPr>
          </p:nvSpPr>
          <p:spPr>
            <a:xfrm>
              <a:off x="13200" y="7760"/>
              <a:ext cx="464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红色基因的传承有助于增强公民对国家历史的认同感，促进社会主义核心价值观的建设。</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10362565" y="0"/>
            <a:ext cx="1828800"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609603" y="609603"/>
            <a:ext cx="6464296"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rPr>
              <a:t>当代青年的角色与使命</a:t>
            </a:r>
            <a:endParaRPr lang="zh-CN" altLang="en-US" sz="4400">
              <a:solidFill>
                <a:schemeClr val="tx1"/>
              </a:solidFill>
              <a:latin typeface="Microsoft YaHei UI" panose="020B0503020204020204" charset="-122"/>
              <a:ea typeface="Microsoft YaHei UI" panose="020B0503020204020204" charset="-122"/>
            </a:endParaRPr>
          </a:p>
        </p:txBody>
      </p:sp>
      <p:grpSp>
        <p:nvGrpSpPr>
          <p:cNvPr id="19" name="组合 18"/>
          <p:cNvGrpSpPr/>
          <p:nvPr/>
        </p:nvGrpSpPr>
        <p:grpSpPr>
          <a:xfrm>
            <a:off x="609600" y="2946400"/>
            <a:ext cx="6400800" cy="3302000"/>
            <a:chOff x="960" y="4640"/>
            <a:chExt cx="10080" cy="5200"/>
          </a:xfrm>
        </p:grpSpPr>
        <p:sp>
          <p:nvSpPr>
            <p:cNvPr id="4" name="任意多边形 3"/>
            <p:cNvSpPr/>
            <p:nvPr>
              <p:custDataLst>
                <p:tags r:id="rId4"/>
              </p:custDataLst>
            </p:nvPr>
          </p:nvSpPr>
          <p:spPr>
            <a:xfrm>
              <a:off x="960" y="4640"/>
              <a:ext cx="80" cy="2241"/>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5"/>
              </p:custDataLst>
            </p:nvPr>
          </p:nvSpPr>
          <p:spPr>
            <a:xfrm>
              <a:off x="1200" y="464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学习和研究历史</a:t>
              </a:r>
              <a:endParaRPr lang="zh-CN" altLang="en-US" sz="2400">
                <a:solidFill>
                  <a:schemeClr val="tx1"/>
                </a:solidFill>
                <a:latin typeface="Microsoft YaHei UI" panose="020B0503020204020204" charset="-122"/>
                <a:ea typeface="Microsoft YaHei UI" panose="020B0503020204020204" charset="-122"/>
              </a:endParaRPr>
            </a:p>
          </p:txBody>
        </p:sp>
        <p:sp>
          <p:nvSpPr>
            <p:cNvPr id="6" name="文本框 5"/>
            <p:cNvSpPr txBox="1"/>
            <p:nvPr>
              <p:custDataLst>
                <p:tags r:id="rId6"/>
              </p:custDataLst>
            </p:nvPr>
          </p:nvSpPr>
          <p:spPr>
            <a:xfrm>
              <a:off x="1200" y="5440"/>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当代青年应深入学习辛亥革命等历史事件，理解红色文化，传承革命精神。</a:t>
              </a:r>
              <a:endParaRPr lang="zh-CN" altLang="en-US" sz="1600">
                <a:solidFill>
                  <a:schemeClr val="tx1"/>
                </a:solidFill>
                <a:latin typeface="Microsoft YaHei UI" panose="020B0503020204020204" charset="-122"/>
                <a:ea typeface="Microsoft YaHei UI" panose="020B0503020204020204" charset="-122"/>
              </a:endParaRPr>
            </a:p>
          </p:txBody>
        </p:sp>
        <p:sp>
          <p:nvSpPr>
            <p:cNvPr id="7" name="任意多边形 6"/>
            <p:cNvSpPr/>
            <p:nvPr>
              <p:custDataLst>
                <p:tags r:id="rId7"/>
              </p:custDataLst>
            </p:nvPr>
          </p:nvSpPr>
          <p:spPr>
            <a:xfrm>
              <a:off x="960" y="7600"/>
              <a:ext cx="80" cy="2240"/>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8"/>
              </p:custDataLst>
            </p:nvPr>
          </p:nvSpPr>
          <p:spPr>
            <a:xfrm>
              <a:off x="1200" y="760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参与红色教育活动</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9"/>
              </p:custDataLst>
            </p:nvPr>
          </p:nvSpPr>
          <p:spPr>
            <a:xfrm>
              <a:off x="1200" y="8400"/>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积极参加红色教育活动，如参观革命博物馆，体验红色文化，增强历史使命感。</a:t>
              </a:r>
              <a:endParaRPr lang="zh-CN" altLang="en-US" sz="1600">
                <a:solidFill>
                  <a:schemeClr val="tx1"/>
                </a:solidFill>
                <a:latin typeface="Microsoft YaHei UI" panose="020B0503020204020204" charset="-122"/>
                <a:ea typeface="Microsoft YaHei UI" panose="020B0503020204020204" charset="-122"/>
              </a:endParaRPr>
            </a:p>
          </p:txBody>
        </p:sp>
        <p:sp>
          <p:nvSpPr>
            <p:cNvPr id="10" name="任意多边形 9"/>
            <p:cNvSpPr/>
            <p:nvPr>
              <p:custDataLst>
                <p:tags r:id="rId10"/>
              </p:custDataLst>
            </p:nvPr>
          </p:nvSpPr>
          <p:spPr>
            <a:xfrm>
              <a:off x="6300" y="4640"/>
              <a:ext cx="80" cy="2241"/>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11"/>
              </p:custDataLst>
            </p:nvPr>
          </p:nvSpPr>
          <p:spPr>
            <a:xfrm>
              <a:off x="6540" y="464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传播红色故事</a:t>
              </a:r>
              <a:endParaRPr lang="zh-CN" altLang="en-US" sz="24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2"/>
              </p:custDataLst>
            </p:nvPr>
          </p:nvSpPr>
          <p:spPr>
            <a:xfrm>
              <a:off x="6540" y="5440"/>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利用新媒体平台，青年可以讲述红色故事，让更多人了解并记住历史。</a:t>
              </a:r>
              <a:endParaRPr lang="zh-CN" altLang="en-US" sz="1600">
                <a:solidFill>
                  <a:schemeClr val="tx1"/>
                </a:solidFill>
                <a:latin typeface="Microsoft YaHei UI" panose="020B0503020204020204" charset="-122"/>
                <a:ea typeface="Microsoft YaHei UI" panose="020B0503020204020204" charset="-122"/>
              </a:endParaRPr>
            </a:p>
          </p:txBody>
        </p:sp>
        <p:sp>
          <p:nvSpPr>
            <p:cNvPr id="13" name="任意多边形 12"/>
            <p:cNvSpPr/>
            <p:nvPr>
              <p:custDataLst>
                <p:tags r:id="rId13"/>
              </p:custDataLst>
            </p:nvPr>
          </p:nvSpPr>
          <p:spPr>
            <a:xfrm>
              <a:off x="6300" y="7600"/>
              <a:ext cx="80" cy="2240"/>
            </a:xfrm>
            <a:custGeom>
              <a:avLst/>
              <a:gdLst>
                <a:gd name="connisteX0" fmla="*/ 0 w 705"/>
                <a:gd name="connsiteY0" fmla="*/ 25402 h 19755"/>
                <a:gd name="connisteX1" fmla="*/ 25402 w 705"/>
                <a:gd name="connsiteY1" fmla="*/ 0 h 19755"/>
                <a:gd name="connisteX2" fmla="*/ 25402 w 705"/>
                <a:gd name="connsiteY2" fmla="*/ 0 h 19755"/>
                <a:gd name="connisteX3" fmla="*/ 50804 w 705"/>
                <a:gd name="connsiteY3" fmla="*/ 25402 h 19755"/>
                <a:gd name="connisteX4" fmla="*/ 50804 w 705"/>
                <a:gd name="connsiteY4" fmla="*/ 1397002 h 19755"/>
                <a:gd name="connisteX5" fmla="*/ 25402 w 705"/>
                <a:gd name="connsiteY5" fmla="*/ 1422404 h 19755"/>
                <a:gd name="connisteX6" fmla="*/ 25402 w 705"/>
                <a:gd name="connsiteY6" fmla="*/ 1422404 h 19755"/>
                <a:gd name="connisteX7" fmla="*/ 0 w 705"/>
                <a:gd name="connsiteY7" fmla="*/ 1397002 h 19755"/>
                <a:gd name="connisteX8" fmla="*/ 0 w 705"/>
                <a:gd name="connsiteY8" fmla="*/ 25402 h 197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422404">
                  <a:moveTo>
                    <a:pt x="0" y="25402"/>
                  </a:moveTo>
                  <a:cubicBezTo>
                    <a:pt x="0" y="11375"/>
                    <a:pt x="11375" y="0"/>
                    <a:pt x="25402" y="0"/>
                  </a:cubicBezTo>
                  <a:lnTo>
                    <a:pt x="25402" y="0"/>
                  </a:lnTo>
                  <a:cubicBezTo>
                    <a:pt x="39429" y="0"/>
                    <a:pt x="50804" y="11375"/>
                    <a:pt x="50804" y="25402"/>
                  </a:cubicBezTo>
                  <a:lnTo>
                    <a:pt x="50804" y="1397002"/>
                  </a:lnTo>
                  <a:cubicBezTo>
                    <a:pt x="50804" y="1411038"/>
                    <a:pt x="39429" y="1422404"/>
                    <a:pt x="25402" y="1422404"/>
                  </a:cubicBezTo>
                  <a:lnTo>
                    <a:pt x="25402" y="1422404"/>
                  </a:lnTo>
                  <a:cubicBezTo>
                    <a:pt x="11375" y="1422404"/>
                    <a:pt x="0" y="1411038"/>
                    <a:pt x="0" y="1397002"/>
                  </a:cubicBezTo>
                  <a:lnTo>
                    <a:pt x="0" y="25402"/>
                  </a:lnTo>
                  <a:close/>
                </a:path>
              </a:pathLst>
            </a:custGeom>
            <a:gradFill>
              <a:gsLst>
                <a:gs pos="0">
                  <a:schemeClr val="accent5"/>
                </a:gs>
                <a:gs pos="100000">
                  <a:schemeClr val="accent3"/>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4"/>
              </p:custDataLst>
            </p:nvPr>
          </p:nvSpPr>
          <p:spPr>
            <a:xfrm>
              <a:off x="6540" y="7600"/>
              <a:ext cx="450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创新红色文化表达</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5"/>
              </p:custDataLst>
            </p:nvPr>
          </p:nvSpPr>
          <p:spPr>
            <a:xfrm>
              <a:off x="6540" y="8400"/>
              <a:ext cx="4460" cy="144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结合现代元素，创新红色文化的传播方式，如制作红色主题的短视频，吸引年轻一代。</a:t>
              </a:r>
              <a:endParaRPr lang="zh-CN" altLang="en-US" sz="1600">
                <a:solidFill>
                  <a:schemeClr val="tx1"/>
                </a:solidFill>
                <a:latin typeface="Microsoft YaHei UI" panose="020B0503020204020204" charset="-122"/>
                <a:ea typeface="Microsoft YaHei UI" panose="020B0503020204020204" charset="-122"/>
              </a:endParaRPr>
            </a:p>
          </p:txBody>
        </p:sp>
      </p:grpSp>
      <p:pic>
        <p:nvPicPr>
          <p:cNvPr id="16" name="图片 15" descr="C:/Users/Cao_Turkey_Su/AppData/Roaming/Kingsoft/office6/wppai/generateppt/7a5b9cfc-678c-44ae-b16b-ba096a6f00f4.jpg7a5b9cfc-678c-44ae-b16b-ba096a6f00f4"/>
          <p:cNvPicPr preferRelativeResize="0">
            <a:picLocks noChangeAspect="1"/>
          </p:cNvPicPr>
          <p:nvPr>
            <p:custDataLst>
              <p:tags r:id="rId16"/>
            </p:custDataLst>
          </p:nvPr>
        </p:nvPicPr>
        <p:blipFill>
          <a:blip r:embed="rId17"/>
          <a:srcRect l="263" r="263"/>
          <a:stretch>
            <a:fillRect/>
          </a:stretch>
        </p:blipFill>
        <p:spPr>
          <a:xfrm>
            <a:off x="7543800" y="609603"/>
            <a:ext cx="4038600" cy="5638800"/>
          </a:xfrm>
          <a:prstGeom prst="rect">
            <a:avLst/>
          </a:prstGeom>
          <a:blipFill rotWithShape="1">
            <a:blip r:embed="rId1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Tree>
    <p:custDataLst>
      <p:tags r:id="rId1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3"/>
            <p:custDataLst>
              <p:tags r:id="rId1"/>
            </p:custDataLst>
          </p:nvPr>
        </p:nvSpPr>
        <p:spPr/>
        <p:txBody>
          <a:bodyPr/>
          <a:p>
            <a:r>
              <a:rPr lang="zh-CN" altLang="en-US"/>
              <a:t>THE END</a:t>
            </a:r>
            <a:endParaRPr lang="zh-CN" altLang="en-US"/>
          </a:p>
        </p:txBody>
      </p:sp>
      <p:sp>
        <p:nvSpPr>
          <p:cNvPr id="4" name="标题 3"/>
          <p:cNvSpPr>
            <a:spLocks noGrp="1"/>
          </p:cNvSpPr>
          <p:nvPr>
            <p:ph type="ctrTitle" idx="14"/>
            <p:custDataLst>
              <p:tags r:id="rId2"/>
            </p:custDataLst>
          </p:nvPr>
        </p:nvSpPr>
        <p:spPr/>
        <p:txBody>
          <a:bodyPr/>
          <a:p>
            <a:r>
              <a:rPr lang="zh-CN" altLang="en-US" sz="6300"/>
              <a:t>谢谢</a:t>
            </a:r>
            <a:endParaRPr lang="zh-CN" altLang="en-US" sz="630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UNIT_INDEX" val="1"/>
  <p:tag name="KSO_WM_UNIT_TYPE" val="i"/>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BEAUTIFY_FLAG" val="#wm#"/>
  <p:tag name="KSO_WM_UNIT_INDEX" val="2"/>
  <p:tag name="KSO_WM_UNIT_TYPE" val="i"/>
</p:tagLst>
</file>

<file path=ppt/tags/tag68.xml><?xml version="1.0" encoding="utf-8"?>
<p:tagLst xmlns:p="http://schemas.openxmlformats.org/presentationml/2006/main">
  <p:tag name="KSO_WM_BEAUTIFY_FLAG" val="#wm#"/>
  <p:tag name="KSO_WM_UNIT_INDEX" val="1"/>
  <p:tag name="KSO_WM_UNIT_SUBTYPE" val="c"/>
  <p:tag name="KSO_WM_UNIT_TYPE" val="f"/>
</p:tagLst>
</file>

<file path=ppt/tags/tag69.xml><?xml version="1.0" encoding="utf-8"?>
<p:tagLst xmlns:p="http://schemas.openxmlformats.org/presentationml/2006/main">
  <p:tag name="KSO_WM_BEAUTIFY_FLAG" val="#wm#"/>
  <p:tag name="KSO_WM_UNIT_INDEX" val="1"/>
  <p:tag name="KSO_WM_UNIT_TYPE" val="a"/>
</p:tagLst>
</file>

<file path=ppt/tags/tag70.xml><?xml version="1.0" encoding="utf-8"?>
<p:tagLst xmlns:p="http://schemas.openxmlformats.org/presentationml/2006/main">
  <p:tag name="KSO_WM_BEAUTIFY_FLAG" val="#wm#"/>
  <p:tag name="KSO_WM_UNIT_INDEX" val="2"/>
  <p:tag name="KSO_WM_UNIT_SUBTYPE" val="b"/>
  <p:tag name="KSO_WM_UNIT_TYPE" val="f"/>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UNIT_INDEX" val="1"/>
  <p:tag name="KSO_WM_UNIT_TYPE" val="i"/>
</p:tagLst>
</file>

<file path=ppt/tags/tag77.xml><?xml version="1.0" encoding="utf-8"?>
<p:tagLst xmlns:p="http://schemas.openxmlformats.org/presentationml/2006/main">
  <p:tag name="KSO_WM_BEAUTIFY_FLAG" val="#wm#"/>
  <p:tag name="KSO_WM_UNIT_INDEX" val="1"/>
  <p:tag name="KSO_WM_UNIT_TYPE" val="a"/>
</p:tagLst>
</file>

<file path=ppt/tags/tag78.xml><?xml version="1.0" encoding="utf-8"?>
<p:tagLst xmlns:p="http://schemas.openxmlformats.org/presentationml/2006/main">
  <p:tag name="KSO_WM_BEAUTIFY_FLAG" val="#wm#"/>
  <p:tag name="KSO_WM_UNIT_INDEX" val="1"/>
  <p:tag name="KSO_WM_UNIT_TYPE" val="b"/>
</p:tagLst>
</file>

<file path=ppt/tags/tag79.xml><?xml version="1.0" encoding="utf-8"?>
<p:tagLst xmlns:p="http://schemas.openxmlformats.org/presentationml/2006/main">
  <p:tag name="KSO_WM_BEAUTIFY_FLAG" val="#wm#"/>
  <p:tag name="KSO_WM_UNIT_INDEX" val="1"/>
  <p:tag name="KSO_WM_UNIT_TYPE" val="i"/>
</p:tagLst>
</file>

<file path=ppt/tags/tag80.xml><?xml version="1.0" encoding="utf-8"?>
<p:tagLst xmlns:p="http://schemas.openxmlformats.org/presentationml/2006/main">
  <p:tag name="KSO_WM_BEAUTIFY_FLAG" val="#wm#"/>
  <p:tag name="KSO_WM_UNIT_INDEX" val="2"/>
  <p:tag name="KSO_WM_UNIT_TYPE" val="i"/>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UNIT_INDEX" val="3"/>
  <p:tag name="KSO_WM_UNIT_TYPE" val="i"/>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UNIT_INDEX" val="1"/>
  <p:tag name="KSO_WM_UNIT_TYPE" val="e"/>
</p:tagLst>
</file>

<file path=ppt/tags/tag86.xml><?xml version="1.0" encoding="utf-8"?>
<p:tagLst xmlns:p="http://schemas.openxmlformats.org/presentationml/2006/main">
  <p:tag name="KSO_WM_BEAUTIFY_FLAG" val="#wm#"/>
  <p:tag name="KSO_WM_UNIT_INDEX" val="1"/>
  <p:tag name="KSO_WM_UNIT_TYPE" val="a"/>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UNIT_INDEX" val="1"/>
  <p:tag name="KSO_WM_UNIT_TYPE" val="i"/>
</p:tagLst>
</file>

<file path=ppt/tags/tag124.xml><?xml version="1.0" encoding="utf-8"?>
<p:tagLst xmlns:p="http://schemas.openxmlformats.org/presentationml/2006/main">
  <p:tag name="KSO_WM_BEAUTIFY_FLAG" val="#wm#"/>
  <p:tag name="KSO_WM_UNIT_INDEX" val="2"/>
  <p:tag name="KSO_WM_UNIT_TYPE" val="i"/>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UNIT_INDEX" val="3"/>
  <p:tag name="KSO_WM_UNIT_TYPE" val="i"/>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UNIT_INDEX" val="1"/>
  <p:tag name="KSO_WM_UNIT_TYPE" val="b"/>
</p:tagLst>
</file>

<file path=ppt/tags/tag130.xml><?xml version="1.0" encoding="utf-8"?>
<p:tagLst xmlns:p="http://schemas.openxmlformats.org/presentationml/2006/main">
  <p:tag name="KSO_WM_BEAUTIFY_FLAG" val="#wm#"/>
  <p:tag name="KSO_WM_UNIT_INDEX" val="1"/>
  <p:tag name="KSO_WM_UNIT_TYPE" val="a"/>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 name="KSO_WM_TEMPLATE_STYLE_ID" val="5bb5ab324760242f"/>
</p:tagLst>
</file>

<file path=ppt/tags/tag137.xml><?xml version="1.0" encoding="utf-8"?>
<p:tagLst xmlns:p="http://schemas.openxmlformats.org/presentationml/2006/main">
  <p:tag name="KSO_WM_BEAUTIFY_FLAG" val="#wm#"/>
  <p:tag name="KSO_WM_UNIT_INDEX" val="1"/>
  <p:tag name="KSO_WM_UNIT_SUBTYPE" val="c"/>
  <p:tag name="KSO_WM_UNIT_TYPE" val="f"/>
</p:tagLst>
</file>

<file path=ppt/tags/tag138.xml><?xml version="1.0" encoding="utf-8"?>
<p:tagLst xmlns:p="http://schemas.openxmlformats.org/presentationml/2006/main">
  <p:tag name="KSO_WM_BEAUTIFY_FLAG" val="#wm#"/>
  <p:tag name="KSO_WM_UNIT_INDEX" val="1"/>
  <p:tag name="KSO_WM_UNIT_TYPE" val="a"/>
</p:tagLst>
</file>

<file path=ppt/tags/tag139.xml><?xml version="1.0" encoding="utf-8"?>
<p:tagLst xmlns:p="http://schemas.openxmlformats.org/presentationml/2006/main">
  <p:tag name="KSO_WM_BEAUTIFY_FLAG" val="#wm#"/>
  <p:tag name="KSO_WM_UNIT_INDEX" val="2"/>
  <p:tag name="KSO_WM_UNIT_SUBTYPE" val="b"/>
  <p:tag name="KSO_WM_UNIT_TYPE" val="f"/>
</p:tagLst>
</file>

<file path=ppt/tags/tag140.xml><?xml version="1.0" encoding="utf-8"?>
<p:tagLst xmlns:p="http://schemas.openxmlformats.org/presentationml/2006/main">
  <p:tag name="KSO_WM_FIGMA_LIMIT" val=""/>
  <p:tag name="KSO_WM_FIGMA_SLIDE_GROUP" val="1"/>
  <p:tag name="KSO_WM_SLIDE_TYPE" val="title"/>
  <p:tag name="KSO_WM_TEMPLATE_SUBCATEGORY" val="29"/>
  <p:tag name="KSO_WM_TEMPLATE_FIGMA_ID" val="5bb5ab324760242f"/>
</p:tagLst>
</file>

<file path=ppt/tags/tag141.xml><?xml version="1.0" encoding="utf-8"?>
<p:tagLst xmlns:p="http://schemas.openxmlformats.org/presentationml/2006/main">
  <p:tag name="KSO_WM_BEAUTIFY_FLAG" val="#wm#"/>
  <p:tag name="KSO_WM_UNIT_INDEX" val="1"/>
  <p:tag name="KSO_WM_UNIT_TYPE" val="a"/>
</p:tagLst>
</file>

<file path=ppt/tags/tag142.xml><?xml version="1.0" encoding="utf-8"?>
<p:tagLst xmlns:p="http://schemas.openxmlformats.org/presentationml/2006/main">
  <p:tag name="KSO_WM_BEAUTIFY_FLAG" val="#wm#"/>
  <p:tag name="KSO_WM_UNIT_INDEX" val="1"/>
  <p:tag name="KSO_WM_UNIT_TYPE" val="b"/>
</p:tagLst>
</file>

<file path=ppt/tags/tag143.xml><?xml version="1.0" encoding="utf-8"?>
<p:tagLst xmlns:p="http://schemas.openxmlformats.org/presentationml/2006/main">
  <p:tag name="KSO_WM_BEAUTIFY_FLAG" val="#wm#"/>
  <p:tag name="KSO_WM_DIAGRAM_GROUP_CODE" val="1"/>
  <p:tag name="KSO_WM_UNIT_INDEX" val="1_1_1"/>
  <p:tag name="KSO_WM_UNIT_SUBTYPE" val="d"/>
  <p:tag name="KSO_WM_UNIT_TYPE" val="l_h_i"/>
  <p:tag name="KSO_WM_SLIDE_FIGMA_DIAGRAM" val="1"/>
</p:tagLst>
</file>

<file path=ppt/tags/tag144.xml><?xml version="1.0" encoding="utf-8"?>
<p:tagLst xmlns:p="http://schemas.openxmlformats.org/presentationml/2006/main">
  <p:tag name="KSO_WM_BEAUTIFY_FLAG" val="#wm#"/>
  <p:tag name="KSO_WM_DIAGRAM_GROUP_CODE" val="1"/>
  <p:tag name="KSO_WM_UNIT_INDEX" val="1_1_2"/>
  <p:tag name="KSO_WM_UNIT_TYPE" val="l_h_i"/>
  <p:tag name="KSO_WM_SLIDE_FIGMA_DIAGRAM" val="1"/>
</p:tagLst>
</file>

<file path=ppt/tags/tag145.xml><?xml version="1.0" encoding="utf-8"?>
<p:tagLst xmlns:p="http://schemas.openxmlformats.org/presentationml/2006/main">
  <p:tag name="KSO_WM_BEAUTIFY_FLAG" val="#wm#"/>
  <p:tag name="KSO_WM_DIAGRAM_GROUP_CODE" val="1"/>
  <p:tag name="KSO_WM_UNIT_INDEX" val="1_1_1"/>
  <p:tag name="KSO_WM_UNIT_PRESET_TEXT" val="单击此处添加项标题"/>
  <p:tag name="KSO_WM_UNIT_TEXT_TYPE" val="1"/>
  <p:tag name="KSO_WM_UNIT_TYPE" val="l_h_a"/>
  <p:tag name="KSO_WM_SLIDE_FIGMA_DIAGRAM" val="1"/>
</p:tagLst>
</file>

<file path=ppt/tags/tag146.xml><?xml version="1.0" encoding="utf-8"?>
<p:tagLst xmlns:p="http://schemas.openxmlformats.org/presentationml/2006/main">
  <p:tag name="KSO_WM_BEAUTIFY_FLAG" val="#wm#"/>
  <p:tag name="KSO_WM_DIAGRAM_GROUP_CODE" val="1"/>
  <p:tag name="KSO_WM_UNIT_INDEX" val="1_2_1"/>
  <p:tag name="KSO_WM_UNIT_SUBTYPE" val="d"/>
  <p:tag name="KSO_WM_UNIT_TYPE" val="l_h_i"/>
  <p:tag name="KSO_WM_SLIDE_FIGMA_DIAGRAM" val="1"/>
</p:tagLst>
</file>

<file path=ppt/tags/tag147.xml><?xml version="1.0" encoding="utf-8"?>
<p:tagLst xmlns:p="http://schemas.openxmlformats.org/presentationml/2006/main">
  <p:tag name="KSO_WM_BEAUTIFY_FLAG" val="#wm#"/>
  <p:tag name="KSO_WM_DIAGRAM_GROUP_CODE" val="1"/>
  <p:tag name="KSO_WM_UNIT_INDEX" val="1_2_2"/>
  <p:tag name="KSO_WM_UNIT_TYPE" val="l_h_i"/>
  <p:tag name="KSO_WM_SLIDE_FIGMA_DIAGRAM" val="1"/>
</p:tagLst>
</file>

<file path=ppt/tags/tag148.xml><?xml version="1.0" encoding="utf-8"?>
<p:tagLst xmlns:p="http://schemas.openxmlformats.org/presentationml/2006/main">
  <p:tag name="KSO_WM_BEAUTIFY_FLAG" val="#wm#"/>
  <p:tag name="KSO_WM_DIAGRAM_GROUP_CODE" val="1"/>
  <p:tag name="KSO_WM_UNIT_INDEX" val="1_2_1"/>
  <p:tag name="KSO_WM_UNIT_PRESET_TEXT" val="单击此处添加项标题"/>
  <p:tag name="KSO_WM_UNIT_TEXT_TYPE" val="1"/>
  <p:tag name="KSO_WM_UNIT_TYPE" val="l_h_a"/>
  <p:tag name="KSO_WM_SLIDE_FIGMA_DIAGRAM" val="1"/>
</p:tagLst>
</file>

<file path=ppt/tags/tag149.xml><?xml version="1.0" encoding="utf-8"?>
<p:tagLst xmlns:p="http://schemas.openxmlformats.org/presentationml/2006/main">
  <p:tag name="KSO_WM_BEAUTIFY_FLAG" val="#wm#"/>
  <p:tag name="KSO_WM_DIAGRAM_GROUP_CODE" val="1"/>
  <p:tag name="KSO_WM_UNIT_INDEX" val="1_3_1"/>
  <p:tag name="KSO_WM_UNIT_SUBTYPE" val="d"/>
  <p:tag name="KSO_WM_UNIT_TYPE" val="l_h_i"/>
  <p:tag name="KSO_WM_SLIDE_FIGMA_DIAGRAM" val="1"/>
</p:tagLst>
</file>

<file path=ppt/tags/tag150.xml><?xml version="1.0" encoding="utf-8"?>
<p:tagLst xmlns:p="http://schemas.openxmlformats.org/presentationml/2006/main">
  <p:tag name="KSO_WM_BEAUTIFY_FLAG" val="#wm#"/>
  <p:tag name="KSO_WM_DIAGRAM_GROUP_CODE" val="1"/>
  <p:tag name="KSO_WM_UNIT_INDEX" val="1_3_2"/>
  <p:tag name="KSO_WM_UNIT_TYPE" val="l_h_i"/>
  <p:tag name="KSO_WM_SLIDE_FIGMA_DIAGRAM" val="1"/>
</p:tagLst>
</file>

<file path=ppt/tags/tag151.xml><?xml version="1.0" encoding="utf-8"?>
<p:tagLst xmlns:p="http://schemas.openxmlformats.org/presentationml/2006/main">
  <p:tag name="KSO_WM_BEAUTIFY_FLAG" val="#wm#"/>
  <p:tag name="KSO_WM_DIAGRAM_GROUP_CODE" val="1"/>
  <p:tag name="KSO_WM_UNIT_INDEX" val="1_3_1"/>
  <p:tag name="KSO_WM_UNIT_PRESET_TEXT" val="单击此处添加项标题"/>
  <p:tag name="KSO_WM_UNIT_TEXT_TYPE" val="1"/>
  <p:tag name="KSO_WM_UNIT_TYPE" val="l_h_a"/>
  <p:tag name="KSO_WM_SLIDE_FIGMA_DIAGRAM" val="1"/>
</p:tagLst>
</file>

<file path=ppt/tags/tag152.xml><?xml version="1.0" encoding="utf-8"?>
<p:tagLst xmlns:p="http://schemas.openxmlformats.org/presentationml/2006/main">
  <p:tag name="KSO_WM_BEAUTIFY_FLAG" val="#wm#"/>
  <p:tag name="KSO_WM_DIAGRAM_GROUP_CODE" val="1"/>
  <p:tag name="KSO_WM_UNIT_INDEX" val="1_4_1"/>
  <p:tag name="KSO_WM_UNIT_SUBTYPE" val="d"/>
  <p:tag name="KSO_WM_UNIT_TYPE" val="l_h_i"/>
  <p:tag name="KSO_WM_SLIDE_FIGMA_DIAGRAM" val="1"/>
</p:tagLst>
</file>

<file path=ppt/tags/tag153.xml><?xml version="1.0" encoding="utf-8"?>
<p:tagLst xmlns:p="http://schemas.openxmlformats.org/presentationml/2006/main">
  <p:tag name="KSO_WM_BEAUTIFY_FLAG" val="#wm#"/>
  <p:tag name="KSO_WM_DIAGRAM_GROUP_CODE" val="1"/>
  <p:tag name="KSO_WM_UNIT_INDEX" val="1_4_2"/>
  <p:tag name="KSO_WM_UNIT_TYPE" val="l_h_i"/>
  <p:tag name="KSO_WM_SLIDE_FIGMA_DIAGRAM" val="1"/>
</p:tagLst>
</file>

<file path=ppt/tags/tag154.xml><?xml version="1.0" encoding="utf-8"?>
<p:tagLst xmlns:p="http://schemas.openxmlformats.org/presentationml/2006/main">
  <p:tag name="KSO_WM_BEAUTIFY_FLAG" val="#wm#"/>
  <p:tag name="KSO_WM_DIAGRAM_GROUP_CODE" val="1"/>
  <p:tag name="KSO_WM_UNIT_INDEX" val="1_4_1"/>
  <p:tag name="KSO_WM_UNIT_PRESET_TEXT" val="单击此处添加项标题"/>
  <p:tag name="KSO_WM_UNIT_TEXT_TYPE" val="1"/>
  <p:tag name="KSO_WM_UNIT_TYPE" val="l_h_a"/>
  <p:tag name="KSO_WM_SLIDE_FIGMA_DIAGRAM" val="1"/>
</p:tagLst>
</file>

<file path=ppt/tags/tag155.xml><?xml version="1.0" encoding="utf-8"?>
<p:tagLst xmlns:p="http://schemas.openxmlformats.org/presentationml/2006/main">
  <p:tag name="KSO_WM_FIGMA_LIMIT" val=""/>
  <p:tag name="KSO_WM_FIGMA_SLIDE_GROUP" val="1"/>
  <p:tag name="KSO_WM_SLIDE_TYPE" val="contents"/>
  <p:tag name="KSO_WM_TEMPLATE_SUBCATEGORY" val="29"/>
  <p:tag name="KSO_WM_TEMPLATE_FIGMA_ID" val="5bb5ab324760242f"/>
</p:tagLst>
</file>

<file path=ppt/tags/tag156.xml><?xml version="1.0" encoding="utf-8"?>
<p:tagLst xmlns:p="http://schemas.openxmlformats.org/presentationml/2006/main">
  <p:tag name="KSO_WM_BEAUTIFY_FLAG" val="#wm#"/>
  <p:tag name="KSO_WM_UNIT_INDEX" val="1"/>
  <p:tag name="KSO_WM_UNIT_TYPE" val="e"/>
</p:tagLst>
</file>

<file path=ppt/tags/tag157.xml><?xml version="1.0" encoding="utf-8"?>
<p:tagLst xmlns:p="http://schemas.openxmlformats.org/presentationml/2006/main">
  <p:tag name="KSO_WM_BEAUTIFY_FLAG" val="#wm#"/>
  <p:tag name="KSO_WM_UNIT_INDEX" val="1"/>
  <p:tag name="KSO_WM_UNIT_TYPE" val="a"/>
</p:tagLst>
</file>

<file path=ppt/tags/tag158.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b5ab324760242f"/>
</p:tagLst>
</file>

<file path=ppt/tags/tag159.xml><?xml version="1.0" encoding="utf-8"?>
<p:tagLst xmlns:p="http://schemas.openxmlformats.org/presentationml/2006/main">
  <p:tag name="KSO_WM_BEAUTIFY_FLAG" val="#wm#"/>
  <p:tag name="KSO_WM_UNIT_INDEX" val="1"/>
  <p:tag name="KSO_WM_UNIT_TYPE" val="i"/>
</p:tagLst>
</file>

<file path=ppt/tags/tag160.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d7208758-939d-4849-b396-b0241e9ba262.jpg?Expires=1778771812&amp;AWSAccessKeyId=AKLT9NSy7kh8TIS1UzNqLRY2&amp;Signature=%2Fp7SknMOnQwP%2Bu41JuTNINx3P1M%3D&quot;}*auto_ai_ai_*1747235806600_219.63_31dcba67fa9b-slide-3"/>
</p:tagLst>
</file>

<file path=ppt/tags/tag161.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162.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163.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64.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165.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66.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167.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68.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169.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170.xml><?xml version="1.0" encoding="utf-8"?>
<p:tagLst xmlns:p="http://schemas.openxmlformats.org/presentationml/2006/main">
  <p:tag name="KSO_WM_FIGMA_LIMIT" val=""/>
  <p:tag name="KSO_WM_FIGMA_SLIDE_GROUP" val="51"/>
  <p:tag name="KSO_WM_SLIDE_TYPE" val="text"/>
  <p:tag name="KSO_WM_TEMPLATE_SUBCATEGORY" val="29"/>
  <p:tag name="KSO_WM_TEMPLATE_FIGMA_ID" val="5bb5ab324760242f"/>
</p:tagLst>
</file>

<file path=ppt/tags/tag171.xml><?xml version="1.0" encoding="utf-8"?>
<p:tagLst xmlns:p="http://schemas.openxmlformats.org/presentationml/2006/main">
  <p:tag name="KSO_WM_BEAUTIFY_FLAG" val="#wm#"/>
  <p:tag name="KSO_WM_UNIT_INDEX" val="1"/>
  <p:tag name="KSO_WM_UNIT_TYPE" val="i"/>
</p:tagLst>
</file>

<file path=ppt/tags/tag172.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173.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53551bf5-26ab-41f2-9e31-247a243413e6.jpg?Expires=1778771811&amp;AWSAccessKeyId=AKLT9NSy7kh8TIS1UzNqLRY2&amp;Signature=NZbG12JrE8zb95TCFgVlIDkenP4%3D&quot;}*auto_ai_ai_*1747235806600_219.63_31dcba67fa9b-slide-4"/>
</p:tagLst>
</file>

<file path=ppt/tags/tag174.xml><?xml version="1.0" encoding="utf-8"?>
<p:tagLst xmlns:p="http://schemas.openxmlformats.org/presentationml/2006/main">
  <p:tag name="KSO_WM_BEAUTIFY_FLAG" val="#fgm#"/>
  <p:tag name="KSO_WM_DIAGRAM_GROUP_CODE" val="1"/>
  <p:tag name="KSO_WM_UNIT_INDEX" val="1_1_1"/>
  <p:tag name="KSO_WM_UNIT_TYPE" val="l_h_i"/>
</p:tagLst>
</file>

<file path=ppt/tags/tag175.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89501193-a933-4d62-9b2d-df6d45b45f89.jpg?Expires=1778771811&amp;AWSAccessKeyId=AKLT9NSy7kh8TIS1UzNqLRY2&amp;Signature=bx%2BRpQYYwQE3zCqz6t0368YrLVE%3D&quot;}*auto_ai_ai_*1747235806600_219.63_31dcba67fa9b-slide-4"/>
</p:tagLst>
</file>

<file path=ppt/tags/tag176.xml><?xml version="1.0" encoding="utf-8"?>
<p:tagLst xmlns:p="http://schemas.openxmlformats.org/presentationml/2006/main">
  <p:tag name="KSO_WM_BEAUTIFY_FLAG" val="#fgm#"/>
  <p:tag name="KSO_WM_DIAGRAM_GROUP_CODE" val="1"/>
  <p:tag name="KSO_WM_UNIT_INDEX" val="1_2_1"/>
  <p:tag name="KSO_WM_UNIT_TYPE" val="l_h_i"/>
</p:tagLst>
</file>

<file path=ppt/tags/tag177.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178.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79.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http://zh-ai-group.ks3-cn-beijing-internal.ksyun.com/image_generate/image_process/production/202505/3e29fbfa-d3ff-4b85-9ca3-0fd7a7a64b8f.jpg?Expires=1778771811&amp;AWSAccessKeyId=AKLT9NSy7kh8TIS1UzNqLRY2&amp;Signature=MFTjUWTyI%2BBG%2BjEEwHeIV1qrRZg%3D&quot;}*auto_ai_ai_*1747235806600_219.63_31dcba67fa9b-slide-4"/>
</p:tagLst>
</file>

<file path=ppt/tags/tag180.xml><?xml version="1.0" encoding="utf-8"?>
<p:tagLst xmlns:p="http://schemas.openxmlformats.org/presentationml/2006/main">
  <p:tag name="KSO_WM_BEAUTIFY_FLAG" val="#fgm#"/>
  <p:tag name="KSO_WM_DIAGRAM_GROUP_CODE" val="1"/>
  <p:tag name="KSO_WM_UNIT_INDEX" val="1_3_1"/>
  <p:tag name="KSO_WM_UNIT_TYPE" val="l_h_i"/>
</p:tagLst>
</file>

<file path=ppt/tags/tag181.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182.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83.xml><?xml version="1.0" encoding="utf-8"?>
<p:tagLst xmlns:p="http://schemas.openxmlformats.org/presentationml/2006/main">
  <p:tag name="KSO_WM_BEAUTIFY_FLAG" val="#fgm#"/>
  <p:tag name="KSO_WM_DIAGRAM_GROUP_CODE" val="1"/>
  <p:tag name="KSO_WM_UNIT_INDEX" val="1_3_1"/>
  <p:tag name="KSO_WM_UNIT_PRESET_TEXT" val="单击添加项标题"/>
  <p:tag name="KSO_WM_UNIT_TEXT_TYPE" val="1"/>
  <p:tag name="KSO_WM_UNIT_TYPE" val="l_h_a"/>
</p:tagLst>
</file>

<file path=ppt/tags/tag184.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85.xml><?xml version="1.0" encoding="utf-8"?>
<p:tagLst xmlns:p="http://schemas.openxmlformats.org/presentationml/2006/main">
  <p:tag name="KSO_WM_FIGMA_LIMIT" val=""/>
  <p:tag name="KSO_WM_FIGMA_SLIDE_GROUP" val="57"/>
  <p:tag name="KSO_WM_SLIDE_TYPE" val="text"/>
  <p:tag name="KSO_WM_TEMPLATE_SUBCATEGORY" val="29"/>
  <p:tag name="KSO_WM_TEMPLATE_FIGMA_ID" val="5bb5ab324760242f"/>
</p:tagLst>
</file>

<file path=ppt/tags/tag186.xml><?xml version="1.0" encoding="utf-8"?>
<p:tagLst xmlns:p="http://schemas.openxmlformats.org/presentationml/2006/main">
  <p:tag name="KSO_WM_BEAUTIFY_FLAG" val="#wm#"/>
  <p:tag name="KSO_WM_UNIT_INDEX" val="1"/>
  <p:tag name="KSO_WM_UNIT_TYPE" val="i"/>
</p:tagLst>
</file>

<file path=ppt/tags/tag187.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ffe2fb4b-8b58-4d7e-ba60-0ffbb8432b3e.jpg?Expires=1778771816&amp;AWSAccessKeyId=AKLT9NSy7kh8TIS1UzNqLRY2&amp;Signature=y5DeOxJjPmXRyyrcftnWI7t4MGY%3D&quot;}*auto_ai_ai_*1747235806600_219.63_31dcba67fa9b-slide-5"/>
</p:tagLst>
</file>

<file path=ppt/tags/tag188.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189.xml><?xml version="1.0" encoding="utf-8"?>
<p:tagLst xmlns:p="http://schemas.openxmlformats.org/presentationml/2006/main">
  <p:tag name="KSO_WM_BEAUTIFY_FLAG" val="#fgm#"/>
  <p:tag name="KSO_WM_DIAGRAM_GROUP_CODE" val="1"/>
  <p:tag name="KSO_WM_UNIT_INDEX" val="1_1_1"/>
  <p:tag name="KSO_WM_UNIT_TYPE" val="l_h_i"/>
</p:tagLst>
</file>

<file path=ppt/tags/tag190.xml><?xml version="1.0" encoding="utf-8"?>
<p:tagLst xmlns:p="http://schemas.openxmlformats.org/presentationml/2006/main">
  <p:tag name="KSO_WM_BEAUTIFY_FLAG" val="#fgm#"/>
  <p:tag name="KSO_WM_DIAGRAM_GROUP_CODE" val="1"/>
  <p:tag name="KSO_WM_UNIT_INDEX" val="1_3_1"/>
  <p:tag name="KSO_WM_UNIT_TYPE" val="l_h_i"/>
</p:tagLst>
</file>

<file path=ppt/tags/tag191.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192.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93.xml><?xml version="1.0" encoding="utf-8"?>
<p:tagLst xmlns:p="http://schemas.openxmlformats.org/presentationml/2006/main">
  <p:tag name="KSO_WM_BEAUTIFY_FLAG" val="#fgm#"/>
  <p:tag name="KSO_WM_DIAGRAM_GROUP_CODE" val="1"/>
  <p:tag name="KSO_WM_UNIT_INDEX" val="1_2_1"/>
  <p:tag name="KSO_WM_UNIT_TYPE" val="l_h_i"/>
</p:tagLst>
</file>

<file path=ppt/tags/tag194.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195.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96.xml><?xml version="1.0" encoding="utf-8"?>
<p:tagLst xmlns:p="http://schemas.openxmlformats.org/presentationml/2006/main">
  <p:tag name="KSO_WM_BEAUTIFY_FLAG" val="#fgm#"/>
  <p:tag name="KSO_WM_DIAGRAM_GROUP_CODE" val="1"/>
  <p:tag name="KSO_WM_UNIT_INDEX" val="1_4_1"/>
  <p:tag name="KSO_WM_UNIT_TYPE" val="l_h_i"/>
</p:tagLst>
</file>

<file path=ppt/tags/tag197.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198.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99.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200.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201.xml><?xml version="1.0" encoding="utf-8"?>
<p:tagLst xmlns:p="http://schemas.openxmlformats.org/presentationml/2006/main">
  <p:tag name="KSO_WM_FIGMA_LIMIT" val=""/>
  <p:tag name="KSO_WM_FIGMA_SLIDE_GROUP" val="30"/>
  <p:tag name="KSO_WM_SLIDE_TYPE" val="text"/>
  <p:tag name="KSO_WM_TEMPLATE_SUBCATEGORY" val="29"/>
  <p:tag name="KSO_WM_TEMPLATE_FIGMA_ID" val="5bb5ab324760242f"/>
</p:tagLst>
</file>

<file path=ppt/tags/tag202.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03.xml><?xml version="1.0" encoding="utf-8"?>
<p:tagLst xmlns:p="http://schemas.openxmlformats.org/presentationml/2006/main">
  <p:tag name="KSO_WM_BEAUTIFY_FLAG" val="#wm#"/>
  <p:tag name="KSO_WM_UNIT_INDEX" val="1"/>
  <p:tag name="KSO_WM_UNIT_TYPE" val="i"/>
</p:tagLst>
</file>

<file path=ppt/tags/tag204.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e07db80e-db26-4a68-bd3d-c5dfcf105396.jpg?Expires=1778771812&amp;AWSAccessKeyId=AKLT9NSy7kh8TIS1UzNqLRY2&amp;Signature=LtwdDNgdrs4qYbwyzVWLagNwiOQ%3D&quot;}*auto_ai_ai_*1747235806600_219.63_31dcba67fa9b-slide-6"/>
</p:tagLst>
</file>

<file path=ppt/tags/tag205.xml><?xml version="1.0" encoding="utf-8"?>
<p:tagLst xmlns:p="http://schemas.openxmlformats.org/presentationml/2006/main">
  <p:tag name="KSO_WM_BEAUTIFY_FLAG" val="#fgm#"/>
  <p:tag name="KSO_WM_DIAGRAM_GROUP_CODE" val="1"/>
  <p:tag name="KSO_WM_UNIT_INDEX" val="1_1_1"/>
  <p:tag name="KSO_WM_UNIT_TYPE" val="l_h_i"/>
</p:tagLst>
</file>

<file path=ppt/tags/tag206.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b86851f7-bb45-48ce-8f08-bbe96a824e08.jpg?Expires=1778771812&amp;AWSAccessKeyId=AKLT9NSy7kh8TIS1UzNqLRY2&amp;Signature=8D7znbEky6XUO6RKBPaeKi21xl8%3D&quot;}*auto_ai_ai_*1747235806600_219.63_31dcba67fa9b-slide-6"/>
</p:tagLst>
</file>

<file path=ppt/tags/tag207.xml><?xml version="1.0" encoding="utf-8"?>
<p:tagLst xmlns:p="http://schemas.openxmlformats.org/presentationml/2006/main">
  <p:tag name="KSO_WM_BEAUTIFY_FLAG" val="#fgm#"/>
  <p:tag name="KSO_WM_DIAGRAM_GROUP_CODE" val="1"/>
  <p:tag name="KSO_WM_UNIT_INDEX" val="1_2_1"/>
  <p:tag name="KSO_WM_UNIT_TYPE" val="l_h_i"/>
</p:tagLst>
</file>

<file path=ppt/tags/tag208.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209.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10.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http://zh-ai-group.ks3-cn-beijing-internal.ksyun.com/image_generate/image_process/production/202505/d2ffd192-ce32-4b3c-b096-5883dafd01a5.jpg?Expires=1778771811&amp;AWSAccessKeyId=AKLT9NSy7kh8TIS1UzNqLRY2&amp;Signature=kD1iDqMCthNQdRJqnsss9uykqWA%3D&quot;}*auto_ai_ai_*1747235806600_219.63_31dcba67fa9b-slide-6"/>
</p:tagLst>
</file>

<file path=ppt/tags/tag211.xml><?xml version="1.0" encoding="utf-8"?>
<p:tagLst xmlns:p="http://schemas.openxmlformats.org/presentationml/2006/main">
  <p:tag name="KSO_WM_BEAUTIFY_FLAG" val="#fgm#"/>
  <p:tag name="KSO_WM_DIAGRAM_GROUP_CODE" val="1"/>
  <p:tag name="KSO_WM_UNIT_INDEX" val="1_3_1"/>
  <p:tag name="KSO_WM_UNIT_TYPE" val="l_h_i"/>
</p:tagLst>
</file>

<file path=ppt/tags/tag212.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213.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14.xml><?xml version="1.0" encoding="utf-8"?>
<p:tagLst xmlns:p="http://schemas.openxmlformats.org/presentationml/2006/main">
  <p:tag name="KSO_WM_BEAUTIFY_FLAG" val="#fgm#"/>
  <p:tag name="KSO_WM_DIAGRAM_GROUP_CODE" val="1"/>
  <p:tag name="KSO_WM_UNIT_INDEX" val="1_3_1"/>
  <p:tag name="KSO_WM_UNIT_PRESET_TEXT" val="单击添加项标题"/>
  <p:tag name="KSO_WM_UNIT_TEXT_TYPE" val="1"/>
  <p:tag name="KSO_WM_UNIT_TYPE" val="l_h_a"/>
</p:tagLst>
</file>

<file path=ppt/tags/tag215.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16.xml><?xml version="1.0" encoding="utf-8"?>
<p:tagLst xmlns:p="http://schemas.openxmlformats.org/presentationml/2006/main">
  <p:tag name="KSO_WM_FIGMA_LIMIT" val=""/>
  <p:tag name="KSO_WM_FIGMA_SLIDE_GROUP" val="2"/>
  <p:tag name="KSO_WM_SLIDE_TYPE" val="text"/>
  <p:tag name="KSO_WM_TEMPLATE_SUBCATEGORY" val="29"/>
  <p:tag name="KSO_WM_TEMPLATE_FIGMA_ID" val="5bb5ab324760242f"/>
</p:tagLst>
</file>

<file path=ppt/tags/tag217.xml><?xml version="1.0" encoding="utf-8"?>
<p:tagLst xmlns:p="http://schemas.openxmlformats.org/presentationml/2006/main">
  <p:tag name="KSO_WM_BEAUTIFY_FLAG" val="#wm#"/>
  <p:tag name="KSO_WM_UNIT_INDEX" val="1"/>
  <p:tag name="KSO_WM_UNIT_TYPE" val="e"/>
</p:tagLst>
</file>

<file path=ppt/tags/tag218.xml><?xml version="1.0" encoding="utf-8"?>
<p:tagLst xmlns:p="http://schemas.openxmlformats.org/presentationml/2006/main">
  <p:tag name="KSO_WM_BEAUTIFY_FLAG" val="#wm#"/>
  <p:tag name="KSO_WM_UNIT_INDEX" val="1"/>
  <p:tag name="KSO_WM_UNIT_TYPE" val="a"/>
</p:tagLst>
</file>

<file path=ppt/tags/tag219.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b5ab324760242f"/>
</p:tagLst>
</file>

<file path=ppt/tags/tag220.xml><?xml version="1.0" encoding="utf-8"?>
<p:tagLst xmlns:p="http://schemas.openxmlformats.org/presentationml/2006/main">
  <p:tag name="KSO_WM_BEAUTIFY_FLAG" val="#wm#"/>
  <p:tag name="KSO_WM_UNIT_INDEX" val="1"/>
  <p:tag name="KSO_WM_UNIT_TYPE" val="i"/>
</p:tagLst>
</file>

<file path=ppt/tags/tag221.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22.xml><?xml version="1.0" encoding="utf-8"?>
<p:tagLst xmlns:p="http://schemas.openxmlformats.org/presentationml/2006/main">
  <p:tag name="KSO_WM_BEAUTIFY_FLAG" val="#fgm#"/>
  <p:tag name="KSO_WM_DIAGRAM_GROUP_CODE" val="1"/>
  <p:tag name="KSO_WM_UNIT_INDEX" val="1_1_1"/>
  <p:tag name="KSO_WM_UNIT_TYPE" val="l_h_i"/>
</p:tagLst>
</file>

<file path=ppt/tags/tag223.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24.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25.xml><?xml version="1.0" encoding="utf-8"?>
<p:tagLst xmlns:p="http://schemas.openxmlformats.org/presentationml/2006/main">
  <p:tag name="KSO_WM_BEAUTIFY_FLAG" val="#fgm#"/>
  <p:tag name="KSO_WM_DIAGRAM_GROUP_CODE" val="1"/>
  <p:tag name="KSO_WM_UNIT_INDEX" val="1_2_1"/>
  <p:tag name="KSO_WM_UNIT_TYPE" val="l_h_i"/>
</p:tagLst>
</file>

<file path=ppt/tags/tag226.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27.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28.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ada5a8a7-6daf-4c87-ab5e-a76f897f6731.jpg?Expires=1778771810&amp;AWSAccessKeyId=AKLT9NSy7kh8TIS1UzNqLRY2&amp;Signature=aRPjCHviZKAA0WPZaN%2FOQVkUi5Q%3D&quot;}*auto_ai_ai_*1747235806600_219.63_31dcba67fa9b-slide-8"/>
</p:tagLst>
</file>

<file path=ppt/tags/tag229.xml><?xml version="1.0" encoding="utf-8"?>
<p:tagLst xmlns:p="http://schemas.openxmlformats.org/presentationml/2006/main">
  <p:tag name="KSO_WM_FIGMA_LIMIT" val=""/>
  <p:tag name="KSO_WM_FIGMA_SLIDE_GROUP" val="59"/>
  <p:tag name="KSO_WM_SLIDE_TYPE" val="text"/>
  <p:tag name="KSO_WM_TEMPLATE_SUBCATEGORY" val="29"/>
  <p:tag name="KSO_WM_TEMPLATE_FIGMA_ID" val="5bb5ab324760242f"/>
</p:tagLst>
</file>

<file path=ppt/tags/tag230.xml><?xml version="1.0" encoding="utf-8"?>
<p:tagLst xmlns:p="http://schemas.openxmlformats.org/presentationml/2006/main">
  <p:tag name="KSO_WM_BEAUTIFY_FLAG" val="#wm#"/>
  <p:tag name="KSO_WM_UNIT_INDEX" val="1"/>
  <p:tag name="KSO_WM_UNIT_TYPE" val="i"/>
</p:tagLst>
</file>

<file path=ppt/tags/tag231.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32.xml><?xml version="1.0" encoding="utf-8"?>
<p:tagLst xmlns:p="http://schemas.openxmlformats.org/presentationml/2006/main">
  <p:tag name="KSO_WM_BEAUTIFY_FLAG" val="#fgm#"/>
  <p:tag name="KSO_WM_DIAGRAM_GROUP_CODE" val="1"/>
  <p:tag name="KSO_WM_UNIT_INDEX" val="1_1_1"/>
  <p:tag name="KSO_WM_UNIT_TYPE" val="l_h_i"/>
</p:tagLst>
</file>

<file path=ppt/tags/tag233.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e255d4c7-6b25-4821-97d4-04e96f96923c.jpg?Expires=1778771811&amp;AWSAccessKeyId=AKLT9NSy7kh8TIS1UzNqLRY2&amp;Signature=opFocPye3orFftqf%2B8jizfTf%2B9k%3D&quot;}*auto_ai_ai_*1747235806600_219.63_31dcba67fa9b-slide-9"/>
</p:tagLst>
</file>

<file path=ppt/tags/tag234.xml><?xml version="1.0" encoding="utf-8"?>
<p:tagLst xmlns:p="http://schemas.openxmlformats.org/presentationml/2006/main">
  <p:tag name="KSO_WM_BEAUTIFY_FLAG" val="#fgm#"/>
  <p:tag name="KSO_WM_DIAGRAM_GROUP_CODE" val="1"/>
  <p:tag name="KSO_WM_UNIT_INDEX" val="1_2_1"/>
  <p:tag name="KSO_WM_UNIT_TYPE" val="l_h_i"/>
</p:tagLst>
</file>

<file path=ppt/tags/tag235.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b0a17537-521e-4d6c-97bb-e8203088f16b.jpg?Expires=1778771811&amp;AWSAccessKeyId=AKLT9NSy7kh8TIS1UzNqLRY2&amp;Signature=RIe18COhHLouONoB%2B3l0JDzUrGo%3D&quot;}*auto_ai_ai_*1747235806600_219.63_31dcba67fa9b-slide-9"/>
</p:tagLst>
</file>

<file path=ppt/tags/tag236.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37.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38.xml><?xml version="1.0" encoding="utf-8"?>
<p:tagLst xmlns:p="http://schemas.openxmlformats.org/presentationml/2006/main">
  <p:tag name="KSO_WM_BEAUTIFY_FLAG" val="#fgm#"/>
  <p:tag name="KSO_WM_DIAGRAM_GROUP_CODE" val="1"/>
  <p:tag name="KSO_WM_UNIT_INDEX" val="1_3_1"/>
  <p:tag name="KSO_WM_UNIT_TYPE" val="l_h_i"/>
</p:tagLst>
</file>

<file path=ppt/tags/tag239.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http://zh-ai-group.ks3-cn-beijing-internal.ksyun.com/image_generate/image_process/production/202505/716486f6-e0b5-4635-a436-865a4b311884.jpg?Expires=1778771811&amp;AWSAccessKeyId=AKLT9NSy7kh8TIS1UzNqLRY2&amp;Signature=VSiKcXr9AOt%2BU13XMYY840jAuME%3D&quot;}*auto_ai_ai_*1747235806600_219.63_31dcba67fa9b-slide-9"/>
</p:tagLst>
</file>

<file path=ppt/tags/tag240.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41.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42.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43.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44.xml><?xml version="1.0" encoding="utf-8"?>
<p:tagLst xmlns:p="http://schemas.openxmlformats.org/presentationml/2006/main">
  <p:tag name="KSO_WM_FIGMA_LIMIT" val=""/>
  <p:tag name="KSO_WM_FIGMA_SLIDE_GROUP" val="48"/>
  <p:tag name="KSO_WM_SLIDE_TYPE" val="text"/>
  <p:tag name="KSO_WM_TEMPLATE_SUBCATEGORY" val="29"/>
  <p:tag name="KSO_WM_TEMPLATE_FIGMA_ID" val="5bb5ab324760242f"/>
</p:tagLst>
</file>

<file path=ppt/tags/tag245.xml><?xml version="1.0" encoding="utf-8"?>
<p:tagLst xmlns:p="http://schemas.openxmlformats.org/presentationml/2006/main">
  <p:tag name="KSO_WM_BEAUTIFY_FLAG" val="#wm#"/>
  <p:tag name="KSO_WM_UNIT_INDEX" val="1"/>
  <p:tag name="KSO_WM_UNIT_TYPE" val="i"/>
</p:tagLst>
</file>

<file path=ppt/tags/tag246.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47.xml><?xml version="1.0" encoding="utf-8"?>
<p:tagLst xmlns:p="http://schemas.openxmlformats.org/presentationml/2006/main">
  <p:tag name="KSO_WM_BEAUTIFY_FLAG" val="#wm#"/>
  <p:tag name="KSO_WM_UNIT_INDEX" val="2"/>
  <p:tag name="KSO_WM_UNIT_TYPE" val="i"/>
</p:tagLst>
</file>

<file path=ppt/tags/tag248.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c2421752-63ff-4192-90aa-a7c6dfdca968.jpg?Expires=1778771816&amp;AWSAccessKeyId=AKLT9NSy7kh8TIS1UzNqLRY2&amp;Signature=n9tcZ5hp8BuRRmjuKDqXDl%2Fzj1U%3D&quot;}*auto_ai_ai_*1747235806600_219.63_31dcba67fa9b-slide-10"/>
</p:tagLst>
</file>

<file path=ppt/tags/tag249.xml><?xml version="1.0" encoding="utf-8"?>
<p:tagLst xmlns:p="http://schemas.openxmlformats.org/presentationml/2006/main">
  <p:tag name="KSO_WM_BEAUTIFY_FLAG" val="#wm#"/>
  <p:tag name="KSO_WM_UNIT_INDEX" val="3"/>
  <p:tag name="KSO_WM_UNIT_TYPE" val="i"/>
</p:tagLst>
</file>

<file path=ppt/tags/tag250.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251.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52.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253.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54.xml><?xml version="1.0" encoding="utf-8"?>
<p:tagLst xmlns:p="http://schemas.openxmlformats.org/presentationml/2006/main">
  <p:tag name="KSO_WM_FIGMA_LIMIT" val=""/>
  <p:tag name="KSO_WM_FIGMA_SLIDE_GROUP" val="60"/>
  <p:tag name="KSO_WM_SLIDE_TYPE" val="text"/>
  <p:tag name="KSO_WM_TEMPLATE_SUBCATEGORY" val="29"/>
  <p:tag name="KSO_WM_TEMPLATE_FIGMA_ID" val="5bb5ab324760242f"/>
</p:tagLst>
</file>

<file path=ppt/tags/tag25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56.xml><?xml version="1.0" encoding="utf-8"?>
<p:tagLst xmlns:p="http://schemas.openxmlformats.org/presentationml/2006/main">
  <p:tag name="KSO_WM_BEAUTIFY_FLAG" val="#wm#"/>
  <p:tag name="KSO_WM_UNIT_INDEX" val="1"/>
  <p:tag name="KSO_WM_UNIT_TYPE" val="i"/>
</p:tagLst>
</file>

<file path=ppt/tags/tag257.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58.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59.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60.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61.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62.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63.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264.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265.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5b78e16d-7f4e-49f7-8122-c886ebbd5a8c.jpg?Expires=1778771816&amp;AWSAccessKeyId=AKLT9NSy7kh8TIS1UzNqLRY2&amp;Signature=8XFEXqKzxlX0R7twx5E5iCxYQHg%3D&quot;}*auto_ai_ai_*1747235806600_219.63_31dcba67fa9b-slide-11"/>
</p:tagLst>
</file>

<file path=ppt/tags/tag266.xml><?xml version="1.0" encoding="utf-8"?>
<p:tagLst xmlns:p="http://schemas.openxmlformats.org/presentationml/2006/main">
  <p:tag name="KSO_WM_FIGMA_LIMIT" val=""/>
  <p:tag name="KSO_WM_FIGMA_SLIDE_GROUP" val="61"/>
  <p:tag name="KSO_WM_SLIDE_TYPE" val="text"/>
  <p:tag name="KSO_WM_TEMPLATE_SUBCATEGORY" val="29"/>
  <p:tag name="KSO_WM_TEMPLATE_FIGMA_ID" val="5bb5ab324760242f"/>
</p:tagLst>
</file>

<file path=ppt/tags/tag267.xml><?xml version="1.0" encoding="utf-8"?>
<p:tagLst xmlns:p="http://schemas.openxmlformats.org/presentationml/2006/main">
  <p:tag name="KSO_WM_BEAUTIFY_FLAG" val="#wm#"/>
  <p:tag name="KSO_WM_UNIT_INDEX" val="1"/>
  <p:tag name="KSO_WM_UNIT_TYPE" val="e"/>
</p:tagLst>
</file>

<file path=ppt/tags/tag268.xml><?xml version="1.0" encoding="utf-8"?>
<p:tagLst xmlns:p="http://schemas.openxmlformats.org/presentationml/2006/main">
  <p:tag name="KSO_WM_BEAUTIFY_FLAG" val="#wm#"/>
  <p:tag name="KSO_WM_UNIT_INDEX" val="1"/>
  <p:tag name="KSO_WM_UNIT_TYPE" val="a"/>
</p:tagLst>
</file>

<file path=ppt/tags/tag269.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b5ab324760242f"/>
</p:tagLst>
</file>

<file path=ppt/tags/tag270.xml><?xml version="1.0" encoding="utf-8"?>
<p:tagLst xmlns:p="http://schemas.openxmlformats.org/presentationml/2006/main">
  <p:tag name="KSO_WM_BEAUTIFY_FLAG" val="#wm#"/>
  <p:tag name="KSO_WM_UNIT_INDEX" val="1"/>
  <p:tag name="KSO_WM_UNIT_TYPE" val="i"/>
</p:tagLst>
</file>

<file path=ppt/tags/tag271.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72.xml><?xml version="1.0" encoding="utf-8"?>
<p:tagLst xmlns:p="http://schemas.openxmlformats.org/presentationml/2006/main">
  <p:tag name="KSO_WM_BEAUTIFY_FLAG" val="#wm#"/>
  <p:tag name="KSO_WM_UNIT_INDEX" val="2"/>
  <p:tag name="KSO_WM_UNIT_TYPE" val="i"/>
</p:tagLst>
</file>

<file path=ppt/tags/tag273.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fdb40b06-5d48-49ed-967c-4b3be2b0d70b.jpg?Expires=1778771818&amp;AWSAccessKeyId=AKLT9NSy7kh8TIS1UzNqLRY2&amp;Signature=QS1e%2BjJy%2Bon1Q0WYuSY2FyzhUCM%3D&quot;}*auto_ai_ai_*1747235806600_219.63_31dcba67fa9b-slide-13"/>
</p:tagLst>
</file>

<file path=ppt/tags/tag274.xml><?xml version="1.0" encoding="utf-8"?>
<p:tagLst xmlns:p="http://schemas.openxmlformats.org/presentationml/2006/main">
  <p:tag name="KSO_WM_BEAUTIFY_FLAG" val="#fgm#"/>
  <p:tag name="KSO_WM_DIAGRAM_GROUP_CODE" val="1"/>
  <p:tag name="KSO_WM_UNIT_INDEX" val="1_1_1"/>
  <p:tag name="KSO_WM_UNIT_TYPE" val="l_h_i"/>
</p:tagLst>
</file>

<file path=ppt/tags/tag275.xml><?xml version="1.0" encoding="utf-8"?>
<p:tagLst xmlns:p="http://schemas.openxmlformats.org/presentationml/2006/main">
  <p:tag name="KSO_WM_BEAUTIFY_FLAG" val="#fgm#"/>
  <p:tag name="KSO_WM_DIAGRAM_GROUP_CODE" val="1"/>
  <p:tag name="KSO_WM_UNIT_INDEX" val="1_2_1"/>
  <p:tag name="KSO_WM_UNIT_TYPE" val="l_h_i"/>
</p:tagLst>
</file>

<file path=ppt/tags/tag276.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77.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78.xml><?xml version="1.0" encoding="utf-8"?>
<p:tagLst xmlns:p="http://schemas.openxmlformats.org/presentationml/2006/main">
  <p:tag name="KSO_WM_BEAUTIFY_FLAG" val="#fgm#"/>
  <p:tag name="KSO_WM_DIAGRAM_GROUP_CODE" val="1"/>
  <p:tag name="KSO_WM_UNIT_INDEX" val="1_3_1"/>
  <p:tag name="KSO_WM_UNIT_TYPE" val="l_h_i"/>
</p:tagLst>
</file>

<file path=ppt/tags/tag279.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80.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81.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82.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83.xml><?xml version="1.0" encoding="utf-8"?>
<p:tagLst xmlns:p="http://schemas.openxmlformats.org/presentationml/2006/main">
  <p:tag name="KSO_WM_FIGMA_LIMIT" val=""/>
  <p:tag name="KSO_WM_FIGMA_SLIDE_GROUP" val="42"/>
  <p:tag name="KSO_WM_SLIDE_TYPE" val="text"/>
  <p:tag name="KSO_WM_TEMPLATE_SUBCATEGORY" val="29"/>
  <p:tag name="KSO_WM_TEMPLATE_FIGMA_ID" val="5bb5ab324760242f"/>
</p:tagLst>
</file>

<file path=ppt/tags/tag284.xml><?xml version="1.0" encoding="utf-8"?>
<p:tagLst xmlns:p="http://schemas.openxmlformats.org/presentationml/2006/main">
  <p:tag name="KSO_WM_BEAUTIFY_FLAG" val="#wm#"/>
  <p:tag name="KSO_WM_UNIT_INDEX" val="1"/>
  <p:tag name="KSO_WM_UNIT_TYPE" val="i"/>
</p:tagLst>
</file>

<file path=ppt/tags/tag28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86.xml><?xml version="1.0" encoding="utf-8"?>
<p:tagLst xmlns:p="http://schemas.openxmlformats.org/presentationml/2006/main">
  <p:tag name="KSO_WM_BEAUTIFY_FLAG" val="#wm#"/>
  <p:tag name="KSO_WM_UNIT_INDEX" val="2"/>
  <p:tag name="KSO_WM_UNIT_TYPE" val="i"/>
</p:tagLst>
</file>

<file path=ppt/tags/tag287.xml><?xml version="1.0" encoding="utf-8"?>
<p:tagLst xmlns:p="http://schemas.openxmlformats.org/presentationml/2006/main">
  <p:tag name="KSO_WM_BEAUTIFY_FLAG" val="#fgm#"/>
  <p:tag name="KSO_WM_DIAGRAM_GROUP_CODE" val="1"/>
  <p:tag name="KSO_WM_UNIT_INDEX" val="1_1_1"/>
  <p:tag name="KSO_WM_UNIT_TYPE" val="l_h_i"/>
</p:tagLst>
</file>

<file path=ppt/tags/tag288.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89.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90.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b85fc1d6-27a0-4f25-99a2-75849fa4bdd9.jpg?Expires=1778771816&amp;AWSAccessKeyId=AKLT9NSy7kh8TIS1UzNqLRY2&amp;Signature=pJEpxFlPTEKqmXFLqWTo%2BCbu%2Fv0%3D&quot;}*auto_ai_ai_*1747235806600_219.63_31dcba67fa9b-slide-14"/>
</p:tagLst>
</file>

<file path=ppt/tags/tag291.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1bc00718-ba82-4f24-a2d1-d45ca7e71266.jpg?Expires=1778771817&amp;AWSAccessKeyId=AKLT9NSy7kh8TIS1UzNqLRY2&amp;Signature=nmRmrDZA4qtcUbAHg7G8izoBmcw%3D&quot;}*auto_ai_ai_*1747235806600_219.63_31dcba67fa9b-slide-14"/>
</p:tagLst>
</file>

<file path=ppt/tags/tag292.xml><?xml version="1.0" encoding="utf-8"?>
<p:tagLst xmlns:p="http://schemas.openxmlformats.org/presentationml/2006/main">
  <p:tag name="KSO_WM_BEAUTIFY_FLAG" val="#fgm#"/>
  <p:tag name="KSO_WM_DIAGRAM_GROUP_CODE" val="1"/>
  <p:tag name="KSO_WM_UNIT_INDEX" val="1_2_1"/>
  <p:tag name="KSO_WM_UNIT_TYPE" val="l_h_i"/>
</p:tagLst>
</file>

<file path=ppt/tags/tag293.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294.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95.xml><?xml version="1.0" encoding="utf-8"?>
<p:tagLst xmlns:p="http://schemas.openxmlformats.org/presentationml/2006/main">
  <p:tag name="KSO_WM_FIGMA_LIMIT" val=""/>
  <p:tag name="KSO_WM_FIGMA_SLIDE_GROUP" val="26"/>
  <p:tag name="KSO_WM_SLIDE_TYPE" val="text"/>
  <p:tag name="KSO_WM_TEMPLATE_SUBCATEGORY" val="29"/>
  <p:tag name="KSO_WM_TEMPLATE_FIGMA_ID" val="5bb5ab324760242f"/>
</p:tagLst>
</file>

<file path=ppt/tags/tag296.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97.xml><?xml version="1.0" encoding="utf-8"?>
<p:tagLst xmlns:p="http://schemas.openxmlformats.org/presentationml/2006/main">
  <p:tag name="KSO_WM_BEAUTIFY_FLAG" val="#wm#"/>
  <p:tag name="KSO_WM_UNIT_INDEX" val="1"/>
  <p:tag name="KSO_WM_UNIT_TYPE" val="i"/>
</p:tagLst>
</file>

<file path=ppt/tags/tag298.xml><?xml version="1.0" encoding="utf-8"?>
<p:tagLst xmlns:p="http://schemas.openxmlformats.org/presentationml/2006/main">
  <p:tag name="KSO_WM_BEAUTIFY_FLAG" val="#wm#"/>
  <p:tag name="KSO_WM_UNIT_INDEX" val="2"/>
  <p:tag name="KSO_WM_UNIT_TYPE" val="i"/>
</p:tagLst>
</file>

<file path=ppt/tags/tag299.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017d7254-e15f-4354-a600-50873bbe6126.jpg?Expires=1778771817&amp;AWSAccessKeyId=AKLT9NSy7kh8TIS1UzNqLRY2&amp;Signature=9pGdR7bs6RsGVsbrmiXZr0hMBo0%3D&quot;}*auto_ai_ai_*1747235806600_219.63_31dcba67fa9b-slide-15"/>
</p:tagLst>
</file>

<file path=ppt/tags/tag300.xml><?xml version="1.0" encoding="utf-8"?>
<p:tagLst xmlns:p="http://schemas.openxmlformats.org/presentationml/2006/main">
  <p:tag name="KSO_WM_BEAUTIFY_FLAG" val="#fgm#"/>
  <p:tag name="KSO_WM_DIAGRAM_GROUP_CODE" val="1"/>
  <p:tag name="KSO_WM_UNIT_INDEX" val="1_1_1"/>
  <p:tag name="KSO_WM_UNIT_TYPE" val="l_h_i"/>
</p:tagLst>
</file>

<file path=ppt/tags/tag301.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b3cb5c73-0c97-4cf7-81ec-b302afe6284f.jpg?Expires=1778771817&amp;AWSAccessKeyId=AKLT9NSy7kh8TIS1UzNqLRY2&amp;Signature=e%2B1DCcSLtz4yc7Ps6cM2lg7YQkU%3D&quot;}*auto_ai_ai_*1747235806600_219.63_31dcba67fa9b-slide-15"/>
</p:tagLst>
</file>

<file path=ppt/tags/tag302.xml><?xml version="1.0" encoding="utf-8"?>
<p:tagLst xmlns:p="http://schemas.openxmlformats.org/presentationml/2006/main">
  <p:tag name="KSO_WM_BEAUTIFY_FLAG" val="#fgm#"/>
  <p:tag name="KSO_WM_DIAGRAM_GROUP_CODE" val="1"/>
  <p:tag name="KSO_WM_UNIT_INDEX" val="1_2_1"/>
  <p:tag name="KSO_WM_UNIT_TYPE" val="l_h_i"/>
</p:tagLst>
</file>

<file path=ppt/tags/tag303.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304.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05.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http://zh-ai-group.ks3-cn-beijing-internal.ksyun.com/image_generate/image_process/production/202505/50758c79-28a5-45bd-9e23-f9f0d6ae7c41.jpg?Expires=1778771816&amp;AWSAccessKeyId=AKLT9NSy7kh8TIS1UzNqLRY2&amp;Signature=0uFr7yVSr7Gxl%2BY1HjXW6pAdGM0%3D&quot;}*auto_ai_ai_*1747235806600_219.63_31dcba67fa9b-slide-15"/>
</p:tagLst>
</file>

<file path=ppt/tags/tag306.xml><?xml version="1.0" encoding="utf-8"?>
<p:tagLst xmlns:p="http://schemas.openxmlformats.org/presentationml/2006/main">
  <p:tag name="KSO_WM_BEAUTIFY_FLAG" val="#fgm#"/>
  <p:tag name="KSO_WM_DIAGRAM_GROUP_CODE" val="1"/>
  <p:tag name="KSO_WM_UNIT_INDEX" val="1_3_1"/>
  <p:tag name="KSO_WM_UNIT_TYPE" val="l_h_i"/>
</p:tagLst>
</file>

<file path=ppt/tags/tag307.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308.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09.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310.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311.xml><?xml version="1.0" encoding="utf-8"?>
<p:tagLst xmlns:p="http://schemas.openxmlformats.org/presentationml/2006/main">
  <p:tag name="KSO_WM_FIGMA_LIMIT" val=""/>
  <p:tag name="KSO_WM_FIGMA_SLIDE_GROUP" val="53"/>
  <p:tag name="KSO_WM_SLIDE_TYPE" val="text"/>
  <p:tag name="KSO_WM_TEMPLATE_SUBCATEGORY" val="29"/>
  <p:tag name="KSO_WM_TEMPLATE_FIGMA_ID" val="5bb5ab324760242f"/>
</p:tagLst>
</file>

<file path=ppt/tags/tag312.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313.xml><?xml version="1.0" encoding="utf-8"?>
<p:tagLst xmlns:p="http://schemas.openxmlformats.org/presentationml/2006/main">
  <p:tag name="KSO_WM_BEAUTIFY_FLAG" val="#wm#"/>
  <p:tag name="KSO_WM_UNIT_INDEX" val="1"/>
  <p:tag name="KSO_WM_UNIT_TYPE" val="i"/>
</p:tagLst>
</file>

<file path=ppt/tags/tag314.xml><?xml version="1.0" encoding="utf-8"?>
<p:tagLst xmlns:p="http://schemas.openxmlformats.org/presentationml/2006/main">
  <p:tag name="KSO_WM_BEAUTIFY_FLAG" val="#fgm#"/>
  <p:tag name="KSO_WM_DIAGRAM_GROUP_CODE" val="1"/>
  <p:tag name="KSO_WM_UNIT_INDEX" val="1_1_1"/>
  <p:tag name="KSO_WM_UNIT_TYPE" val="l_h_i"/>
</p:tagLst>
</file>

<file path=ppt/tags/tag315.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316.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17.xml><?xml version="1.0" encoding="utf-8"?>
<p:tagLst xmlns:p="http://schemas.openxmlformats.org/presentationml/2006/main">
  <p:tag name="KSO_WM_BEAUTIFY_FLAG" val="#fgm#"/>
  <p:tag name="KSO_WM_DIAGRAM_GROUP_CODE" val="1"/>
  <p:tag name="KSO_WM_UNIT_INDEX" val="1_2_1"/>
  <p:tag name="KSO_WM_UNIT_TYPE" val="l_h_i"/>
</p:tagLst>
</file>

<file path=ppt/tags/tag318.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319.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20.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c03e226d-be30-4384-9d95-6c96d1353796.jpg?Expires=1778771820&amp;AWSAccessKeyId=AKLT9NSy7kh8TIS1UzNqLRY2&amp;Signature=MCzOj0gu3LXXKMrRdQrwprAbKdc%3D&quot;}*auto_ai_ai_*1747235806600_219.63_31dcba67fa9b-slide-16"/>
</p:tagLst>
</file>

<file path=ppt/tags/tag321.xml><?xml version="1.0" encoding="utf-8"?>
<p:tagLst xmlns:p="http://schemas.openxmlformats.org/presentationml/2006/main">
  <p:tag name="KSO_WM_FIGMA_LIMIT" val=""/>
  <p:tag name="KSO_WM_FIGMA_SLIDE_GROUP" val="62"/>
  <p:tag name="KSO_WM_SLIDE_TYPE" val="text"/>
  <p:tag name="KSO_WM_TEMPLATE_SUBCATEGORY" val="29"/>
  <p:tag name="KSO_WM_TEMPLATE_FIGMA_ID" val="5bb5ab324760242f"/>
</p:tagLst>
</file>

<file path=ppt/tags/tag322.xml><?xml version="1.0" encoding="utf-8"?>
<p:tagLst xmlns:p="http://schemas.openxmlformats.org/presentationml/2006/main">
  <p:tag name="KSO_WM_BEAUTIFY_FLAG" val="#wm#"/>
  <p:tag name="KSO_WM_UNIT_INDEX" val="1"/>
  <p:tag name="KSO_WM_UNIT_TYPE" val="e"/>
</p:tagLst>
</file>

<file path=ppt/tags/tag323.xml><?xml version="1.0" encoding="utf-8"?>
<p:tagLst xmlns:p="http://schemas.openxmlformats.org/presentationml/2006/main">
  <p:tag name="KSO_WM_BEAUTIFY_FLAG" val="#wm#"/>
  <p:tag name="KSO_WM_UNIT_INDEX" val="1"/>
  <p:tag name="KSO_WM_UNIT_TYPE" val="a"/>
</p:tagLst>
</file>

<file path=ppt/tags/tag324.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b5ab324760242f"/>
</p:tagLst>
</file>

<file path=ppt/tags/tag32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326.xml><?xml version="1.0" encoding="utf-8"?>
<p:tagLst xmlns:p="http://schemas.openxmlformats.org/presentationml/2006/main">
  <p:tag name="KSO_WM_BEAUTIFY_FLAG" val="#wm#"/>
  <p:tag name="KSO_WM_UNIT_INDEX" val="1"/>
  <p:tag name="KSO_WM_UNIT_TYPE" val="i"/>
</p:tagLst>
</file>

<file path=ppt/tags/tag327.xml><?xml version="1.0" encoding="utf-8"?>
<p:tagLst xmlns:p="http://schemas.openxmlformats.org/presentationml/2006/main">
  <p:tag name="KSO_WM_BEAUTIFY_FLAG" val="#fgm#"/>
  <p:tag name="KSO_WM_DIAGRAM_GROUP_CODE" val="1"/>
  <p:tag name="KSO_WM_UNIT_INDEX" val="1_1_1"/>
  <p:tag name="KSO_WM_UNIT_TYPE" val="l_h_i"/>
</p:tagLst>
</file>

<file path=ppt/tags/tag328.xml><?xml version="1.0" encoding="utf-8"?>
<p:tagLst xmlns:p="http://schemas.openxmlformats.org/presentationml/2006/main">
  <p:tag name="KSO_WM_BEAUTIFY_FLAG" val="#fgm#"/>
  <p:tag name="KSO_WM_DIAGRAM_GROUP_CODE" val="1"/>
  <p:tag name="KSO_WM_UNIT_INDEX" val="1_1_1"/>
  <p:tag name="KSO_WM_UNIT_TYPE" val="l_h_x"/>
</p:tagLst>
</file>

<file path=ppt/tags/tag329.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330.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31.xml><?xml version="1.0" encoding="utf-8"?>
<p:tagLst xmlns:p="http://schemas.openxmlformats.org/presentationml/2006/main">
  <p:tag name="KSO_WM_BEAUTIFY_FLAG" val="#fgm#"/>
  <p:tag name="KSO_WM_DIAGRAM_GROUP_CODE" val="1"/>
  <p:tag name="KSO_WM_UNIT_INDEX" val="1_3_1"/>
  <p:tag name="KSO_WM_UNIT_TYPE" val="l_h_i"/>
</p:tagLst>
</file>

<file path=ppt/tags/tag332.xml><?xml version="1.0" encoding="utf-8"?>
<p:tagLst xmlns:p="http://schemas.openxmlformats.org/presentationml/2006/main">
  <p:tag name="KSO_WM_BEAUTIFY_FLAG" val="#fgm#"/>
  <p:tag name="KSO_WM_DIAGRAM_GROUP_CODE" val="1"/>
  <p:tag name="KSO_WM_UNIT_INDEX" val="1_3_1"/>
  <p:tag name="KSO_WM_UNIT_TYPE" val="l_h_x"/>
</p:tagLst>
</file>

<file path=ppt/tags/tag333.xml><?xml version="1.0" encoding="utf-8"?>
<p:tagLst xmlns:p="http://schemas.openxmlformats.org/presentationml/2006/main">
  <p:tag name="KSO_WM_BEAUTIFY_FLAG" val="#fgm#"/>
  <p:tag name="KSO_WM_DIAGRAM_GROUP_CODE" val="1"/>
  <p:tag name="KSO_WM_UNIT_INDEX" val="1_3_1"/>
  <p:tag name="KSO_WM_UNIT_PRESET_TEXT" val="单击添加项标题"/>
  <p:tag name="KSO_WM_UNIT_TEXT_TYPE" val="1"/>
  <p:tag name="KSO_WM_UNIT_TYPE" val="l_h_a"/>
</p:tagLst>
</file>

<file path=ppt/tags/tag334.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335.xml><?xml version="1.0" encoding="utf-8"?>
<p:tagLst xmlns:p="http://schemas.openxmlformats.org/presentationml/2006/main">
  <p:tag name="KSO_WM_BEAUTIFY_FLAG" val="#fgm#"/>
  <p:tag name="KSO_WM_DIAGRAM_GROUP_CODE" val="1"/>
  <p:tag name="KSO_WM_UNIT_INDEX" val="1_2_1"/>
  <p:tag name="KSO_WM_UNIT_TYPE" val="l_h_i"/>
</p:tagLst>
</file>

<file path=ppt/tags/tag336.xml><?xml version="1.0" encoding="utf-8"?>
<p:tagLst xmlns:p="http://schemas.openxmlformats.org/presentationml/2006/main">
  <p:tag name="KSO_WM_BEAUTIFY_FLAG" val="#fgm#"/>
  <p:tag name="KSO_WM_DIAGRAM_GROUP_CODE" val="1"/>
  <p:tag name="KSO_WM_UNIT_INDEX" val="1_2_1"/>
  <p:tag name="KSO_WM_UNIT_TYPE" val="l_h_x"/>
</p:tagLst>
</file>

<file path=ppt/tags/tag337.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338.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39.xml><?xml version="1.0" encoding="utf-8"?>
<p:tagLst xmlns:p="http://schemas.openxmlformats.org/presentationml/2006/main">
  <p:tag name="KSO_WM_BEAUTIFY_FLAG" val="#fgm#"/>
  <p:tag name="KSO_WM_DIAGRAM_GROUP_CODE" val="1"/>
  <p:tag name="KSO_WM_UNIT_INDEX" val="1_4_1"/>
  <p:tag name="KSO_WM_UNIT_TYPE" val="l_h_i"/>
</p:tagLst>
</file>

<file path=ppt/tags/tag340.xml><?xml version="1.0" encoding="utf-8"?>
<p:tagLst xmlns:p="http://schemas.openxmlformats.org/presentationml/2006/main">
  <p:tag name="KSO_WM_BEAUTIFY_FLAG" val="#fgm#"/>
  <p:tag name="KSO_WM_DIAGRAM_GROUP_CODE" val="1"/>
  <p:tag name="KSO_WM_UNIT_INDEX" val="1_4_1"/>
  <p:tag name="KSO_WM_UNIT_TYPE" val="l_h_x"/>
</p:tagLst>
</file>

<file path=ppt/tags/tag341.xml><?xml version="1.0" encoding="utf-8"?>
<p:tagLst xmlns:p="http://schemas.openxmlformats.org/presentationml/2006/main">
  <p:tag name="KSO_WM_BEAUTIFY_FLAG" val="#fgm#"/>
  <p:tag name="KSO_WM_DIAGRAM_GROUP_CODE" val="1"/>
  <p:tag name="KSO_WM_UNIT_INDEX" val="1_4_1"/>
  <p:tag name="KSO_WM_UNIT_PRESET_TEXT" val="单击添加项标题"/>
  <p:tag name="KSO_WM_UNIT_TEXT_TYPE" val="1"/>
  <p:tag name="KSO_WM_UNIT_TYPE" val="l_h_a"/>
</p:tagLst>
</file>

<file path=ppt/tags/tag342.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343.xml><?xml version="1.0" encoding="utf-8"?>
<p:tagLst xmlns:p="http://schemas.openxmlformats.org/presentationml/2006/main">
  <p:tag name="KSO_WM_FIGMA_LIMIT" val=""/>
  <p:tag name="KSO_WM_FIGMA_SLIDE_GROUP" val="39"/>
  <p:tag name="KSO_WM_SLIDE_TYPE" val="text"/>
  <p:tag name="KSO_WM_TEMPLATE_SUBCATEGORY" val="29"/>
  <p:tag name="KSO_WM_TEMPLATE_FIGMA_ID" val="5bb5ab324760242f"/>
</p:tagLst>
</file>

<file path=ppt/tags/tag344.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345.xml><?xml version="1.0" encoding="utf-8"?>
<p:tagLst xmlns:p="http://schemas.openxmlformats.org/presentationml/2006/main">
  <p:tag name="KSO_WM_BEAUTIFY_FLAG" val="#wm#"/>
  <p:tag name="KSO_WM_UNIT_INDEX" val="1"/>
  <p:tag name="KSO_WM_UNIT_TYPE" val="i"/>
</p:tagLst>
</file>

<file path=ppt/tags/tag346.xml><?xml version="1.0" encoding="utf-8"?>
<p:tagLst xmlns:p="http://schemas.openxmlformats.org/presentationml/2006/main">
  <p:tag name="KSO_WM_BEAUTIFY_FLAG" val="#wm#"/>
  <p:tag name="KSO_WM_UNIT_INDEX" val="2"/>
  <p:tag name="KSO_WM_UNIT_TYPE" val="i"/>
</p:tagLst>
</file>

<file path=ppt/tags/tag347.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http://zh-ai-group.ks3-cn-beijing-internal.ksyun.com/image_generate/image_process/production/202505/ae8a5e88-5a08-4eb8-ab9f-52d5294e5509.jpg?Expires=1778771823&amp;AWSAccessKeyId=AKLT9NSy7kh8TIS1UzNqLRY2&amp;Signature=AI1Nwxfn6kHkVPHhU%2FSvD%2BWimnU%3D&quot;}*auto_ai_ai_*1747235806600_219.63_31dcba67fa9b-slide-19"/>
</p:tagLst>
</file>

<file path=ppt/tags/tag348.xml><?xml version="1.0" encoding="utf-8"?>
<p:tagLst xmlns:p="http://schemas.openxmlformats.org/presentationml/2006/main">
  <p:tag name="KSO_WM_BEAUTIFY_FLAG" val="#fgm#"/>
  <p:tag name="KSO_WM_DIAGRAM_GROUP_CODE" val="1"/>
  <p:tag name="KSO_WM_UNIT_INDEX" val="1_1_1"/>
  <p:tag name="KSO_WM_UNIT_TYPE" val="l_h_i"/>
</p:tagLst>
</file>

<file path=ppt/tags/tag349.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http://zh-ai-group.ks3-cn-beijing-internal.ksyun.com/image_generate/image_process/production/202505/491e9eb2-06cc-4706-af83-d71057da7e8b.jpg?Expires=1778771823&amp;AWSAccessKeyId=AKLT9NSy7kh8TIS1UzNqLRY2&amp;Signature=eZg8L%2FkEcLDR3Bcwyxg59v3ywR4%3D&quot;}*auto_ai_ai_*1747235806600_219.63_31dcba67fa9b-slide-19"/>
</p:tagLst>
</file>

<file path=ppt/tags/tag350.xml><?xml version="1.0" encoding="utf-8"?>
<p:tagLst xmlns:p="http://schemas.openxmlformats.org/presentationml/2006/main">
  <p:tag name="KSO_WM_BEAUTIFY_FLAG" val="#fgm#"/>
  <p:tag name="KSO_WM_DIAGRAM_GROUP_CODE" val="1"/>
  <p:tag name="KSO_WM_UNIT_INDEX" val="1_2_1"/>
  <p:tag name="KSO_WM_UNIT_TYPE" val="l_h_i"/>
</p:tagLst>
</file>

<file path=ppt/tags/tag351.xml><?xml version="1.0" encoding="utf-8"?>
<p:tagLst xmlns:p="http://schemas.openxmlformats.org/presentationml/2006/main">
  <p:tag name="KSO_WM_BEAUTIFY_FLAG" val="#fgm#"/>
  <p:tag name="KSO_WM_DIAGRAM_GROUP_CODE" val="1"/>
  <p:tag name="KSO_WM_UNIT_INDEX" val="1_1_1"/>
  <p:tag name="KSO_WM_UNIT_PRESET_TEXT" val="单击此处添加项标题"/>
  <p:tag name="KSO_WM_UNIT_TEXT_TYPE" val="1"/>
  <p:tag name="KSO_WM_UNIT_TYPE" val="l_h_a"/>
</p:tagLst>
</file>

<file path=ppt/tags/tag352.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53.xml><?xml version="1.0" encoding="utf-8"?>
<p:tagLst xmlns:p="http://schemas.openxmlformats.org/presentationml/2006/main">
  <p:tag name="KSO_WM_BEAUTIFY_FLAG" val="#fgm#"/>
  <p:tag name="KSO_WM_DIAGRAM_GROUP_CODE" val="1"/>
  <p:tag name="KSO_WM_UNIT_INDEX" val="1_2_1"/>
  <p:tag name="KSO_WM_UNIT_PRESET_TEXT" val="单击此处添加项标题"/>
  <p:tag name="KSO_WM_UNIT_TEXT_TYPE" val="1"/>
  <p:tag name="KSO_WM_UNIT_TYPE" val="l_h_a"/>
</p:tagLst>
</file>

<file path=ppt/tags/tag354.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55.xml><?xml version="1.0" encoding="utf-8"?>
<p:tagLst xmlns:p="http://schemas.openxmlformats.org/presentationml/2006/main">
  <p:tag name="KSO_WM_FIGMA_LIMIT" val=""/>
  <p:tag name="KSO_WM_FIGMA_SLIDE_GROUP" val="38"/>
  <p:tag name="KSO_WM_SLIDE_TYPE" val="text"/>
  <p:tag name="KSO_WM_TEMPLATE_SUBCATEGORY" val="29"/>
  <p:tag name="KSO_WM_TEMPLATE_FIGMA_ID" val="5bb5ab324760242f"/>
</p:tagLst>
</file>

<file path=ppt/tags/tag356.xml><?xml version="1.0" encoding="utf-8"?>
<p:tagLst xmlns:p="http://schemas.openxmlformats.org/presentationml/2006/main">
  <p:tag name="KSO_WM_BEAUTIFY_FLAG" val="#wm#"/>
  <p:tag name="KSO_WM_UNIT_INDEX" val="1"/>
  <p:tag name="KSO_WM_UNIT_TYPE" val="i"/>
</p:tagLst>
</file>

<file path=ppt/tags/tag357.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358.xml><?xml version="1.0" encoding="utf-8"?>
<p:tagLst xmlns:p="http://schemas.openxmlformats.org/presentationml/2006/main">
  <p:tag name="KSO_WM_BEAUTIFY_FLAG" val="#fgm#"/>
  <p:tag name="KSO_WM_DIAGRAM_GROUP_CODE" val="1"/>
  <p:tag name="KSO_WM_UNIT_INDEX" val="1_1_1"/>
  <p:tag name="KSO_WM_UNIT_TYPE" val="l_h_i"/>
</p:tagLst>
</file>

<file path=ppt/tags/tag359.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360.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61.xml><?xml version="1.0" encoding="utf-8"?>
<p:tagLst xmlns:p="http://schemas.openxmlformats.org/presentationml/2006/main">
  <p:tag name="KSO_WM_BEAUTIFY_FLAG" val="#fgm#"/>
  <p:tag name="KSO_WM_DIAGRAM_GROUP_CODE" val="1"/>
  <p:tag name="KSO_WM_UNIT_INDEX" val="1_3_1"/>
  <p:tag name="KSO_WM_UNIT_TYPE" val="l_h_i"/>
</p:tagLst>
</file>

<file path=ppt/tags/tag362.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363.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364.xml><?xml version="1.0" encoding="utf-8"?>
<p:tagLst xmlns:p="http://schemas.openxmlformats.org/presentationml/2006/main">
  <p:tag name="KSO_WM_BEAUTIFY_FLAG" val="#fgm#"/>
  <p:tag name="KSO_WM_DIAGRAM_GROUP_CODE" val="1"/>
  <p:tag name="KSO_WM_UNIT_INDEX" val="1_2_1"/>
  <p:tag name="KSO_WM_UNIT_TYPE" val="l_h_i"/>
</p:tagLst>
</file>

<file path=ppt/tags/tag365.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366.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67.xml><?xml version="1.0" encoding="utf-8"?>
<p:tagLst xmlns:p="http://schemas.openxmlformats.org/presentationml/2006/main">
  <p:tag name="KSO_WM_BEAUTIFY_FLAG" val="#fgm#"/>
  <p:tag name="KSO_WM_DIAGRAM_GROUP_CODE" val="1"/>
  <p:tag name="KSO_WM_UNIT_INDEX" val="1_4_1"/>
  <p:tag name="KSO_WM_UNIT_TYPE" val="l_h_i"/>
</p:tagLst>
</file>

<file path=ppt/tags/tag368.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369.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370.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http://zh-ai-group.ks3-cn-beijing-internal.ksyun.com/image_generate/image_process/production/202505/7a5b9cfc-678c-44ae-b16b-ba096a6f00f4.jpg?Expires=1778771821&amp;AWSAccessKeyId=AKLT9NSy7kh8TIS1UzNqLRY2&amp;Signature=qrmWB6a156ppOb%2B02EsYG57Cvso%3D&quot;}*auto_ai_ai_*1747235806600_219.63_31dcba67fa9b-slide-20"/>
</p:tagLst>
</file>

<file path=ppt/tags/tag371.xml><?xml version="1.0" encoding="utf-8"?>
<p:tagLst xmlns:p="http://schemas.openxmlformats.org/presentationml/2006/main">
  <p:tag name="KSO_WM_FIGMA_LIMIT" val=""/>
  <p:tag name="KSO_WM_FIGMA_SLIDE_GROUP" val="6"/>
  <p:tag name="KSO_WM_SLIDE_TYPE" val="text"/>
  <p:tag name="KSO_WM_TEMPLATE_SUBCATEGORY" val="29"/>
  <p:tag name="KSO_WM_TEMPLATE_FIGMA_ID" val="5bb5ab324760242f"/>
</p:tagLst>
</file>

<file path=ppt/tags/tag372.xml><?xml version="1.0" encoding="utf-8"?>
<p:tagLst xmlns:p="http://schemas.openxmlformats.org/presentationml/2006/main">
  <p:tag name="KSO_WM_BEAUTIFY_FLAG" val="#wm#"/>
  <p:tag name="KSO_WM_UNIT_INDEX" val="1"/>
  <p:tag name="KSO_WM_UNIT_TYPE" val="b"/>
</p:tagLst>
</file>

<file path=ppt/tags/tag373.xml><?xml version="1.0" encoding="utf-8"?>
<p:tagLst xmlns:p="http://schemas.openxmlformats.org/presentationml/2006/main">
  <p:tag name="KSO_WM_BEAUTIFY_FLAG" val="#wm#"/>
  <p:tag name="KSO_WM_UNIT_INDEX" val="1"/>
  <p:tag name="KSO_WM_UNIT_TYPE" val="a"/>
</p:tagLst>
</file>

<file path=ppt/tags/tag374.xml><?xml version="1.0" encoding="utf-8"?>
<p:tagLst xmlns:p="http://schemas.openxmlformats.org/presentationml/2006/main">
  <p:tag name="KSO_WM_FIGMA_LIMIT" val=""/>
  <p:tag name="KSO_WM_FIGMA_SLIDE_GROUP" val="1"/>
  <p:tag name="KSO_WM_SLIDE_TYPE" val="endPage"/>
  <p:tag name="KSO_WM_TEMPLATE_SUBCATEGORY" val="29"/>
  <p:tag name="KSO_WM_TEMPLATE_FIGMA_ID" val="5bb5ab324760242f"/>
</p:tagLst>
</file>

<file path=ppt/tags/tag375.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红色党政党建通用主题">
  <a:themeElements>
    <a:clrScheme name="">
      <a:dk1>
        <a:srgbClr val="000000"/>
      </a:dk1>
      <a:lt1>
        <a:srgbClr val="FFE4AE"/>
      </a:lt1>
      <a:dk2>
        <a:srgbClr val="383633"/>
      </a:dk2>
      <a:lt2>
        <a:srgbClr val="FFF7F0"/>
      </a:lt2>
      <a:accent1>
        <a:srgbClr val="FFE8CD"/>
      </a:accent1>
      <a:accent2>
        <a:srgbClr val="FFE2B6"/>
      </a:accent2>
      <a:accent3>
        <a:srgbClr val="FF8913"/>
      </a:accent3>
      <a:accent4>
        <a:srgbClr val="E13A3A"/>
      </a:accent4>
      <a:accent5>
        <a:srgbClr val="DB2A2A"/>
      </a:accent5>
      <a:accent6>
        <a:srgbClr val="DC1818"/>
      </a:accent6>
      <a:hlink>
        <a:srgbClr val="E28835"/>
      </a:hlink>
      <a:folHlink>
        <a:srgbClr val="9D8874"/>
      </a:folHlink>
    </a:clrScheme>
    <a:fontScheme name="">
      <a:majorFont>
        <a:latin typeface="Microsoft YaHei UI"/>
        <a:ea typeface="Microsoft YaHei UI"/>
        <a:cs typeface=""/>
      </a:majorFont>
      <a:minorFont>
        <a:latin typeface="Microsoft YaHei UI"/>
        <a:ea typeface="Microsoft YaHei UI"/>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2250</Words>
  <Application>WPS 演示</Application>
  <PresentationFormat>宽屏</PresentationFormat>
  <Paragraphs>256</Paragraphs>
  <Slides>22</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Arial</vt:lpstr>
      <vt:lpstr>宋体</vt:lpstr>
      <vt:lpstr>Wingdings</vt:lpstr>
      <vt:lpstr>Wingdings</vt:lpstr>
      <vt:lpstr>微软雅黑</vt:lpstr>
      <vt:lpstr>Arial Unicode MS</vt:lpstr>
      <vt:lpstr>Calibri</vt:lpstr>
      <vt:lpstr>Microsoft YaHei UI</vt:lpstr>
      <vt:lpstr>WPS</vt:lpstr>
      <vt:lpstr>红色党政党建通用主题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WPS_22026964</cp:lastModifiedBy>
  <cp:revision>155</cp:revision>
  <dcterms:created xsi:type="dcterms:W3CDTF">2019-06-19T02:08:00Z</dcterms:created>
  <dcterms:modified xsi:type="dcterms:W3CDTF">2025-05-14T15:17:28Z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AFBF32F4BF22434D94C34868ECBB6BF4_11</vt:lpwstr>
  </property>
</Properties>
</file>