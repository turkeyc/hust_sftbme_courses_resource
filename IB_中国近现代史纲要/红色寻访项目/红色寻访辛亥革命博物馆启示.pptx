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0.svg" ContentType="image/svg+xml"/>
  <Override PartName="/ppt/media/image42.svg" ContentType="image/svg+xml"/>
  <Override PartName="/ppt/media/image44.svg" ContentType="image/svg+xml"/>
  <Override PartName="/ppt/media/image46.svg" ContentType="image/svg+xml"/>
  <Override PartName="/ppt/media/image48.svg" ContentType="image/svg+xml"/>
  <Override PartName="/ppt/media/image50.svg" ContentType="image/svg+xml"/>
  <Override PartName="/ppt/media/image5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9" r:id="rId3"/>
  </p:sldMasterIdLst>
  <p:notesMasterIdLst>
    <p:notesMasterId r:id="rId9"/>
  </p:notesMasterIdLst>
  <p:sldIdLst>
    <p:sldId id="260" r:id="rId4"/>
    <p:sldId id="261" r:id="rId5"/>
    <p:sldId id="262" r:id="rId6"/>
    <p:sldId id="267" r:id="rId7"/>
    <p:sldId id="268" r:id="rId8"/>
    <p:sldId id="269" r:id="rId10"/>
    <p:sldId id="263" r:id="rId11"/>
    <p:sldId id="270" r:id="rId12"/>
    <p:sldId id="274" r:id="rId13"/>
    <p:sldId id="271" r:id="rId14"/>
    <p:sldId id="264" r:id="rId15"/>
    <p:sldId id="272" r:id="rId16"/>
    <p:sldId id="273" r:id="rId17"/>
    <p:sldId id="275" r:id="rId18"/>
    <p:sldId id="265" r:id="rId19"/>
    <p:sldId id="276" r:id="rId20"/>
    <p:sldId id="277" r:id="rId21"/>
    <p:sldId id="279" r:id="rId22"/>
    <p:sldId id="278" r:id="rId23"/>
    <p:sldId id="282" r:id="rId24"/>
    <p:sldId id="281" r:id="rId25"/>
    <p:sldId id="280" r:id="rId26"/>
    <p:sldId id="284" r:id="rId27"/>
    <p:sldId id="283" r:id="rId28"/>
    <p:sldId id="285" r:id="rId29"/>
    <p:sldId id="266" r:id="rId30"/>
  </p:sldIdLst>
  <p:sldSz cx="12192000" cy="6858000"/>
  <p:notesSz cx="7103745" cy="102342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PS" initials="W" lastIdx="1" clrIdx="0"/>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22" d="100"/>
          <a:sy n="122" d="100"/>
        </p:scale>
        <p:origin x="96" y="29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notesMaster" Target="notesMasters/notesMaster1.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4" Type="http://schemas.openxmlformats.org/officeDocument/2006/relationships/commentAuthors" Target="commentAuthors.xml"/><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3812" y="0"/>
            <a:ext cx="3078290" cy="513492"/>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1584" y="1279287"/>
            <a:ext cx="6140577" cy="34540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0375" y="4925254"/>
            <a:ext cx="5682996" cy="4029754"/>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9720804"/>
            <a:ext cx="3078290" cy="513491"/>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3812" y="9720804"/>
            <a:ext cx="3078290" cy="513491"/>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9" Type="http://schemas.openxmlformats.org/officeDocument/2006/relationships/tags" Target="../tags/tag6.xml"/><Relationship Id="rId8" Type="http://schemas.openxmlformats.org/officeDocument/2006/relationships/tags" Target="../tags/tag5.xml"/><Relationship Id="rId7" Type="http://schemas.openxmlformats.org/officeDocument/2006/relationships/tags" Target="../tags/tag4.xml"/><Relationship Id="rId6" Type="http://schemas.openxmlformats.org/officeDocument/2006/relationships/image" Target="../media/image2.png"/><Relationship Id="rId5" Type="http://schemas.openxmlformats.org/officeDocument/2006/relationships/tags" Target="../tags/tag3.xml"/><Relationship Id="rId4" Type="http://schemas.openxmlformats.org/officeDocument/2006/relationships/image" Target="../media/image1.png"/><Relationship Id="rId3" Type="http://schemas.openxmlformats.org/officeDocument/2006/relationships/tags" Target="../tags/tag2.xml"/><Relationship Id="rId2" Type="http://schemas.openxmlformats.org/officeDocument/2006/relationships/tags" Target="../tags/tag1.xml"/><Relationship Id="rId19" Type="http://schemas.openxmlformats.org/officeDocument/2006/relationships/tags" Target="../tags/tag14.xml"/><Relationship Id="rId18" Type="http://schemas.openxmlformats.org/officeDocument/2006/relationships/tags" Target="../tags/tag13.xml"/><Relationship Id="rId17" Type="http://schemas.openxmlformats.org/officeDocument/2006/relationships/tags" Target="../tags/tag12.xml"/><Relationship Id="rId16" Type="http://schemas.openxmlformats.org/officeDocument/2006/relationships/tags" Target="../tags/tag11.xml"/><Relationship Id="rId15" Type="http://schemas.openxmlformats.org/officeDocument/2006/relationships/tags" Target="../tags/tag10.xml"/><Relationship Id="rId14" Type="http://schemas.openxmlformats.org/officeDocument/2006/relationships/tags" Target="../tags/tag9.xml"/><Relationship Id="rId13" Type="http://schemas.openxmlformats.org/officeDocument/2006/relationships/image" Target="../media/image4.png"/><Relationship Id="rId12" Type="http://schemas.openxmlformats.org/officeDocument/2006/relationships/image" Target="../media/image3.png"/><Relationship Id="rId11" Type="http://schemas.openxmlformats.org/officeDocument/2006/relationships/tags" Target="../tags/tag8.xml"/><Relationship Id="rId10" Type="http://schemas.openxmlformats.org/officeDocument/2006/relationships/tags" Target="../tags/tag7.xml"/><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6" Type="http://schemas.openxmlformats.org/officeDocument/2006/relationships/tags" Target="../tags/tag19.xml"/><Relationship Id="rId5" Type="http://schemas.openxmlformats.org/officeDocument/2006/relationships/tags" Target="../tags/tag18.xml"/><Relationship Id="rId4" Type="http://schemas.openxmlformats.org/officeDocument/2006/relationships/tags" Target="../tags/tag17.xml"/><Relationship Id="rId3" Type="http://schemas.openxmlformats.org/officeDocument/2006/relationships/tags" Target="../tags/tag16.xml"/><Relationship Id="rId2" Type="http://schemas.openxmlformats.org/officeDocument/2006/relationships/tags" Target="../tags/tag15.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image" Target="../media/image7.png"/><Relationship Id="rId7" Type="http://schemas.openxmlformats.org/officeDocument/2006/relationships/image" Target="../media/image6.png"/><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image" Target="../media/image5.png"/><Relationship Id="rId3" Type="http://schemas.openxmlformats.org/officeDocument/2006/relationships/tags" Target="../tags/tag21.xml"/><Relationship Id="rId2" Type="http://schemas.openxmlformats.org/officeDocument/2006/relationships/tags" Target="../tags/tag20.xml"/><Relationship Id="rId12" Type="http://schemas.openxmlformats.org/officeDocument/2006/relationships/tags" Target="../tags/tag27.xml"/><Relationship Id="rId11" Type="http://schemas.openxmlformats.org/officeDocument/2006/relationships/tags" Target="../tags/tag26.xml"/><Relationship Id="rId10" Type="http://schemas.openxmlformats.org/officeDocument/2006/relationships/tags" Target="../tags/tag25.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9" Type="http://schemas.openxmlformats.org/officeDocument/2006/relationships/image" Target="../media/image9.png"/><Relationship Id="rId8" Type="http://schemas.openxmlformats.org/officeDocument/2006/relationships/image" Target="../media/image8.png"/><Relationship Id="rId7" Type="http://schemas.openxmlformats.org/officeDocument/2006/relationships/tags" Target="../tags/tag32.xml"/><Relationship Id="rId6" Type="http://schemas.openxmlformats.org/officeDocument/2006/relationships/tags" Target="../tags/tag31.xml"/><Relationship Id="rId5" Type="http://schemas.openxmlformats.org/officeDocument/2006/relationships/tags" Target="../tags/tag30.xml"/><Relationship Id="rId4" Type="http://schemas.openxmlformats.org/officeDocument/2006/relationships/image" Target="../media/image6.png"/><Relationship Id="rId3" Type="http://schemas.openxmlformats.org/officeDocument/2006/relationships/tags" Target="../tags/tag29.xml"/><Relationship Id="rId2" Type="http://schemas.openxmlformats.org/officeDocument/2006/relationships/tags" Target="../tags/tag28.xml"/><Relationship Id="rId12" Type="http://schemas.openxmlformats.org/officeDocument/2006/relationships/tags" Target="../tags/tag35.xml"/><Relationship Id="rId11" Type="http://schemas.openxmlformats.org/officeDocument/2006/relationships/tags" Target="../tags/tag34.xml"/><Relationship Id="rId10" Type="http://schemas.openxmlformats.org/officeDocument/2006/relationships/tags" Target="../tags/tag33.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7" Type="http://schemas.openxmlformats.org/officeDocument/2006/relationships/tags" Target="../tags/tag41.xml"/><Relationship Id="rId6" Type="http://schemas.openxmlformats.org/officeDocument/2006/relationships/tags" Target="../tags/tag40.xml"/><Relationship Id="rId5" Type="http://schemas.openxmlformats.org/officeDocument/2006/relationships/tags" Target="../tags/tag39.xml"/><Relationship Id="rId4" Type="http://schemas.openxmlformats.org/officeDocument/2006/relationships/tags" Target="../tags/tag38.xml"/><Relationship Id="rId3" Type="http://schemas.openxmlformats.org/officeDocument/2006/relationships/tags" Target="../tags/tag37.xml"/><Relationship Id="rId2" Type="http://schemas.openxmlformats.org/officeDocument/2006/relationships/tags" Target="../tags/tag36.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9" Type="http://schemas.openxmlformats.org/officeDocument/2006/relationships/tags" Target="../tags/tag49.xml"/><Relationship Id="rId8" Type="http://schemas.openxmlformats.org/officeDocument/2006/relationships/tags" Target="../tags/tag48.xml"/><Relationship Id="rId7" Type="http://schemas.openxmlformats.org/officeDocument/2006/relationships/tags" Target="../tags/tag47.xml"/><Relationship Id="rId6" Type="http://schemas.openxmlformats.org/officeDocument/2006/relationships/tags" Target="../tags/tag46.xml"/><Relationship Id="rId5" Type="http://schemas.openxmlformats.org/officeDocument/2006/relationships/tags" Target="../tags/tag45.xml"/><Relationship Id="rId4" Type="http://schemas.openxmlformats.org/officeDocument/2006/relationships/tags" Target="../tags/tag44.xml"/><Relationship Id="rId3" Type="http://schemas.openxmlformats.org/officeDocument/2006/relationships/tags" Target="../tags/tag43.xml"/><Relationship Id="rId2" Type="http://schemas.openxmlformats.org/officeDocument/2006/relationships/tags" Target="../tags/tag42.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5" Type="http://schemas.openxmlformats.org/officeDocument/2006/relationships/tags" Target="../tags/tag53.xml"/><Relationship Id="rId4" Type="http://schemas.openxmlformats.org/officeDocument/2006/relationships/tags" Target="../tags/tag52.xml"/><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4" Type="http://schemas.openxmlformats.org/officeDocument/2006/relationships/tags" Target="../tags/tag56.xml"/><Relationship Id="rId3" Type="http://schemas.openxmlformats.org/officeDocument/2006/relationships/tags" Target="../tags/tag55.xml"/><Relationship Id="rId2" Type="http://schemas.openxmlformats.org/officeDocument/2006/relationships/tags" Target="../tags/tag54.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5" Type="http://schemas.openxmlformats.org/officeDocument/2006/relationships/tags" Target="../tags/tag60.xml"/><Relationship Id="rId4" Type="http://schemas.openxmlformats.org/officeDocument/2006/relationships/tags" Target="../tags/tag59.xml"/><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6" Type="http://schemas.openxmlformats.org/officeDocument/2006/relationships/tags" Target="../tags/tag65.xml"/><Relationship Id="rId5" Type="http://schemas.openxmlformats.org/officeDocument/2006/relationships/tags" Target="../tags/tag64.xml"/><Relationship Id="rId4" Type="http://schemas.openxmlformats.org/officeDocument/2006/relationships/tags" Target="../tags/tag63.xml"/><Relationship Id="rId3" Type="http://schemas.openxmlformats.org/officeDocument/2006/relationships/tags" Target="../tags/tag62.xml"/><Relationship Id="rId2" Type="http://schemas.openxmlformats.org/officeDocument/2006/relationships/tags" Target="../tags/tag61.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9" Type="http://schemas.openxmlformats.org/officeDocument/2006/relationships/tags" Target="../tags/tag71.xml"/><Relationship Id="rId8" Type="http://schemas.openxmlformats.org/officeDocument/2006/relationships/tags" Target="../tags/tag70.xml"/><Relationship Id="rId7" Type="http://schemas.openxmlformats.org/officeDocument/2006/relationships/tags" Target="../tags/tag69.xml"/><Relationship Id="rId6" Type="http://schemas.openxmlformats.org/officeDocument/2006/relationships/image" Target="../media/image2.png"/><Relationship Id="rId5" Type="http://schemas.openxmlformats.org/officeDocument/2006/relationships/tags" Target="../tags/tag68.xml"/><Relationship Id="rId4" Type="http://schemas.openxmlformats.org/officeDocument/2006/relationships/image" Target="../media/image1.png"/><Relationship Id="rId3" Type="http://schemas.openxmlformats.org/officeDocument/2006/relationships/tags" Target="../tags/tag67.xml"/><Relationship Id="rId20" Type="http://schemas.openxmlformats.org/officeDocument/2006/relationships/tags" Target="../tags/tag80.xml"/><Relationship Id="rId2" Type="http://schemas.openxmlformats.org/officeDocument/2006/relationships/tags" Target="../tags/tag66.xml"/><Relationship Id="rId19" Type="http://schemas.openxmlformats.org/officeDocument/2006/relationships/tags" Target="../tags/tag79.xml"/><Relationship Id="rId18" Type="http://schemas.openxmlformats.org/officeDocument/2006/relationships/tags" Target="../tags/tag78.xml"/><Relationship Id="rId17" Type="http://schemas.openxmlformats.org/officeDocument/2006/relationships/tags" Target="../tags/tag77.xml"/><Relationship Id="rId16" Type="http://schemas.openxmlformats.org/officeDocument/2006/relationships/tags" Target="../tags/tag76.xml"/><Relationship Id="rId15" Type="http://schemas.openxmlformats.org/officeDocument/2006/relationships/tags" Target="../tags/tag75.xml"/><Relationship Id="rId14" Type="http://schemas.openxmlformats.org/officeDocument/2006/relationships/image" Target="../media/image4.png"/><Relationship Id="rId13" Type="http://schemas.openxmlformats.org/officeDocument/2006/relationships/tags" Target="../tags/tag74.xml"/><Relationship Id="rId12" Type="http://schemas.openxmlformats.org/officeDocument/2006/relationships/image" Target="../media/image3.png"/><Relationship Id="rId11" Type="http://schemas.openxmlformats.org/officeDocument/2006/relationships/tags" Target="../tags/tag73.xml"/><Relationship Id="rId10" Type="http://schemas.openxmlformats.org/officeDocument/2006/relationships/tags" Target="../tags/tag72.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3968" y="136131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3968" y="384098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184" y="523097"/>
            <a:ext cx="10515600" cy="1325563"/>
          </a:xfr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838184" y="1983597"/>
            <a:ext cx="10515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8184" y="523097"/>
            <a:ext cx="10515600" cy="1325563"/>
          </a:xfr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184" y="1983597"/>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184" y="1983597"/>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8039" y="516256"/>
            <a:ext cx="10515890" cy="1324340"/>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039" y="1935192"/>
            <a:ext cx="5163349" cy="8277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8039" y="2818085"/>
            <a:ext cx="5163349" cy="352369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66931" y="1935192"/>
            <a:ext cx="5186998" cy="8277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66931" y="2818085"/>
            <a:ext cx="5186998" cy="352369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8184" y="723122"/>
            <a:ext cx="4165349"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1584" y="723123"/>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8184" y="2323322"/>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884" y="523097"/>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184" y="523097"/>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184" y="523097"/>
            <a:ext cx="10515600" cy="58118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0"/>
            <a:ext cx="12192000" cy="6858000"/>
          </a:xfrm>
          <a:prstGeom prst="rect">
            <a:avLst/>
          </a:prstGeom>
          <a:gradFill>
            <a:gsLst>
              <a:gs pos="52000">
                <a:schemeClr val="bg2"/>
              </a:gs>
              <a:gs pos="100000">
                <a:schemeClr val="bg2">
                  <a:lumMod val="90000"/>
                </a:schemeClr>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8" name="图片 17"/>
          <p:cNvPicPr>
            <a:picLocks noChangeAspect="1"/>
          </p:cNvPicPr>
          <p:nvPr userDrawn="1">
            <p:custDataLst>
              <p:tags r:id="rId3"/>
            </p:custDataLst>
          </p:nvPr>
        </p:nvPicPr>
        <p:blipFill>
          <a:blip r:embed="rId4">
            <a:alphaModFix amt="80000"/>
          </a:blip>
          <a:stretch>
            <a:fillRect/>
          </a:stretch>
        </p:blipFill>
        <p:spPr>
          <a:xfrm>
            <a:off x="0" y="0"/>
            <a:ext cx="12192000" cy="3480816"/>
          </a:xfrm>
          <a:prstGeom prst="rect">
            <a:avLst/>
          </a:prstGeom>
        </p:spPr>
      </p:pic>
      <p:pic>
        <p:nvPicPr>
          <p:cNvPr id="13" name="图片 12"/>
          <p:cNvPicPr>
            <a:picLocks noChangeAspect="1"/>
          </p:cNvPicPr>
          <p:nvPr userDrawn="1">
            <p:custDataLst>
              <p:tags r:id="rId5"/>
            </p:custDataLst>
          </p:nvPr>
        </p:nvPicPr>
        <p:blipFill>
          <a:blip r:embed="rId6"/>
          <a:stretch>
            <a:fillRect/>
          </a:stretch>
        </p:blipFill>
        <p:spPr>
          <a:xfrm rot="19302651">
            <a:off x="7729076" y="1574667"/>
            <a:ext cx="848646" cy="986854"/>
          </a:xfrm>
          <a:prstGeom prst="rect">
            <a:avLst/>
          </a:prstGeom>
        </p:spPr>
      </p:pic>
      <p:sp>
        <p:nvSpPr>
          <p:cNvPr id="9" name="椭圆 8"/>
          <p:cNvSpPr/>
          <p:nvPr userDrawn="1">
            <p:custDataLst>
              <p:tags r:id="rId7"/>
            </p:custDataLst>
          </p:nvPr>
        </p:nvSpPr>
        <p:spPr>
          <a:xfrm>
            <a:off x="7762308" y="1554409"/>
            <a:ext cx="3543758" cy="3543758"/>
          </a:xfrm>
          <a:prstGeom prst="ellipse">
            <a:avLst/>
          </a:prstGeom>
          <a:gradFill>
            <a:gsLst>
              <a:gs pos="77000">
                <a:schemeClr val="accent3">
                  <a:alpha val="0"/>
                </a:schemeClr>
              </a:gs>
              <a:gs pos="0">
                <a:schemeClr val="accent3">
                  <a:alpha val="2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直接连接符 14"/>
          <p:cNvCxnSpPr/>
          <p:nvPr userDrawn="1">
            <p:custDataLst>
              <p:tags r:id="rId8"/>
            </p:custDataLst>
          </p:nvPr>
        </p:nvCxnSpPr>
        <p:spPr>
          <a:xfrm flipV="1">
            <a:off x="1317625" y="854075"/>
            <a:ext cx="165100" cy="0"/>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userDrawn="1">
            <p:custDataLst>
              <p:tags r:id="rId9"/>
            </p:custDataLst>
          </p:nvPr>
        </p:nvCxnSpPr>
        <p:spPr>
          <a:xfrm flipV="1">
            <a:off x="1317625" y="803771"/>
            <a:ext cx="165100" cy="0"/>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userDrawn="1">
            <p:custDataLst>
              <p:tags r:id="rId10"/>
            </p:custDataLst>
          </p:nvPr>
        </p:nvCxnSpPr>
        <p:spPr>
          <a:xfrm flipV="1">
            <a:off x="1317625" y="753467"/>
            <a:ext cx="165100" cy="0"/>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pic>
        <p:nvPicPr>
          <p:cNvPr id="10" name="图片 9"/>
          <p:cNvPicPr>
            <a:picLocks noChangeAspect="1"/>
          </p:cNvPicPr>
          <p:nvPr userDrawn="1">
            <p:custDataLst>
              <p:tags r:id="rId11"/>
            </p:custDataLst>
          </p:nvPr>
        </p:nvPicPr>
        <p:blipFill rotWithShape="1">
          <a:blip r:embed="rId12"/>
          <a:srcRect/>
          <a:stretch>
            <a:fillRect/>
          </a:stretch>
        </p:blipFill>
        <p:spPr>
          <a:xfrm>
            <a:off x="6803443" y="1554409"/>
            <a:ext cx="5388557" cy="5245792"/>
          </a:xfrm>
          <a:prstGeom prst="rect">
            <a:avLst/>
          </a:prstGeom>
        </p:spPr>
      </p:pic>
      <p:pic>
        <p:nvPicPr>
          <p:cNvPr id="8" name="图片 7" descr="图片1"/>
          <p:cNvPicPr>
            <a:picLocks noChangeAspect="1"/>
          </p:cNvPicPr>
          <p:nvPr userDrawn="1"/>
        </p:nvPicPr>
        <p:blipFill>
          <a:blip r:embed="rId13"/>
          <a:stretch>
            <a:fillRect/>
          </a:stretch>
        </p:blipFill>
        <p:spPr>
          <a:xfrm>
            <a:off x="0" y="5433060"/>
            <a:ext cx="12192000" cy="1424940"/>
          </a:xfrm>
          <a:prstGeom prst="rect">
            <a:avLst/>
          </a:prstGeom>
        </p:spPr>
      </p:pic>
      <p:sp>
        <p:nvSpPr>
          <p:cNvPr id="4" name="日期占位符 3"/>
          <p:cNvSpPr>
            <a:spLocks noGrp="1"/>
          </p:cNvSpPr>
          <p:nvPr>
            <p:ph type="dt" sz="half" idx="10"/>
            <p:custDataLst>
              <p:tags r:id="rId14"/>
            </p:custDataLst>
          </p:nvPr>
        </p:nvSpPr>
        <p:spPr/>
        <p:txBody>
          <a:bodyPr wrap="square">
            <a:normAutofit/>
          </a:bodyPr>
          <a:lstStyle>
            <a:lvl1pPr>
              <a:defRPr>
                <a:solidFill>
                  <a:srgbClr val="FFFFFF"/>
                </a:solidFill>
              </a:defRPr>
            </a:lvl1p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15"/>
            </p:custDataLst>
          </p:nvPr>
        </p:nvSpPr>
        <p:spPr/>
        <p:txBody>
          <a:bodyPr>
            <a:normAutofit/>
          </a:bodyPr>
          <a:lstStyle>
            <a:lvl1pPr>
              <a:defRPr>
                <a:solidFill>
                  <a:srgbClr val="FFFFFF"/>
                </a:solidFill>
              </a:defRPr>
            </a:lvl1pPr>
          </a:lstStyle>
          <a:p>
            <a:endParaRPr lang="zh-CN" altLang="en-US" dirty="0"/>
          </a:p>
        </p:txBody>
      </p:sp>
      <p:sp>
        <p:nvSpPr>
          <p:cNvPr id="6" name="灯片编号占位符 5"/>
          <p:cNvSpPr>
            <a:spLocks noGrp="1"/>
          </p:cNvSpPr>
          <p:nvPr>
            <p:ph type="sldNum" sz="quarter" idx="12"/>
            <p:custDataLst>
              <p:tags r:id="rId16"/>
            </p:custDataLst>
          </p:nvPr>
        </p:nvSpPr>
        <p:spPr>
          <a:xfrm>
            <a:off x="8610600" y="6356350"/>
            <a:ext cx="2743200" cy="365125"/>
          </a:xfrm>
        </p:spPr>
        <p:txBody>
          <a:bodyPr wrap="square">
            <a:normAutofit/>
          </a:bodyPr>
          <a:lstStyle>
            <a:lvl1pPr>
              <a:defRPr>
                <a:solidFill>
                  <a:srgbClr val="FFFFFF"/>
                </a:solidFill>
              </a:defRPr>
            </a:lvl1pPr>
          </a:lstStyle>
          <a:p>
            <a:fld id="{BE5F26B5-172A-4DC2-B0B7-181CFC56B87C}" type="slidenum">
              <a:rPr lang="zh-CN" altLang="en-US" smtClean="0"/>
            </a:fld>
            <a:endParaRPr lang="zh-CN" altLang="en-US"/>
          </a:p>
        </p:txBody>
      </p:sp>
      <p:sp>
        <p:nvSpPr>
          <p:cNvPr id="2" name="标题 1"/>
          <p:cNvSpPr>
            <a:spLocks noGrp="1"/>
          </p:cNvSpPr>
          <p:nvPr>
            <p:ph type="ctrTitle"/>
            <p:custDataLst>
              <p:tags r:id="rId17"/>
            </p:custDataLst>
          </p:nvPr>
        </p:nvSpPr>
        <p:spPr>
          <a:xfrm>
            <a:off x="1271588" y="1656000"/>
            <a:ext cx="5391952" cy="1800000"/>
          </a:xfrm>
        </p:spPr>
        <p:txBody>
          <a:bodyPr wrap="square" anchor="b">
            <a:normAutofit/>
          </a:bodyPr>
          <a:lstStyle>
            <a:lvl1pPr algn="l">
              <a:lnSpc>
                <a:spcPct val="100000"/>
              </a:lnSpc>
              <a:defRPr sz="6000">
                <a:solidFill>
                  <a:schemeClr val="tx2"/>
                </a:solidFill>
              </a:defRPr>
            </a:lvl1pPr>
          </a:lstStyle>
          <a:p>
            <a:r>
              <a:rPr lang="zh-CN" altLang="en-US" dirty="0"/>
              <a:t>单击此处编辑母版标题样式</a:t>
            </a:r>
            <a:endParaRPr lang="zh-CN" altLang="en-US" dirty="0"/>
          </a:p>
        </p:txBody>
      </p:sp>
      <p:sp>
        <p:nvSpPr>
          <p:cNvPr id="3" name="副标题 2"/>
          <p:cNvSpPr>
            <a:spLocks noGrp="1"/>
          </p:cNvSpPr>
          <p:nvPr>
            <p:ph type="subTitle" idx="1" hasCustomPrompt="1"/>
            <p:custDataLst>
              <p:tags r:id="rId18"/>
            </p:custDataLst>
          </p:nvPr>
        </p:nvSpPr>
        <p:spPr>
          <a:xfrm>
            <a:off x="1271588" y="3600000"/>
            <a:ext cx="5391952" cy="972000"/>
          </a:xfrm>
        </p:spPr>
        <p:txBody>
          <a:bodyPr wrap="square">
            <a:normAutofit/>
          </a:bodyPr>
          <a:lstStyle>
            <a:lvl1pPr marL="0" indent="0" algn="l">
              <a:lnSpc>
                <a:spcPct val="100000"/>
              </a:lnSpc>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24" name="署名占位符 10"/>
          <p:cNvSpPr>
            <a:spLocks noGrp="1"/>
          </p:cNvSpPr>
          <p:nvPr>
            <p:ph type="body" sz="quarter" idx="17" hasCustomPrompt="1"/>
            <p:custDataLst>
              <p:tags r:id="rId19"/>
            </p:custDataLst>
          </p:nvPr>
        </p:nvSpPr>
        <p:spPr>
          <a:xfrm>
            <a:off x="1271588" y="4698000"/>
            <a:ext cx="2880000" cy="504000"/>
          </a:xfrm>
          <a:prstGeom prst="roundRect">
            <a:avLst>
              <a:gd name="adj" fmla="val 50000"/>
            </a:avLst>
          </a:prstGeom>
          <a:gradFill flip="none" rotWithShape="1">
            <a:gsLst>
              <a:gs pos="96330">
                <a:schemeClr val="accent3"/>
              </a:gs>
              <a:gs pos="34000">
                <a:schemeClr val="accent1"/>
              </a:gs>
            </a:gsLst>
            <a:lin ang="13500000" scaled="1"/>
            <a:tileRect/>
          </a:gradFill>
        </p:spPr>
        <p:txBody>
          <a:bodyPr wrap="square" anchor="ctr">
            <a:normAutofit/>
          </a:bodyPr>
          <a:lstStyle>
            <a:lvl1pPr marL="0" indent="0" algn="ctr">
              <a:lnSpc>
                <a:spcPct val="100000"/>
              </a:lnSpc>
              <a:buNone/>
              <a:defRPr sz="1400" b="1">
                <a:solidFill>
                  <a:srgbClr val="FFFFFF"/>
                </a:solidFill>
              </a:defRPr>
            </a:lvl1pPr>
          </a:lstStyle>
          <a:p>
            <a:pPr lvl="0"/>
            <a:r>
              <a:rPr lang="zh-CN" altLang="en-US" dirty="0"/>
              <a:t>署名</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dirty="0"/>
              <a:t>单击此处编辑母版标题样式</a:t>
            </a:r>
            <a:endParaRPr lang="zh-CN" altLang="en-US" dirty="0"/>
          </a:p>
        </p:txBody>
      </p:sp>
      <p:sp>
        <p:nvSpPr>
          <p:cNvPr id="3" name="内容占位符 2"/>
          <p:cNvSpPr>
            <a:spLocks noGrp="1"/>
          </p:cNvSpPr>
          <p:nvPr>
            <p:ph idx="1"/>
            <p:custDataLst>
              <p:tags r:id="rId3"/>
            </p:custDataLst>
          </p:nvPr>
        </p:nvSpPr>
        <p:spPr/>
        <p:txBody>
          <a:bodyPr wrap="square">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showMasterSp="0" userDrawn="1">
  <p:cSld name="目录">
    <p:spTree>
      <p:nvGrpSpPr>
        <p:cNvPr id="1" name=""/>
        <p:cNvGrpSpPr/>
        <p:nvPr/>
      </p:nvGrpSpPr>
      <p:grpSpPr>
        <a:xfrm>
          <a:off x="0" y="0"/>
          <a:ext cx="0" cy="0"/>
          <a:chOff x="0" y="0"/>
          <a:chExt cx="0" cy="0"/>
        </a:xfrm>
      </p:grpSpPr>
      <p:sp>
        <p:nvSpPr>
          <p:cNvPr id="3" name="矩形 2"/>
          <p:cNvSpPr/>
          <p:nvPr userDrawn="1">
            <p:custDataLst>
              <p:tags r:id="rId2"/>
            </p:custDataLst>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p:cNvPicPr>
            <a:picLocks noChangeAspect="1"/>
          </p:cNvPicPr>
          <p:nvPr userDrawn="1">
            <p:custDataLst>
              <p:tags r:id="rId3"/>
            </p:custDataLst>
          </p:nvPr>
        </p:nvPicPr>
        <p:blipFill rotWithShape="1">
          <a:blip r:embed="rId4">
            <a:alphaModFix amt="20000"/>
          </a:blip>
          <a:srcRect/>
          <a:stretch>
            <a:fillRect/>
          </a:stretch>
        </p:blipFill>
        <p:spPr>
          <a:xfrm>
            <a:off x="0" y="0"/>
            <a:ext cx="12192000" cy="3479799"/>
          </a:xfrm>
          <a:prstGeom prst="rect">
            <a:avLst/>
          </a:prstGeom>
        </p:spPr>
      </p:pic>
      <p:sp>
        <p:nvSpPr>
          <p:cNvPr id="16" name="椭圆 15"/>
          <p:cNvSpPr/>
          <p:nvPr userDrawn="1">
            <p:custDataLst>
              <p:tags r:id="rId5"/>
            </p:custDataLst>
          </p:nvPr>
        </p:nvSpPr>
        <p:spPr>
          <a:xfrm>
            <a:off x="1385258" y="1949392"/>
            <a:ext cx="2643068" cy="2643068"/>
          </a:xfrm>
          <a:prstGeom prst="ellipse">
            <a:avLst/>
          </a:prstGeom>
          <a:gradFill>
            <a:gsLst>
              <a:gs pos="52000">
                <a:schemeClr val="accent3">
                  <a:alpha val="0"/>
                </a:schemeClr>
              </a:gs>
              <a:gs pos="0">
                <a:schemeClr val="accent3">
                  <a:alpha val="2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p:cNvPicPr>
            <a:picLocks noChangeAspect="1"/>
          </p:cNvPicPr>
          <p:nvPr userDrawn="1">
            <p:custDataLst>
              <p:tags r:id="rId6"/>
            </p:custDataLst>
          </p:nvPr>
        </p:nvPicPr>
        <p:blipFill rotWithShape="1">
          <a:blip r:embed="rId7"/>
          <a:srcRect t="21558" b="30014"/>
          <a:stretch>
            <a:fillRect/>
          </a:stretch>
        </p:blipFill>
        <p:spPr>
          <a:xfrm flipH="1">
            <a:off x="1571298" y="1488674"/>
            <a:ext cx="1319116" cy="648386"/>
          </a:xfrm>
          <a:prstGeom prst="rect">
            <a:avLst/>
          </a:prstGeom>
        </p:spPr>
      </p:pic>
      <p:pic>
        <p:nvPicPr>
          <p:cNvPr id="12" name="图片 11" descr="图片4"/>
          <p:cNvPicPr>
            <a:picLocks noChangeAspect="1"/>
          </p:cNvPicPr>
          <p:nvPr userDrawn="1"/>
        </p:nvPicPr>
        <p:blipFill>
          <a:blip r:embed="rId8"/>
          <a:stretch>
            <a:fillRect/>
          </a:stretch>
        </p:blipFill>
        <p:spPr>
          <a:xfrm>
            <a:off x="0" y="5767705"/>
            <a:ext cx="12192000" cy="1090295"/>
          </a:xfrm>
          <a:prstGeom prst="rect">
            <a:avLst/>
          </a:prstGeom>
        </p:spPr>
      </p:pic>
      <p:sp>
        <p:nvSpPr>
          <p:cNvPr id="7" name="日期占位符 3"/>
          <p:cNvSpPr>
            <a:spLocks noGrp="1"/>
          </p:cNvSpPr>
          <p:nvPr>
            <p:ph type="dt" sz="half" idx="10"/>
            <p:custDataLst>
              <p:tags r:id="rId9"/>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4"/>
          <p:cNvSpPr>
            <a:spLocks noGrp="1"/>
          </p:cNvSpPr>
          <p:nvPr>
            <p:ph type="ftr" sz="quarter" idx="11"/>
            <p:custDataLst>
              <p:tags r:id="rId10"/>
            </p:custDataLst>
          </p:nvPr>
        </p:nvSpPr>
        <p:spPr/>
        <p:txBody>
          <a:bodyPr/>
          <a:lstStyle/>
          <a:p>
            <a:endParaRPr lang="zh-CN" altLang="en-US"/>
          </a:p>
        </p:txBody>
      </p:sp>
      <p:sp>
        <p:nvSpPr>
          <p:cNvPr id="9" name="灯片编号占位符 5"/>
          <p:cNvSpPr>
            <a:spLocks noGrp="1"/>
          </p:cNvSpPr>
          <p:nvPr>
            <p:ph type="sldNum" sz="quarter" idx="12"/>
            <p:custDataLst>
              <p:tags r:id="rId11"/>
            </p:custDataLst>
          </p:nvPr>
        </p:nvSpPr>
        <p:spPr/>
        <p:txBody>
          <a:bodyPr wrap="square">
            <a:normAutofit/>
          </a:bodyPr>
          <a:lstStyle/>
          <a:p>
            <a:fld id="{BE5F26B5-172A-4DC2-B0B7-181CFC56B87C}" type="slidenum">
              <a:rPr lang="zh-CN" altLang="en-US" smtClean="0"/>
            </a:fld>
            <a:endParaRPr lang="zh-CN" altLang="en-US"/>
          </a:p>
        </p:txBody>
      </p:sp>
      <p:sp>
        <p:nvSpPr>
          <p:cNvPr id="2" name="标题 1"/>
          <p:cNvSpPr>
            <a:spLocks noGrp="1"/>
          </p:cNvSpPr>
          <p:nvPr>
            <p:ph type="title" hasCustomPrompt="1"/>
            <p:custDataLst>
              <p:tags r:id="rId12"/>
            </p:custDataLst>
          </p:nvPr>
        </p:nvSpPr>
        <p:spPr>
          <a:xfrm>
            <a:off x="2403313" y="2556521"/>
            <a:ext cx="974203" cy="1744958"/>
          </a:xfrm>
        </p:spPr>
        <p:txBody>
          <a:bodyPr vert="eaVert" wrap="square" anchor="b">
            <a:normAutofit/>
          </a:bodyPr>
          <a:lstStyle>
            <a:lvl1pPr algn="ctr">
              <a:defRPr sz="6000">
                <a:solidFill>
                  <a:schemeClr val="tx2"/>
                </a:solidFill>
              </a:defRPr>
            </a:lvl1pPr>
          </a:lstStyle>
          <a:p>
            <a:r>
              <a:rPr lang="zh-CN" altLang="en-US" dirty="0"/>
              <a:t>标题</a:t>
            </a:r>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showMasterSp="0" userDrawn="1">
  <p:cSld name="节标题">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p:cNvPicPr>
            <a:picLocks noChangeAspect="1"/>
          </p:cNvPicPr>
          <p:nvPr userDrawn="1">
            <p:custDataLst>
              <p:tags r:id="rId3"/>
            </p:custDataLst>
          </p:nvPr>
        </p:nvPicPr>
        <p:blipFill rotWithShape="1">
          <a:blip r:embed="rId4"/>
          <a:srcRect t="21558" b="30014"/>
          <a:stretch>
            <a:fillRect/>
          </a:stretch>
        </p:blipFill>
        <p:spPr>
          <a:xfrm flipH="1">
            <a:off x="1595810" y="1604477"/>
            <a:ext cx="1960190" cy="963494"/>
          </a:xfrm>
          <a:prstGeom prst="rect">
            <a:avLst/>
          </a:prstGeom>
        </p:spPr>
      </p:pic>
      <p:sp>
        <p:nvSpPr>
          <p:cNvPr id="2" name="标题 1"/>
          <p:cNvSpPr>
            <a:spLocks noGrp="1"/>
          </p:cNvSpPr>
          <p:nvPr>
            <p:ph type="title"/>
            <p:custDataLst>
              <p:tags r:id="rId5"/>
            </p:custDataLst>
          </p:nvPr>
        </p:nvSpPr>
        <p:spPr>
          <a:xfrm>
            <a:off x="1526400" y="2629171"/>
            <a:ext cx="9144000" cy="1152000"/>
          </a:xfrm>
        </p:spPr>
        <p:txBody>
          <a:bodyPr wrap="square" anchor="b">
            <a:normAutofit/>
          </a:bodyPr>
          <a:lstStyle>
            <a:lvl1pPr algn="ctr">
              <a:defRPr sz="5400"/>
            </a:lvl1pPr>
          </a:lstStyle>
          <a:p>
            <a:r>
              <a:rPr lang="zh-CN" altLang="en-US" dirty="0"/>
              <a:t>单击此处编辑母版标题样式</a:t>
            </a:r>
            <a:endParaRPr lang="zh-CN" altLang="en-US" dirty="0"/>
          </a:p>
        </p:txBody>
      </p:sp>
      <p:sp>
        <p:nvSpPr>
          <p:cNvPr id="3" name="文本占位符 2"/>
          <p:cNvSpPr>
            <a:spLocks noGrp="1"/>
          </p:cNvSpPr>
          <p:nvPr>
            <p:ph type="body" idx="1" hasCustomPrompt="1"/>
            <p:custDataLst>
              <p:tags r:id="rId6"/>
            </p:custDataLst>
          </p:nvPr>
        </p:nvSpPr>
        <p:spPr>
          <a:xfrm>
            <a:off x="1526400" y="3889171"/>
            <a:ext cx="9144000" cy="936000"/>
          </a:xfrm>
        </p:spPr>
        <p:txBody>
          <a:bodyPr wrap="square">
            <a:normAutofit/>
          </a:bodyPr>
          <a:lstStyle>
            <a:lvl1pPr marL="0" indent="0" algn="ctr">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单击此处编辑副标题</a:t>
            </a:r>
            <a:endParaRPr lang="zh-CN" altLang="en-US" dirty="0"/>
          </a:p>
        </p:txBody>
      </p:sp>
      <p:sp>
        <p:nvSpPr>
          <p:cNvPr id="8" name="节编号 3"/>
          <p:cNvSpPr>
            <a:spLocks noGrp="1"/>
          </p:cNvSpPr>
          <p:nvPr>
            <p:ph type="body" sz="quarter" idx="13" hasCustomPrompt="1"/>
            <p:custDataLst>
              <p:tags r:id="rId7"/>
            </p:custDataLst>
          </p:nvPr>
        </p:nvSpPr>
        <p:spPr>
          <a:xfrm>
            <a:off x="4178300" y="1343971"/>
            <a:ext cx="3835400" cy="1224000"/>
          </a:xfrm>
        </p:spPr>
        <p:txBody>
          <a:bodyPr wrap="none" anchor="ctr">
            <a:normAutofit/>
          </a:bodyPr>
          <a:lstStyle>
            <a:lvl1pPr marL="0" indent="0" algn="ctr">
              <a:buNone/>
              <a:defRPr sz="6000" b="1">
                <a:gradFill>
                  <a:gsLst>
                    <a:gs pos="96330">
                      <a:schemeClr val="accent3"/>
                    </a:gs>
                    <a:gs pos="32000">
                      <a:schemeClr val="accent1"/>
                    </a:gs>
                    <a:gs pos="69000">
                      <a:schemeClr val="accent2"/>
                    </a:gs>
                  </a:gsLst>
                  <a:lin ang="13500000" scaled="1"/>
                </a:gradFill>
              </a:defRPr>
            </a:lvl1pPr>
          </a:lstStyle>
          <a:p>
            <a:pPr lvl="0"/>
            <a:r>
              <a:rPr lang="zh-CN" altLang="en-US" dirty="0"/>
              <a:t>节编号</a:t>
            </a:r>
            <a:endParaRPr lang="zh-CN" altLang="en-US" dirty="0"/>
          </a:p>
        </p:txBody>
      </p:sp>
      <p:pic>
        <p:nvPicPr>
          <p:cNvPr id="9" name="图片 8" descr="图片3"/>
          <p:cNvPicPr>
            <a:picLocks noChangeAspect="1"/>
          </p:cNvPicPr>
          <p:nvPr userDrawn="1"/>
        </p:nvPicPr>
        <p:blipFill>
          <a:blip r:embed="rId8"/>
          <a:stretch>
            <a:fillRect/>
          </a:stretch>
        </p:blipFill>
        <p:spPr>
          <a:xfrm>
            <a:off x="0" y="5231765"/>
            <a:ext cx="12192000" cy="1626235"/>
          </a:xfrm>
          <a:prstGeom prst="rect">
            <a:avLst/>
          </a:prstGeom>
        </p:spPr>
      </p:pic>
      <p:pic>
        <p:nvPicPr>
          <p:cNvPr id="10" name="图片 9" descr="图片6"/>
          <p:cNvPicPr>
            <a:picLocks noChangeAspect="1"/>
          </p:cNvPicPr>
          <p:nvPr userDrawn="1"/>
        </p:nvPicPr>
        <p:blipFill>
          <a:blip r:embed="rId9"/>
          <a:stretch>
            <a:fillRect/>
          </a:stretch>
        </p:blipFill>
        <p:spPr>
          <a:xfrm>
            <a:off x="0" y="3810"/>
            <a:ext cx="12192000" cy="3479165"/>
          </a:xfrm>
          <a:prstGeom prst="rect">
            <a:avLst/>
          </a:prstGeom>
        </p:spPr>
      </p:pic>
      <p:sp>
        <p:nvSpPr>
          <p:cNvPr id="4" name="日期占位符 4"/>
          <p:cNvSpPr>
            <a:spLocks noGrp="1"/>
          </p:cNvSpPr>
          <p:nvPr>
            <p:ph type="dt" sz="half" idx="10"/>
            <p:custDataLst>
              <p:tags r:id="rId10"/>
            </p:custDataLst>
          </p:nvPr>
        </p:nvSpPr>
        <p:spPr/>
        <p:txBody>
          <a:bodyPr wrap="square">
            <a:normAutofit/>
          </a:bodyPr>
          <a:lstStyle>
            <a:lvl1pPr>
              <a:defRPr>
                <a:solidFill>
                  <a:srgbClr val="FFFFFF"/>
                </a:solidFill>
              </a:defRPr>
            </a:lvl1pPr>
          </a:lstStyle>
          <a:p>
            <a:fld id="{5592522B-0F24-4480-B9DD-A9474A6880D6}" type="datetimeFigureOut">
              <a:rPr lang="zh-CN" altLang="en-US" smtClean="0"/>
            </a:fld>
            <a:endParaRPr lang="zh-CN" altLang="en-US"/>
          </a:p>
        </p:txBody>
      </p:sp>
      <p:sp>
        <p:nvSpPr>
          <p:cNvPr id="5" name="页脚占位符 5"/>
          <p:cNvSpPr>
            <a:spLocks noGrp="1"/>
          </p:cNvSpPr>
          <p:nvPr>
            <p:ph type="ftr" sz="quarter" idx="11"/>
            <p:custDataLst>
              <p:tags r:id="rId11"/>
            </p:custDataLst>
          </p:nvPr>
        </p:nvSpPr>
        <p:spPr/>
        <p:txBody>
          <a:bodyPr/>
          <a:lstStyle>
            <a:lvl1pPr>
              <a:defRPr>
                <a:solidFill>
                  <a:srgbClr val="FFFFFF"/>
                </a:solidFill>
              </a:defRPr>
            </a:lvl1pPr>
          </a:lstStyle>
          <a:p>
            <a:endParaRPr lang="zh-CN" altLang="en-US"/>
          </a:p>
        </p:txBody>
      </p:sp>
      <p:sp>
        <p:nvSpPr>
          <p:cNvPr id="6" name="灯片编号占位符 6"/>
          <p:cNvSpPr>
            <a:spLocks noGrp="1"/>
          </p:cNvSpPr>
          <p:nvPr>
            <p:ph type="sldNum" sz="quarter" idx="12"/>
            <p:custDataLst>
              <p:tags r:id="rId12"/>
            </p:custDataLst>
          </p:nvPr>
        </p:nvSpPr>
        <p:spPr/>
        <p:txBody>
          <a:bodyPr wrap="square">
            <a:normAutofit/>
          </a:bodyPr>
          <a:lstStyle>
            <a:lvl1pPr>
              <a:defRPr>
                <a:solidFill>
                  <a:srgbClr val="FFFFFF"/>
                </a:solidFill>
              </a:defRPr>
            </a:lvl1pPr>
          </a:lstStyle>
          <a:p>
            <a:fld id="{BE5F26B5-172A-4DC2-B0B7-181CFC56B87C}"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vert="horz" wrap="square" lIns="0" tIns="0" rIns="0" bIns="0" rtlCol="0" anchor="b">
            <a:normAutofit/>
          </a:bodyPr>
          <a:lstStyle>
            <a:lvl1pPr>
              <a:defRPr lang="zh-CN" altLang="en-US" dirty="0"/>
            </a:lvl1pPr>
          </a:lstStyle>
          <a:p>
            <a:pPr lvl="0"/>
            <a:r>
              <a:rPr lang="zh-CN" altLang="en-US" dirty="0"/>
              <a:t>单击此处编辑母版标题样式</a:t>
            </a:r>
            <a:endParaRPr lang="zh-CN" altLang="en-US" dirty="0"/>
          </a:p>
        </p:txBody>
      </p:sp>
      <p:sp>
        <p:nvSpPr>
          <p:cNvPr id="3" name="内容占位符 2"/>
          <p:cNvSpPr>
            <a:spLocks noGrp="1"/>
          </p:cNvSpPr>
          <p:nvPr>
            <p:ph sz="half" idx="1"/>
            <p:custDataLst>
              <p:tags r:id="rId3"/>
            </p:custDataLst>
          </p:nvPr>
        </p:nvSpPr>
        <p:spPr>
          <a:xfrm>
            <a:off x="695960" y="1301750"/>
            <a:ext cx="5323840" cy="487585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内容占位符 3"/>
          <p:cNvSpPr>
            <a:spLocks noGrp="1"/>
          </p:cNvSpPr>
          <p:nvPr>
            <p:ph sz="half" idx="2"/>
            <p:custDataLst>
              <p:tags r:id="rId4"/>
            </p:custDataLst>
          </p:nvPr>
        </p:nvSpPr>
        <p:spPr>
          <a:xfrm>
            <a:off x="6172200" y="1301750"/>
            <a:ext cx="5323840" cy="487585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5" name="日期占位符 4"/>
          <p:cNvSpPr>
            <a:spLocks noGrp="1"/>
          </p:cNvSpPr>
          <p:nvPr>
            <p:ph type="dt" sz="half" idx="10"/>
            <p:custDataLst>
              <p:tags r:id="rId5"/>
            </p:custDataLst>
          </p:nvPr>
        </p:nvSpPr>
        <p:spPr/>
        <p:txBody>
          <a:bodyPr wrap="square">
            <a:normAutofit/>
          </a:bodyPr>
          <a:lstStyle/>
          <a:p>
            <a:fld id="{5592522B-0F24-4480-B9DD-A9474A6880D6}"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p:cNvSpPr>
            <a:spLocks noGrp="1"/>
          </p:cNvSpPr>
          <p:nvPr>
            <p:ph type="body" idx="1"/>
            <p:custDataLst>
              <p:tags r:id="rId2"/>
            </p:custDataLst>
          </p:nvPr>
        </p:nvSpPr>
        <p:spPr>
          <a:xfrm>
            <a:off x="695960" y="1194435"/>
            <a:ext cx="5323840" cy="582295"/>
          </a:xfrm>
        </p:spPr>
        <p:txBody>
          <a:bodyPr wrap="square"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custDataLst>
              <p:tags r:id="rId3"/>
            </p:custDataLst>
          </p:nvPr>
        </p:nvSpPr>
        <p:spPr>
          <a:xfrm>
            <a:off x="695960" y="1875099"/>
            <a:ext cx="5323840" cy="4300276"/>
          </a:xfrm>
        </p:spPr>
        <p:txBody>
          <a:bodyPr wrap="square">
            <a:normAutofit/>
          </a:bodyPr>
          <a:lstStyle>
            <a:lvl1pPr>
              <a:defRPr sz="2200"/>
            </a:lvl1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5" name="文本占位符 4"/>
          <p:cNvSpPr>
            <a:spLocks noGrp="1"/>
          </p:cNvSpPr>
          <p:nvPr>
            <p:ph type="body" sz="quarter" idx="3"/>
            <p:custDataLst>
              <p:tags r:id="rId4"/>
            </p:custDataLst>
          </p:nvPr>
        </p:nvSpPr>
        <p:spPr>
          <a:xfrm>
            <a:off x="6172200" y="1194435"/>
            <a:ext cx="5323840" cy="582295"/>
          </a:xfrm>
        </p:spPr>
        <p:txBody>
          <a:bodyPr wrap="square"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custDataLst>
              <p:tags r:id="rId5"/>
            </p:custDataLst>
          </p:nvPr>
        </p:nvSpPr>
        <p:spPr>
          <a:xfrm>
            <a:off x="6172200" y="1875099"/>
            <a:ext cx="5323840" cy="4300276"/>
          </a:xfrm>
        </p:spPr>
        <p:txBody>
          <a:bodyPr wrap="square">
            <a:normAutofit/>
          </a:bodyPr>
          <a:lstStyle>
            <a:lvl1pPr>
              <a:defRPr sz="2200"/>
            </a:lvl1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7" name="日期占位符 6"/>
          <p:cNvSpPr>
            <a:spLocks noGrp="1"/>
          </p:cNvSpPr>
          <p:nvPr>
            <p:ph type="dt" sz="half" idx="10"/>
            <p:custDataLst>
              <p:tags r:id="rId6"/>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wrap="square">
            <a:normAutofit/>
          </a:bodyPr>
          <a:lstStyle/>
          <a:p>
            <a:fld id="{BE5F26B5-172A-4DC2-B0B7-181CFC56B87C}" type="slidenum">
              <a:rPr lang="zh-CN" altLang="en-US" smtClean="0"/>
            </a:fld>
            <a:endParaRPr lang="zh-CN" altLang="en-US"/>
          </a:p>
        </p:txBody>
      </p:sp>
      <p:sp>
        <p:nvSpPr>
          <p:cNvPr id="10" name="标题 9"/>
          <p:cNvSpPr>
            <a:spLocks noGrp="1"/>
          </p:cNvSpPr>
          <p:nvPr>
            <p:ph type="title"/>
            <p:custDataLst>
              <p:tags r:id="rId9"/>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dirty="0"/>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仅内容">
    <p:spTree>
      <p:nvGrpSpPr>
        <p:cNvPr id="1" name=""/>
        <p:cNvGrpSpPr/>
        <p:nvPr/>
      </p:nvGrpSpPr>
      <p:grpSpPr>
        <a:xfrm>
          <a:off x="0" y="0"/>
          <a:ext cx="0" cy="0"/>
          <a:chOff x="0" y="0"/>
          <a:chExt cx="0" cy="0"/>
        </a:xfrm>
      </p:grpSpPr>
      <p:sp>
        <p:nvSpPr>
          <p:cNvPr id="3" name="内容占位符 1"/>
          <p:cNvSpPr>
            <a:spLocks noGrp="1"/>
          </p:cNvSpPr>
          <p:nvPr>
            <p:ph idx="1"/>
            <p:custDataLst>
              <p:tags r:id="rId2"/>
            </p:custDataLst>
          </p:nvPr>
        </p:nvSpPr>
        <p:spPr>
          <a:xfrm>
            <a:off x="695960" y="360045"/>
            <a:ext cx="10801985" cy="581787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3"/>
          <p:cNvSpPr>
            <a:spLocks noGrp="1"/>
          </p:cNvSpPr>
          <p:nvPr>
            <p:ph type="ftr" sz="quarter" idx="11"/>
            <p:custDataLst>
              <p:tags r:id="rId4"/>
            </p:custDataLst>
          </p:nvPr>
        </p:nvSpPr>
        <p:spPr/>
        <p:txBody>
          <a:bodyPr/>
          <a:lstStyle/>
          <a:p>
            <a:endParaRPr lang="zh-CN" altLang="en-US"/>
          </a:p>
        </p:txBody>
      </p:sp>
      <p:sp>
        <p:nvSpPr>
          <p:cNvPr id="6"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标题和副标题">
    <p:spTree>
      <p:nvGrpSpPr>
        <p:cNvPr id="1" name=""/>
        <p:cNvGrpSpPr/>
        <p:nvPr/>
      </p:nvGrpSpPr>
      <p:grpSpPr>
        <a:xfrm>
          <a:off x="0" y="0"/>
          <a:ext cx="0" cy="0"/>
          <a:chOff x="0" y="0"/>
          <a:chExt cx="0" cy="0"/>
        </a:xfrm>
      </p:grpSpPr>
      <p:sp>
        <p:nvSpPr>
          <p:cNvPr id="3" name="文本占位符 2"/>
          <p:cNvSpPr>
            <a:spLocks noGrp="1"/>
          </p:cNvSpPr>
          <p:nvPr>
            <p:ph type="body" idx="1" hasCustomPrompt="1"/>
            <p:custDataLst>
              <p:tags r:id="rId2"/>
            </p:custDataLst>
          </p:nvPr>
        </p:nvSpPr>
        <p:spPr>
          <a:xfrm>
            <a:off x="695960" y="1301750"/>
            <a:ext cx="10799088" cy="405553"/>
          </a:xfrm>
        </p:spPr>
        <p:txBody>
          <a:bodyPr wrap="square" anchor="t">
            <a:norm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zh-CN" altLang="en-US" dirty="0"/>
              <a:t>单击此处编辑副标题</a:t>
            </a:r>
            <a:endParaRPr lang="zh-CN" altLang="en-US" dirty="0"/>
          </a:p>
        </p:txBody>
      </p:sp>
      <p:sp>
        <p:nvSpPr>
          <p:cNvPr id="7" name="日期占位符 3"/>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4"/>
          <p:cNvSpPr>
            <a:spLocks noGrp="1"/>
          </p:cNvSpPr>
          <p:nvPr>
            <p:ph type="ftr" sz="quarter" idx="11"/>
            <p:custDataLst>
              <p:tags r:id="rId4"/>
            </p:custDataLst>
          </p:nvPr>
        </p:nvSpPr>
        <p:spPr/>
        <p:txBody>
          <a:bodyPr/>
          <a:lstStyle/>
          <a:p>
            <a:endParaRPr lang="zh-CN" altLang="en-US"/>
          </a:p>
        </p:txBody>
      </p:sp>
      <p:sp>
        <p:nvSpPr>
          <p:cNvPr id="9" name="灯片编号占位符 5"/>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
        <p:nvSpPr>
          <p:cNvPr id="4" name="标题 3"/>
          <p:cNvSpPr>
            <a:spLocks noGrp="1"/>
          </p:cNvSpPr>
          <p:nvPr>
            <p:ph type="title"/>
            <p:custDataLst>
              <p:tags r:id="rId6"/>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showMasterSp="0" userDrawn="1">
  <p:cSld name="末尾幻灯片">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0"/>
            <a:ext cx="12192000" cy="6858000"/>
          </a:xfrm>
          <a:prstGeom prst="rect">
            <a:avLst/>
          </a:prstGeom>
          <a:gradFill>
            <a:gsLst>
              <a:gs pos="52000">
                <a:schemeClr val="bg2"/>
              </a:gs>
              <a:gs pos="100000">
                <a:schemeClr val="bg2">
                  <a:lumMod val="90000"/>
                </a:schemeClr>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1" name="图片 20"/>
          <p:cNvPicPr>
            <a:picLocks noChangeAspect="1"/>
          </p:cNvPicPr>
          <p:nvPr userDrawn="1">
            <p:custDataLst>
              <p:tags r:id="rId3"/>
            </p:custDataLst>
          </p:nvPr>
        </p:nvPicPr>
        <p:blipFill>
          <a:blip r:embed="rId4">
            <a:alphaModFix amt="80000"/>
          </a:blip>
          <a:stretch>
            <a:fillRect/>
          </a:stretch>
        </p:blipFill>
        <p:spPr>
          <a:xfrm>
            <a:off x="0" y="0"/>
            <a:ext cx="12192000" cy="3480816"/>
          </a:xfrm>
          <a:prstGeom prst="rect">
            <a:avLst/>
          </a:prstGeom>
        </p:spPr>
      </p:pic>
      <p:pic>
        <p:nvPicPr>
          <p:cNvPr id="19" name="图片 18"/>
          <p:cNvPicPr>
            <a:picLocks noChangeAspect="1"/>
          </p:cNvPicPr>
          <p:nvPr userDrawn="1">
            <p:custDataLst>
              <p:tags r:id="rId5"/>
            </p:custDataLst>
          </p:nvPr>
        </p:nvPicPr>
        <p:blipFill>
          <a:blip r:embed="rId6"/>
          <a:stretch>
            <a:fillRect/>
          </a:stretch>
        </p:blipFill>
        <p:spPr>
          <a:xfrm rot="19302651">
            <a:off x="7729076" y="1574667"/>
            <a:ext cx="848646" cy="986854"/>
          </a:xfrm>
          <a:prstGeom prst="rect">
            <a:avLst/>
          </a:prstGeom>
        </p:spPr>
      </p:pic>
      <p:sp>
        <p:nvSpPr>
          <p:cNvPr id="9" name="椭圆 8"/>
          <p:cNvSpPr/>
          <p:nvPr userDrawn="1">
            <p:custDataLst>
              <p:tags r:id="rId7"/>
            </p:custDataLst>
          </p:nvPr>
        </p:nvSpPr>
        <p:spPr>
          <a:xfrm>
            <a:off x="7762308" y="1554409"/>
            <a:ext cx="3543758" cy="3543758"/>
          </a:xfrm>
          <a:prstGeom prst="ellipse">
            <a:avLst/>
          </a:prstGeom>
          <a:gradFill>
            <a:gsLst>
              <a:gs pos="77000">
                <a:schemeClr val="accent3">
                  <a:alpha val="0"/>
                </a:schemeClr>
              </a:gs>
              <a:gs pos="0">
                <a:schemeClr val="accent3">
                  <a:alpha val="2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直接连接符 14"/>
          <p:cNvCxnSpPr/>
          <p:nvPr userDrawn="1">
            <p:custDataLst>
              <p:tags r:id="rId8"/>
            </p:custDataLst>
          </p:nvPr>
        </p:nvCxnSpPr>
        <p:spPr>
          <a:xfrm flipV="1">
            <a:off x="1317625" y="854075"/>
            <a:ext cx="165100" cy="0"/>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userDrawn="1">
            <p:custDataLst>
              <p:tags r:id="rId9"/>
            </p:custDataLst>
          </p:nvPr>
        </p:nvCxnSpPr>
        <p:spPr>
          <a:xfrm flipV="1">
            <a:off x="1317625" y="803771"/>
            <a:ext cx="165100" cy="0"/>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userDrawn="1">
            <p:custDataLst>
              <p:tags r:id="rId10"/>
            </p:custDataLst>
          </p:nvPr>
        </p:nvCxnSpPr>
        <p:spPr>
          <a:xfrm flipV="1">
            <a:off x="1317625" y="753467"/>
            <a:ext cx="165100" cy="0"/>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pic>
        <p:nvPicPr>
          <p:cNvPr id="10" name="图片 9"/>
          <p:cNvPicPr>
            <a:picLocks noChangeAspect="1"/>
          </p:cNvPicPr>
          <p:nvPr userDrawn="1">
            <p:custDataLst>
              <p:tags r:id="rId11"/>
            </p:custDataLst>
          </p:nvPr>
        </p:nvPicPr>
        <p:blipFill rotWithShape="1">
          <a:blip r:embed="rId12"/>
          <a:srcRect r="9252" b="11656"/>
          <a:stretch>
            <a:fillRect/>
          </a:stretch>
        </p:blipFill>
        <p:spPr>
          <a:xfrm>
            <a:off x="6803443" y="1554409"/>
            <a:ext cx="5388557" cy="5245792"/>
          </a:xfrm>
          <a:prstGeom prst="rect">
            <a:avLst/>
          </a:prstGeom>
        </p:spPr>
      </p:pic>
      <p:pic>
        <p:nvPicPr>
          <p:cNvPr id="8" name="图片 7" descr="图片1"/>
          <p:cNvPicPr>
            <a:picLocks noChangeAspect="1"/>
          </p:cNvPicPr>
          <p:nvPr userDrawn="1">
            <p:custDataLst>
              <p:tags r:id="rId13"/>
            </p:custDataLst>
          </p:nvPr>
        </p:nvPicPr>
        <p:blipFill>
          <a:blip r:embed="rId14"/>
          <a:stretch>
            <a:fillRect/>
          </a:stretch>
        </p:blipFill>
        <p:spPr>
          <a:xfrm>
            <a:off x="0" y="5433060"/>
            <a:ext cx="12192000" cy="1424940"/>
          </a:xfrm>
          <a:prstGeom prst="rect">
            <a:avLst/>
          </a:prstGeom>
        </p:spPr>
      </p:pic>
      <p:sp>
        <p:nvSpPr>
          <p:cNvPr id="4" name="日期占位符 3"/>
          <p:cNvSpPr>
            <a:spLocks noGrp="1"/>
          </p:cNvSpPr>
          <p:nvPr>
            <p:ph type="dt" sz="half" idx="10"/>
            <p:custDataLst>
              <p:tags r:id="rId15"/>
            </p:custDataLst>
          </p:nvPr>
        </p:nvSpPr>
        <p:spPr/>
        <p:txBody>
          <a:bodyPr wrap="square">
            <a:normAutofit/>
          </a:bodyPr>
          <a:lstStyle>
            <a:lvl1pPr>
              <a:defRPr>
                <a:solidFill>
                  <a:srgbClr val="FFFFFF"/>
                </a:solidFill>
              </a:defRPr>
            </a:lvl1p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16"/>
            </p:custDataLst>
          </p:nvPr>
        </p:nvSpPr>
        <p:spPr/>
        <p:txBody>
          <a:bodyPr/>
          <a:lstStyle>
            <a:lvl1pPr>
              <a:defRPr>
                <a:solidFill>
                  <a:srgbClr val="FFFFFF"/>
                </a:solidFill>
              </a:defRPr>
            </a:lvl1pPr>
          </a:lstStyle>
          <a:p>
            <a:endParaRPr lang="zh-CN" altLang="en-US"/>
          </a:p>
        </p:txBody>
      </p:sp>
      <p:sp>
        <p:nvSpPr>
          <p:cNvPr id="6" name="灯片编号占位符 5"/>
          <p:cNvSpPr>
            <a:spLocks noGrp="1"/>
          </p:cNvSpPr>
          <p:nvPr>
            <p:ph type="sldNum" sz="quarter" idx="12"/>
            <p:custDataLst>
              <p:tags r:id="rId17"/>
            </p:custDataLst>
          </p:nvPr>
        </p:nvSpPr>
        <p:spPr>
          <a:xfrm>
            <a:off x="8610600" y="6356350"/>
            <a:ext cx="2743200" cy="365125"/>
          </a:xfrm>
        </p:spPr>
        <p:txBody>
          <a:bodyPr wrap="square">
            <a:normAutofit/>
          </a:bodyPr>
          <a:lstStyle>
            <a:lvl1pPr>
              <a:defRPr>
                <a:solidFill>
                  <a:srgbClr val="FFFFFF"/>
                </a:solidFill>
              </a:defRPr>
            </a:lvl1pPr>
          </a:lstStyle>
          <a:p>
            <a:fld id="{BE5F26B5-172A-4DC2-B0B7-181CFC56B87C}" type="slidenum">
              <a:rPr lang="zh-CN" altLang="en-US" smtClean="0"/>
            </a:fld>
            <a:endParaRPr lang="zh-CN" altLang="en-US"/>
          </a:p>
        </p:txBody>
      </p:sp>
      <p:sp>
        <p:nvSpPr>
          <p:cNvPr id="2" name="标题 1"/>
          <p:cNvSpPr>
            <a:spLocks noGrp="1"/>
          </p:cNvSpPr>
          <p:nvPr>
            <p:ph type="ctrTitle"/>
            <p:custDataLst>
              <p:tags r:id="rId18"/>
            </p:custDataLst>
          </p:nvPr>
        </p:nvSpPr>
        <p:spPr>
          <a:xfrm>
            <a:off x="1273038" y="1341529"/>
            <a:ext cx="5257800" cy="2114471"/>
          </a:xfrm>
        </p:spPr>
        <p:txBody>
          <a:bodyPr wrap="square" anchor="b">
            <a:normAutofit/>
          </a:bodyPr>
          <a:lstStyle>
            <a:lvl1pPr algn="l">
              <a:lnSpc>
                <a:spcPct val="100000"/>
              </a:lnSpc>
              <a:defRPr sz="6000"/>
            </a:lvl1pPr>
          </a:lstStyle>
          <a:p>
            <a:r>
              <a:rPr lang="zh-CN" altLang="en-US" dirty="0"/>
              <a:t>单击此处编辑母版标题样式</a:t>
            </a:r>
            <a:endParaRPr lang="zh-CN" altLang="en-US" dirty="0"/>
          </a:p>
        </p:txBody>
      </p:sp>
      <p:sp>
        <p:nvSpPr>
          <p:cNvPr id="3" name="副标题 2"/>
          <p:cNvSpPr>
            <a:spLocks noGrp="1"/>
          </p:cNvSpPr>
          <p:nvPr>
            <p:ph type="subTitle" idx="1" hasCustomPrompt="1"/>
            <p:custDataLst>
              <p:tags r:id="rId19"/>
            </p:custDataLst>
          </p:nvPr>
        </p:nvSpPr>
        <p:spPr>
          <a:xfrm>
            <a:off x="1273038" y="3600000"/>
            <a:ext cx="5257800" cy="972000"/>
          </a:xfrm>
        </p:spPr>
        <p:txBody>
          <a:bodyPr wrap="square">
            <a:normAutofit/>
          </a:bodyPr>
          <a:lstStyle>
            <a:lvl1pPr marL="0" indent="0" algn="l">
              <a:lnSpc>
                <a:spcPct val="100000"/>
              </a:lnSpc>
              <a:buNone/>
              <a:defRPr sz="4000" b="1" cap="all" baseline="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24" name="署名占位符 10"/>
          <p:cNvSpPr>
            <a:spLocks noGrp="1"/>
          </p:cNvSpPr>
          <p:nvPr>
            <p:ph type="body" sz="quarter" idx="17" hasCustomPrompt="1"/>
            <p:custDataLst>
              <p:tags r:id="rId20"/>
            </p:custDataLst>
          </p:nvPr>
        </p:nvSpPr>
        <p:spPr>
          <a:xfrm>
            <a:off x="1273038" y="4723225"/>
            <a:ext cx="2880000" cy="504000"/>
          </a:xfrm>
          <a:prstGeom prst="roundRect">
            <a:avLst>
              <a:gd name="adj" fmla="val 50000"/>
            </a:avLst>
          </a:prstGeom>
          <a:gradFill flip="none" rotWithShape="1">
            <a:gsLst>
              <a:gs pos="96330">
                <a:schemeClr val="accent3"/>
              </a:gs>
              <a:gs pos="27000">
                <a:schemeClr val="accent1"/>
              </a:gs>
            </a:gsLst>
            <a:lin ang="13500000" scaled="1"/>
            <a:tileRect/>
          </a:gradFill>
        </p:spPr>
        <p:txBody>
          <a:bodyPr wrap="square" anchor="ctr">
            <a:normAutofit/>
          </a:bodyPr>
          <a:lstStyle>
            <a:lvl1pPr marL="0" indent="0" algn="ctr">
              <a:lnSpc>
                <a:spcPct val="100000"/>
              </a:lnSpc>
              <a:buNone/>
              <a:defRPr sz="1400" b="1">
                <a:solidFill>
                  <a:srgbClr val="FFFFFF"/>
                </a:solidFill>
              </a:defRPr>
            </a:lvl1pPr>
          </a:lstStyle>
          <a:p>
            <a:pPr lvl="0"/>
            <a:r>
              <a:rPr lang="zh-CN" altLang="en-US" dirty="0"/>
              <a:t>署名</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9.xml"/><Relationship Id="rId8" Type="http://schemas.openxmlformats.org/officeDocument/2006/relationships/slideLayout" Target="../slideLayouts/slideLayout18.xml"/><Relationship Id="rId7" Type="http://schemas.openxmlformats.org/officeDocument/2006/relationships/slideLayout" Target="../slideLayouts/slideLayout17.xml"/><Relationship Id="rId6" Type="http://schemas.openxmlformats.org/officeDocument/2006/relationships/slideLayout" Target="../slideLayouts/slideLayout16.xml"/><Relationship Id="rId5" Type="http://schemas.openxmlformats.org/officeDocument/2006/relationships/slideLayout" Target="../slideLayouts/slideLayout15.xml"/><Relationship Id="rId4" Type="http://schemas.openxmlformats.org/officeDocument/2006/relationships/slideLayout" Target="../slideLayouts/slideLayout14.xml"/><Relationship Id="rId3" Type="http://schemas.openxmlformats.org/officeDocument/2006/relationships/slideLayout" Target="../slideLayouts/slideLayout13.xml"/><Relationship Id="rId23" Type="http://schemas.openxmlformats.org/officeDocument/2006/relationships/theme" Target="../theme/theme2.xml"/><Relationship Id="rId22" Type="http://schemas.openxmlformats.org/officeDocument/2006/relationships/tags" Target="../tags/tag89.xml"/><Relationship Id="rId21" Type="http://schemas.openxmlformats.org/officeDocument/2006/relationships/tags" Target="../tags/tag88.xml"/><Relationship Id="rId20" Type="http://schemas.openxmlformats.org/officeDocument/2006/relationships/tags" Target="../tags/tag87.xml"/><Relationship Id="rId2" Type="http://schemas.openxmlformats.org/officeDocument/2006/relationships/slideLayout" Target="../slideLayouts/slideLayout12.xml"/><Relationship Id="rId19" Type="http://schemas.openxmlformats.org/officeDocument/2006/relationships/image" Target="../media/image10.png"/><Relationship Id="rId18" Type="http://schemas.openxmlformats.org/officeDocument/2006/relationships/tags" Target="../tags/tag86.xml"/><Relationship Id="rId17" Type="http://schemas.openxmlformats.org/officeDocument/2006/relationships/tags" Target="../tags/tag85.xml"/><Relationship Id="rId16" Type="http://schemas.openxmlformats.org/officeDocument/2006/relationships/tags" Target="../tags/tag84.xml"/><Relationship Id="rId15" Type="http://schemas.openxmlformats.org/officeDocument/2006/relationships/tags" Target="../tags/tag83.xml"/><Relationship Id="rId14" Type="http://schemas.openxmlformats.org/officeDocument/2006/relationships/image" Target="../media/image6.png"/><Relationship Id="rId13" Type="http://schemas.openxmlformats.org/officeDocument/2006/relationships/tags" Target="../tags/tag82.xml"/><Relationship Id="rId12" Type="http://schemas.openxmlformats.org/officeDocument/2006/relationships/tags" Target="../tags/tag81.xml"/><Relationship Id="rId11" Type="http://schemas.openxmlformats.org/officeDocument/2006/relationships/slideLayout" Target="../slideLayouts/slideLayout21.xml"/><Relationship Id="rId10" Type="http://schemas.openxmlformats.org/officeDocument/2006/relationships/slideLayout" Target="../slideLayouts/slideLayout20.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168" y="523113"/>
            <a:ext cx="10515600" cy="1325563"/>
          </a:xfrm>
          <a:prstGeom prst="rect">
            <a:avLst/>
          </a:prstGeom>
        </p:spPr>
        <p:txBody>
          <a:bodyPr vert="horz" lIns="91440" tIns="45720" rIns="91440" bIns="45720" rtlCol="0" anchor="ctr">
            <a:no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168" y="1983613"/>
            <a:ext cx="10515600" cy="4351338"/>
          </a:xfrm>
          <a:prstGeom prst="rect">
            <a:avLst/>
          </a:prstGeom>
        </p:spPr>
        <p:txBody>
          <a:bodyPr vert="horz" lIns="91440" tIns="45720" rIns="91440" bIns="45720" rtlCol="0">
            <a:no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altLang="zh-CN" dirty="0"/>
          </a:p>
          <a:p>
            <a:pPr lvl="5"/>
            <a:r>
              <a:rPr lang="zh-CN" altLang="en-US" dirty="0"/>
              <a:t>第六级</a:t>
            </a:r>
            <a:endParaRPr lang="en-US" altLang="zh-CN" dirty="0"/>
          </a:p>
          <a:p>
            <a:pPr marL="2971800" marR="0" lvl="6"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a:pPr>
            <a:r>
              <a:rPr lang="zh-CN" altLang="en-US" dirty="0"/>
              <a:t>第七级</a:t>
            </a:r>
            <a:endParaRPr lang="en-US" altLang="zh-CN" dirty="0"/>
          </a:p>
          <a:p>
            <a:pPr marL="3429000" marR="0" lvl="7"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a:pPr>
            <a:r>
              <a:rPr lang="zh-CN" altLang="en-US" dirty="0"/>
              <a:t>第八级</a:t>
            </a:r>
            <a:endParaRPr lang="en-US" altLang="zh-CN" dirty="0"/>
          </a:p>
          <a:p>
            <a:pPr marL="3886200" marR="0" lvl="8"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a:pPr>
            <a:r>
              <a:rPr lang="zh-CN" altLang="en-US" dirty="0"/>
              <a:t>第九级</a:t>
            </a:r>
            <a:endParaRPr lang="en-US" altLang="zh-CN" dirty="0"/>
          </a:p>
          <a:p>
            <a:pPr marL="3886200" marR="0" lvl="8"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a:pPr>
            <a:endParaRPr lang="en-US" altLang="zh-CN" dirty="0"/>
          </a:p>
          <a:p>
            <a:pPr lvl="5"/>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charset="-122"/>
          <a:ea typeface="微软雅黑" panose="020B050302020402020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5pPr>
      <a:lvl6pPr marL="2514600" marR="0"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defRPr lang="zh-CN" altLang="en-US" sz="2400" kern="1200" dirty="0">
          <a:solidFill>
            <a:schemeClr val="tx1"/>
          </a:solidFill>
          <a:latin typeface="微软雅黑" panose="020B0503020204020204" charset="-122"/>
          <a:ea typeface="微软雅黑" panose="020B0503020204020204" charset="-122"/>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en-US" altLang="zh-CN" sz="2400" kern="1200" dirty="0" smtClean="0">
          <a:solidFill>
            <a:schemeClr val="tx1"/>
          </a:solidFill>
          <a:latin typeface="微软雅黑" panose="020B0503020204020204" charset="-122"/>
          <a:ea typeface="微软雅黑" panose="020B0503020204020204" charset="-122"/>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en-US" altLang="zh-CN" sz="2400" kern="1200" dirty="0" smtClean="0">
          <a:solidFill>
            <a:schemeClr val="tx1"/>
          </a:solidFill>
          <a:latin typeface="微软雅黑" panose="020B0503020204020204" charset="-122"/>
          <a:ea typeface="微软雅黑" panose="020B0503020204020204" charset="-122"/>
          <a:cs typeface="+mn-cs"/>
        </a:defRPr>
      </a:lvl8pPr>
      <a:lvl9pPr marL="3657600" indent="0" algn="l" defTabSz="914400" rtl="0" eaLnBrk="1" latinLnBrk="0" hangingPunct="1">
        <a:lnSpc>
          <a:spcPct val="90000"/>
        </a:lnSpc>
        <a:spcBef>
          <a:spcPts val="500"/>
        </a:spcBef>
        <a:buFont typeface="Arial" panose="020B0604020202020204" pitchFamily="34" charset="0"/>
        <a:buNone/>
        <a:defRPr lang="en-US" altLang="zh-CN" sz="2400" kern="1200" dirty="0" smtClean="0">
          <a:solidFill>
            <a:schemeClr val="tx1"/>
          </a:solidFill>
          <a:latin typeface="微软雅黑" panose="020B0503020204020204" charset="-122"/>
          <a:ea typeface="微软雅黑" panose="020B0503020204020204" charset="-122"/>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矩形 7"/>
          <p:cNvSpPr/>
          <p:nvPr userDrawn="1">
            <p:custDataLst>
              <p:tags r:id="rId12"/>
            </p:custDataLst>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p:cNvPicPr>
            <a:picLocks noChangeAspect="1"/>
          </p:cNvPicPr>
          <p:nvPr userDrawn="1">
            <p:custDataLst>
              <p:tags r:id="rId13"/>
            </p:custDataLst>
          </p:nvPr>
        </p:nvPicPr>
        <p:blipFill rotWithShape="1">
          <a:blip r:embed="rId14"/>
          <a:srcRect t="21558" b="30014"/>
          <a:stretch>
            <a:fillRect/>
          </a:stretch>
        </p:blipFill>
        <p:spPr>
          <a:xfrm>
            <a:off x="10412913" y="320400"/>
            <a:ext cx="1464811" cy="720000"/>
          </a:xfrm>
          <a:prstGeom prst="rect">
            <a:avLst/>
          </a:prstGeom>
        </p:spPr>
      </p:pic>
      <p:sp>
        <p:nvSpPr>
          <p:cNvPr id="4" name="日期占位符 3"/>
          <p:cNvSpPr>
            <a:spLocks noGrp="1"/>
          </p:cNvSpPr>
          <p:nvPr>
            <p:ph type="dt" sz="half" idx="2"/>
            <p:custDataLst>
              <p:tags r:id="rId15"/>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defRPr>
            </a:lvl1pPr>
          </a:lstStyle>
          <a:p>
            <a:fld id="{5592522B-0F24-4480-B9DD-A9474A6880D6}" type="datetimeFigureOut">
              <a:rPr lang="zh-CN" altLang="en-US" smtClean="0"/>
            </a:fld>
            <a:endParaRPr lang="zh-CN" altLang="en-US"/>
          </a:p>
        </p:txBody>
      </p:sp>
      <p:sp>
        <p:nvSpPr>
          <p:cNvPr id="5" name="页脚占位符 4"/>
          <p:cNvSpPr>
            <a:spLocks noGrp="1"/>
          </p:cNvSpPr>
          <p:nvPr>
            <p:ph type="ftr" sz="quarter" idx="3"/>
            <p:custDataLst>
              <p:tags r:id="rId16"/>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7"/>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defRPr>
            </a:lvl1pPr>
          </a:lstStyle>
          <a:p>
            <a:fld id="{BE5F26B5-172A-4DC2-B0B7-181CFC56B87C}" type="slidenum">
              <a:rPr lang="zh-CN" altLang="en-US" smtClean="0"/>
            </a:fld>
            <a:endParaRPr lang="zh-CN" altLang="en-US"/>
          </a:p>
        </p:txBody>
      </p:sp>
      <p:pic>
        <p:nvPicPr>
          <p:cNvPr id="13" name="图片 12"/>
          <p:cNvPicPr>
            <a:picLocks noChangeAspect="1"/>
          </p:cNvPicPr>
          <p:nvPr userDrawn="1">
            <p:custDataLst>
              <p:tags r:id="rId18"/>
            </p:custDataLst>
          </p:nvPr>
        </p:nvPicPr>
        <p:blipFill>
          <a:blip r:embed="rId19"/>
          <a:stretch>
            <a:fillRect/>
          </a:stretch>
        </p:blipFill>
        <p:spPr>
          <a:xfrm>
            <a:off x="0" y="0"/>
            <a:ext cx="12192000" cy="4773168"/>
          </a:xfrm>
          <a:prstGeom prst="rect">
            <a:avLst/>
          </a:prstGeom>
        </p:spPr>
      </p:pic>
      <p:sp>
        <p:nvSpPr>
          <p:cNvPr id="2" name="标题占位符 1"/>
          <p:cNvSpPr>
            <a:spLocks noGrp="1"/>
          </p:cNvSpPr>
          <p:nvPr>
            <p:ph type="title"/>
            <p:custDataLst>
              <p:tags r:id="rId20"/>
            </p:custDataLst>
          </p:nvPr>
        </p:nvSpPr>
        <p:spPr>
          <a:xfrm>
            <a:off x="695960" y="360000"/>
            <a:ext cx="10800000" cy="720000"/>
          </a:xfrm>
          <a:prstGeom prst="rect">
            <a:avLst/>
          </a:prstGeom>
        </p:spPr>
        <p:txBody>
          <a:bodyPr vert="horz" wrap="square" lIns="0" tIns="0" rIns="0" bIns="0" rtlCol="0" anchor="b">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1"/>
            </p:custDataLst>
          </p:nvPr>
        </p:nvSpPr>
        <p:spPr>
          <a:xfrm>
            <a:off x="695960" y="1301749"/>
            <a:ext cx="10800000" cy="4873625"/>
          </a:xfrm>
          <a:prstGeom prst="rect">
            <a:avLst/>
          </a:prstGeom>
        </p:spPr>
        <p:txBody>
          <a:bodyPr vert="horz" wrap="square"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9" name="KSO_TEMPLATE" hidden="1"/>
          <p:cNvSpPr/>
          <p:nvPr userDrawn="1">
            <p:custDataLst>
              <p:tags r:id="rId22"/>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txStyles>
    <p:titleStyle>
      <a:lvl1pPr algn="l" defTabSz="914400" rtl="0" eaLnBrk="1" latinLnBrk="0" hangingPunct="1">
        <a:lnSpc>
          <a:spcPct val="100000"/>
        </a:lnSpc>
        <a:spcBef>
          <a:spcPct val="0"/>
        </a:spcBef>
        <a:buNone/>
        <a:defRPr sz="3200" b="1" kern="1200">
          <a:solidFill>
            <a:schemeClr val="tx2"/>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1.xml"/><Relationship Id="rId4" Type="http://schemas.openxmlformats.org/officeDocument/2006/relationships/tags" Target="../tags/tag93.xml"/><Relationship Id="rId3" Type="http://schemas.openxmlformats.org/officeDocument/2006/relationships/tags" Target="../tags/tag92.xml"/><Relationship Id="rId2" Type="http://schemas.openxmlformats.org/officeDocument/2006/relationships/tags" Target="../tags/tag91.xml"/><Relationship Id="rId1" Type="http://schemas.openxmlformats.org/officeDocument/2006/relationships/tags" Target="../tags/tag90.xml"/></Relationships>
</file>

<file path=ppt/slides/_rels/slide2.xml.rels><?xml version="1.0" encoding="UTF-8" standalone="yes"?>
<Relationships xmlns="http://schemas.openxmlformats.org/package/2006/relationships"><Relationship Id="rId9" Type="http://schemas.openxmlformats.org/officeDocument/2006/relationships/tags" Target="../tags/tag102.xml"/><Relationship Id="rId8" Type="http://schemas.openxmlformats.org/officeDocument/2006/relationships/tags" Target="../tags/tag101.xml"/><Relationship Id="rId7" Type="http://schemas.openxmlformats.org/officeDocument/2006/relationships/tags" Target="../tags/tag100.xml"/><Relationship Id="rId6" Type="http://schemas.openxmlformats.org/officeDocument/2006/relationships/tags" Target="../tags/tag99.xml"/><Relationship Id="rId5" Type="http://schemas.openxmlformats.org/officeDocument/2006/relationships/tags" Target="../tags/tag98.xml"/><Relationship Id="rId4" Type="http://schemas.openxmlformats.org/officeDocument/2006/relationships/tags" Target="../tags/tag97.xml"/><Relationship Id="rId3" Type="http://schemas.openxmlformats.org/officeDocument/2006/relationships/tags" Target="../tags/tag96.xml"/><Relationship Id="rId2" Type="http://schemas.openxmlformats.org/officeDocument/2006/relationships/tags" Target="../tags/tag95.xml"/><Relationship Id="rId16" Type="http://schemas.openxmlformats.org/officeDocument/2006/relationships/slideLayout" Target="../slideLayouts/slideLayout13.xml"/><Relationship Id="rId15" Type="http://schemas.openxmlformats.org/officeDocument/2006/relationships/tags" Target="../tags/tag108.xml"/><Relationship Id="rId14" Type="http://schemas.openxmlformats.org/officeDocument/2006/relationships/tags" Target="../tags/tag107.xml"/><Relationship Id="rId13" Type="http://schemas.openxmlformats.org/officeDocument/2006/relationships/tags" Target="../tags/tag106.xml"/><Relationship Id="rId12" Type="http://schemas.openxmlformats.org/officeDocument/2006/relationships/tags" Target="../tags/tag105.xml"/><Relationship Id="rId11" Type="http://schemas.openxmlformats.org/officeDocument/2006/relationships/tags" Target="../tags/tag104.xml"/><Relationship Id="rId10" Type="http://schemas.openxmlformats.org/officeDocument/2006/relationships/tags" Target="../tags/tag103.xml"/><Relationship Id="rId1" Type="http://schemas.openxmlformats.org/officeDocument/2006/relationships/tags" Target="../tags/tag94.xml"/></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14.xml"/><Relationship Id="rId4" Type="http://schemas.openxmlformats.org/officeDocument/2006/relationships/tags" Target="../tags/tag112.xml"/><Relationship Id="rId3" Type="http://schemas.openxmlformats.org/officeDocument/2006/relationships/tags" Target="../tags/tag111.xml"/><Relationship Id="rId2" Type="http://schemas.openxmlformats.org/officeDocument/2006/relationships/tags" Target="../tags/tag110.xml"/><Relationship Id="rId1" Type="http://schemas.openxmlformats.org/officeDocument/2006/relationships/tags" Target="../tags/tag109.xml"/></Relationships>
</file>

<file path=ppt/slides/_rels/slide4.xml.rels><?xml version="1.0" encoding="UTF-8" standalone="yes"?>
<Relationships xmlns="http://schemas.openxmlformats.org/package/2006/relationships"><Relationship Id="rId9" Type="http://schemas.openxmlformats.org/officeDocument/2006/relationships/tags" Target="../tags/tag121.xml"/><Relationship Id="rId8" Type="http://schemas.openxmlformats.org/officeDocument/2006/relationships/tags" Target="../tags/tag120.xml"/><Relationship Id="rId7" Type="http://schemas.openxmlformats.org/officeDocument/2006/relationships/tags" Target="../tags/tag119.xml"/><Relationship Id="rId6" Type="http://schemas.openxmlformats.org/officeDocument/2006/relationships/tags" Target="../tags/tag118.xml"/><Relationship Id="rId5" Type="http://schemas.openxmlformats.org/officeDocument/2006/relationships/tags" Target="../tags/tag117.xml"/><Relationship Id="rId4" Type="http://schemas.openxmlformats.org/officeDocument/2006/relationships/tags" Target="../tags/tag116.xml"/><Relationship Id="rId3" Type="http://schemas.openxmlformats.org/officeDocument/2006/relationships/tags" Target="../tags/tag115.xml"/><Relationship Id="rId24" Type="http://schemas.openxmlformats.org/officeDocument/2006/relationships/slideLayout" Target="../slideLayouts/slideLayout17.xml"/><Relationship Id="rId23" Type="http://schemas.openxmlformats.org/officeDocument/2006/relationships/tags" Target="../tags/tag129.xml"/><Relationship Id="rId22" Type="http://schemas.openxmlformats.org/officeDocument/2006/relationships/image" Target="../media/image16.svg"/><Relationship Id="rId21" Type="http://schemas.openxmlformats.org/officeDocument/2006/relationships/image" Target="../media/image15.png"/><Relationship Id="rId20" Type="http://schemas.openxmlformats.org/officeDocument/2006/relationships/tags" Target="../tags/tag128.xml"/><Relationship Id="rId2" Type="http://schemas.openxmlformats.org/officeDocument/2006/relationships/tags" Target="../tags/tag114.xml"/><Relationship Id="rId19" Type="http://schemas.openxmlformats.org/officeDocument/2006/relationships/image" Target="../media/image14.svg"/><Relationship Id="rId18" Type="http://schemas.openxmlformats.org/officeDocument/2006/relationships/image" Target="../media/image13.png"/><Relationship Id="rId17" Type="http://schemas.openxmlformats.org/officeDocument/2006/relationships/tags" Target="../tags/tag127.xml"/><Relationship Id="rId16" Type="http://schemas.openxmlformats.org/officeDocument/2006/relationships/image" Target="../media/image12.svg"/><Relationship Id="rId15" Type="http://schemas.openxmlformats.org/officeDocument/2006/relationships/image" Target="../media/image11.png"/><Relationship Id="rId14" Type="http://schemas.openxmlformats.org/officeDocument/2006/relationships/tags" Target="../tags/tag126.xml"/><Relationship Id="rId13" Type="http://schemas.openxmlformats.org/officeDocument/2006/relationships/tags" Target="../tags/tag125.xml"/><Relationship Id="rId12" Type="http://schemas.openxmlformats.org/officeDocument/2006/relationships/tags" Target="../tags/tag124.xml"/><Relationship Id="rId11" Type="http://schemas.openxmlformats.org/officeDocument/2006/relationships/tags" Target="../tags/tag123.xml"/><Relationship Id="rId10" Type="http://schemas.openxmlformats.org/officeDocument/2006/relationships/tags" Target="../tags/tag122.xml"/><Relationship Id="rId1" Type="http://schemas.openxmlformats.org/officeDocument/2006/relationships/tags" Target="../tags/tag113.xml"/></Relationships>
</file>

<file path=ppt/slides/_rels/slide5.xml.rels><?xml version="1.0" encoding="UTF-8" standalone="yes"?>
<Relationships xmlns="http://schemas.openxmlformats.org/package/2006/relationships"><Relationship Id="rId9" Type="http://schemas.openxmlformats.org/officeDocument/2006/relationships/tags" Target="../tags/tag138.xml"/><Relationship Id="rId8" Type="http://schemas.openxmlformats.org/officeDocument/2006/relationships/tags" Target="../tags/tag137.xml"/><Relationship Id="rId7" Type="http://schemas.openxmlformats.org/officeDocument/2006/relationships/tags" Target="../tags/tag136.xml"/><Relationship Id="rId6" Type="http://schemas.openxmlformats.org/officeDocument/2006/relationships/tags" Target="../tags/tag135.xml"/><Relationship Id="rId5" Type="http://schemas.openxmlformats.org/officeDocument/2006/relationships/tags" Target="../tags/tag134.xml"/><Relationship Id="rId4" Type="http://schemas.openxmlformats.org/officeDocument/2006/relationships/tags" Target="../tags/tag133.xml"/><Relationship Id="rId31" Type="http://schemas.openxmlformats.org/officeDocument/2006/relationships/notesSlide" Target="../notesSlides/notesSlide1.xml"/><Relationship Id="rId30" Type="http://schemas.openxmlformats.org/officeDocument/2006/relationships/slideLayout" Target="../slideLayouts/slideLayout17.xml"/><Relationship Id="rId3" Type="http://schemas.openxmlformats.org/officeDocument/2006/relationships/tags" Target="../tags/tag132.xml"/><Relationship Id="rId29" Type="http://schemas.openxmlformats.org/officeDocument/2006/relationships/tags" Target="../tags/tag152.xml"/><Relationship Id="rId28" Type="http://schemas.openxmlformats.org/officeDocument/2006/relationships/image" Target="../media/image22.svg"/><Relationship Id="rId27" Type="http://schemas.openxmlformats.org/officeDocument/2006/relationships/image" Target="../media/image21.png"/><Relationship Id="rId26" Type="http://schemas.openxmlformats.org/officeDocument/2006/relationships/tags" Target="../tags/tag151.xml"/><Relationship Id="rId25" Type="http://schemas.openxmlformats.org/officeDocument/2006/relationships/image" Target="../media/image20.svg"/><Relationship Id="rId24" Type="http://schemas.openxmlformats.org/officeDocument/2006/relationships/image" Target="../media/image19.png"/><Relationship Id="rId23" Type="http://schemas.openxmlformats.org/officeDocument/2006/relationships/tags" Target="../tags/tag150.xml"/><Relationship Id="rId22" Type="http://schemas.openxmlformats.org/officeDocument/2006/relationships/image" Target="../media/image18.svg"/><Relationship Id="rId21" Type="http://schemas.openxmlformats.org/officeDocument/2006/relationships/image" Target="../media/image17.png"/><Relationship Id="rId20" Type="http://schemas.openxmlformats.org/officeDocument/2006/relationships/tags" Target="../tags/tag149.xml"/><Relationship Id="rId2" Type="http://schemas.openxmlformats.org/officeDocument/2006/relationships/tags" Target="../tags/tag131.xml"/><Relationship Id="rId19" Type="http://schemas.openxmlformats.org/officeDocument/2006/relationships/tags" Target="../tags/tag148.xml"/><Relationship Id="rId18" Type="http://schemas.openxmlformats.org/officeDocument/2006/relationships/tags" Target="../tags/tag147.xml"/><Relationship Id="rId17" Type="http://schemas.openxmlformats.org/officeDocument/2006/relationships/tags" Target="../tags/tag146.xml"/><Relationship Id="rId16" Type="http://schemas.openxmlformats.org/officeDocument/2006/relationships/tags" Target="../tags/tag145.xml"/><Relationship Id="rId15" Type="http://schemas.openxmlformats.org/officeDocument/2006/relationships/tags" Target="../tags/tag144.xml"/><Relationship Id="rId14" Type="http://schemas.openxmlformats.org/officeDocument/2006/relationships/tags" Target="../tags/tag143.xml"/><Relationship Id="rId13" Type="http://schemas.openxmlformats.org/officeDocument/2006/relationships/tags" Target="../tags/tag142.xml"/><Relationship Id="rId12" Type="http://schemas.openxmlformats.org/officeDocument/2006/relationships/tags" Target="../tags/tag141.xml"/><Relationship Id="rId11" Type="http://schemas.openxmlformats.org/officeDocument/2006/relationships/tags" Target="../tags/tag140.xml"/><Relationship Id="rId10" Type="http://schemas.openxmlformats.org/officeDocument/2006/relationships/tags" Target="../tags/tag139.xml"/><Relationship Id="rId1" Type="http://schemas.openxmlformats.org/officeDocument/2006/relationships/tags" Target="../tags/tag130.xml"/></Relationships>
</file>

<file path=ppt/slides/_rels/slide6.xml.rels><?xml version="1.0" encoding="UTF-8" standalone="yes"?>
<Relationships xmlns="http://schemas.openxmlformats.org/package/2006/relationships"><Relationship Id="rId9" Type="http://schemas.openxmlformats.org/officeDocument/2006/relationships/tags" Target="../tags/tag161.xml"/><Relationship Id="rId8" Type="http://schemas.openxmlformats.org/officeDocument/2006/relationships/tags" Target="../tags/tag160.xml"/><Relationship Id="rId7" Type="http://schemas.openxmlformats.org/officeDocument/2006/relationships/tags" Target="../tags/tag159.xml"/><Relationship Id="rId6" Type="http://schemas.openxmlformats.org/officeDocument/2006/relationships/tags" Target="../tags/tag158.xml"/><Relationship Id="rId5" Type="http://schemas.openxmlformats.org/officeDocument/2006/relationships/tags" Target="../tags/tag157.xml"/><Relationship Id="rId4" Type="http://schemas.openxmlformats.org/officeDocument/2006/relationships/tags" Target="../tags/tag156.xml"/><Relationship Id="rId3" Type="http://schemas.openxmlformats.org/officeDocument/2006/relationships/tags" Target="../tags/tag155.xml"/><Relationship Id="rId2" Type="http://schemas.openxmlformats.org/officeDocument/2006/relationships/tags" Target="../tags/tag154.xml"/><Relationship Id="rId13" Type="http://schemas.openxmlformats.org/officeDocument/2006/relationships/notesSlide" Target="../notesSlides/notesSlide2.xml"/><Relationship Id="rId12" Type="http://schemas.openxmlformats.org/officeDocument/2006/relationships/slideLayout" Target="../slideLayouts/slideLayout17.xml"/><Relationship Id="rId11" Type="http://schemas.openxmlformats.org/officeDocument/2006/relationships/tags" Target="../tags/tag163.xml"/><Relationship Id="rId10" Type="http://schemas.openxmlformats.org/officeDocument/2006/relationships/tags" Target="../tags/tag162.xml"/><Relationship Id="rId1" Type="http://schemas.openxmlformats.org/officeDocument/2006/relationships/tags" Target="../tags/tag153.xml"/></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14.xml"/><Relationship Id="rId4" Type="http://schemas.openxmlformats.org/officeDocument/2006/relationships/tags" Target="../tags/tag167.xml"/><Relationship Id="rId3" Type="http://schemas.openxmlformats.org/officeDocument/2006/relationships/tags" Target="../tags/tag166.xml"/><Relationship Id="rId2" Type="http://schemas.openxmlformats.org/officeDocument/2006/relationships/tags" Target="../tags/tag165.xml"/><Relationship Id="rId1" Type="http://schemas.openxmlformats.org/officeDocument/2006/relationships/tags" Target="../tags/tag164.xml"/></Relationships>
</file>

<file path=ppt/slides/_rels/slide8.xml.rels><?xml version="1.0" encoding="UTF-8" standalone="yes"?>
<Relationships xmlns="http://schemas.openxmlformats.org/package/2006/relationships"><Relationship Id="rId9" Type="http://schemas.openxmlformats.org/officeDocument/2006/relationships/tags" Target="../tags/tag176.xml"/><Relationship Id="rId8" Type="http://schemas.openxmlformats.org/officeDocument/2006/relationships/tags" Target="../tags/tag175.xml"/><Relationship Id="rId7" Type="http://schemas.openxmlformats.org/officeDocument/2006/relationships/tags" Target="../tags/tag174.xml"/><Relationship Id="rId6" Type="http://schemas.openxmlformats.org/officeDocument/2006/relationships/tags" Target="../tags/tag173.xml"/><Relationship Id="rId5" Type="http://schemas.openxmlformats.org/officeDocument/2006/relationships/tags" Target="../tags/tag172.xml"/><Relationship Id="rId4" Type="http://schemas.openxmlformats.org/officeDocument/2006/relationships/tags" Target="../tags/tag171.xml"/><Relationship Id="rId3" Type="http://schemas.openxmlformats.org/officeDocument/2006/relationships/tags" Target="../tags/tag170.xml"/><Relationship Id="rId21" Type="http://schemas.openxmlformats.org/officeDocument/2006/relationships/slideLayout" Target="../slideLayouts/slideLayout17.xml"/><Relationship Id="rId20" Type="http://schemas.openxmlformats.org/officeDocument/2006/relationships/tags" Target="../tags/tag181.xml"/><Relationship Id="rId2" Type="http://schemas.openxmlformats.org/officeDocument/2006/relationships/tags" Target="../tags/tag169.xml"/><Relationship Id="rId19" Type="http://schemas.openxmlformats.org/officeDocument/2006/relationships/image" Target="../media/image28.svg"/><Relationship Id="rId18" Type="http://schemas.openxmlformats.org/officeDocument/2006/relationships/image" Target="../media/image27.png"/><Relationship Id="rId17" Type="http://schemas.openxmlformats.org/officeDocument/2006/relationships/tags" Target="../tags/tag180.xml"/><Relationship Id="rId16" Type="http://schemas.openxmlformats.org/officeDocument/2006/relationships/image" Target="../media/image26.svg"/><Relationship Id="rId15" Type="http://schemas.openxmlformats.org/officeDocument/2006/relationships/image" Target="../media/image25.png"/><Relationship Id="rId14" Type="http://schemas.openxmlformats.org/officeDocument/2006/relationships/tags" Target="../tags/tag179.xml"/><Relationship Id="rId13" Type="http://schemas.openxmlformats.org/officeDocument/2006/relationships/image" Target="../media/image24.svg"/><Relationship Id="rId12" Type="http://schemas.openxmlformats.org/officeDocument/2006/relationships/image" Target="../media/image23.png"/><Relationship Id="rId11" Type="http://schemas.openxmlformats.org/officeDocument/2006/relationships/tags" Target="../tags/tag178.xml"/><Relationship Id="rId10" Type="http://schemas.openxmlformats.org/officeDocument/2006/relationships/tags" Target="../tags/tag177.xml"/><Relationship Id="rId1" Type="http://schemas.openxmlformats.org/officeDocument/2006/relationships/tags" Target="../tags/tag168.xml"/></Relationships>
</file>

<file path=ppt/slides/_rels/slide9.xml.rels><?xml version="1.0" encoding="UTF-8" standalone="yes"?>
<Relationships xmlns="http://schemas.openxmlformats.org/package/2006/relationships"><Relationship Id="rId9" Type="http://schemas.openxmlformats.org/officeDocument/2006/relationships/tags" Target="../tags/tag190.xml"/><Relationship Id="rId8" Type="http://schemas.openxmlformats.org/officeDocument/2006/relationships/tags" Target="../tags/tag189.xml"/><Relationship Id="rId7" Type="http://schemas.openxmlformats.org/officeDocument/2006/relationships/tags" Target="../tags/tag188.xml"/><Relationship Id="rId6" Type="http://schemas.openxmlformats.org/officeDocument/2006/relationships/tags" Target="../tags/tag187.xml"/><Relationship Id="rId5" Type="http://schemas.openxmlformats.org/officeDocument/2006/relationships/tags" Target="../tags/tag186.xml"/><Relationship Id="rId4" Type="http://schemas.openxmlformats.org/officeDocument/2006/relationships/tags" Target="../tags/tag185.xml"/><Relationship Id="rId3" Type="http://schemas.openxmlformats.org/officeDocument/2006/relationships/tags" Target="../tags/tag184.xml"/><Relationship Id="rId22" Type="http://schemas.openxmlformats.org/officeDocument/2006/relationships/slideLayout" Target="../slideLayouts/slideLayout17.xml"/><Relationship Id="rId21" Type="http://schemas.openxmlformats.org/officeDocument/2006/relationships/tags" Target="../tags/tag196.xml"/><Relationship Id="rId20" Type="http://schemas.openxmlformats.org/officeDocument/2006/relationships/image" Target="../media/image34.svg"/><Relationship Id="rId2" Type="http://schemas.openxmlformats.org/officeDocument/2006/relationships/tags" Target="../tags/tag183.xml"/><Relationship Id="rId19" Type="http://schemas.openxmlformats.org/officeDocument/2006/relationships/image" Target="../media/image33.png"/><Relationship Id="rId18" Type="http://schemas.openxmlformats.org/officeDocument/2006/relationships/tags" Target="../tags/tag195.xml"/><Relationship Id="rId17" Type="http://schemas.openxmlformats.org/officeDocument/2006/relationships/image" Target="../media/image32.svg"/><Relationship Id="rId16" Type="http://schemas.openxmlformats.org/officeDocument/2006/relationships/image" Target="../media/image31.png"/><Relationship Id="rId15" Type="http://schemas.openxmlformats.org/officeDocument/2006/relationships/tags" Target="../tags/tag194.xml"/><Relationship Id="rId14" Type="http://schemas.openxmlformats.org/officeDocument/2006/relationships/tags" Target="../tags/tag193.xml"/><Relationship Id="rId13" Type="http://schemas.openxmlformats.org/officeDocument/2006/relationships/image" Target="../media/image30.svg"/><Relationship Id="rId12" Type="http://schemas.openxmlformats.org/officeDocument/2006/relationships/image" Target="../media/image29.png"/><Relationship Id="rId11" Type="http://schemas.openxmlformats.org/officeDocument/2006/relationships/tags" Target="../tags/tag192.xml"/><Relationship Id="rId10" Type="http://schemas.openxmlformats.org/officeDocument/2006/relationships/tags" Target="../tags/tag191.xml"/><Relationship Id="rId1" Type="http://schemas.openxmlformats.org/officeDocument/2006/relationships/tags" Target="../tags/tag182.xml"/></Relationships>
</file>

<file path=ppt/slides/_rels/slide10.xml.rels><?xml version="1.0" encoding="UTF-8" standalone="yes"?>
<Relationships xmlns="http://schemas.openxmlformats.org/package/2006/relationships"><Relationship Id="rId9" Type="http://schemas.openxmlformats.org/officeDocument/2006/relationships/image" Target="../media/image35.png"/><Relationship Id="rId8" Type="http://schemas.openxmlformats.org/officeDocument/2006/relationships/tags" Target="../tags/tag204.xml"/><Relationship Id="rId7" Type="http://schemas.openxmlformats.org/officeDocument/2006/relationships/tags" Target="../tags/tag203.xml"/><Relationship Id="rId6" Type="http://schemas.openxmlformats.org/officeDocument/2006/relationships/tags" Target="../tags/tag202.xml"/><Relationship Id="rId5" Type="http://schemas.openxmlformats.org/officeDocument/2006/relationships/tags" Target="../tags/tag201.xml"/><Relationship Id="rId4" Type="http://schemas.openxmlformats.org/officeDocument/2006/relationships/tags" Target="../tags/tag200.xml"/><Relationship Id="rId3" Type="http://schemas.openxmlformats.org/officeDocument/2006/relationships/tags" Target="../tags/tag199.xml"/><Relationship Id="rId2" Type="http://schemas.openxmlformats.org/officeDocument/2006/relationships/tags" Target="../tags/tag198.xml"/><Relationship Id="rId18" Type="http://schemas.openxmlformats.org/officeDocument/2006/relationships/slideLayout" Target="../slideLayouts/slideLayout17.xml"/><Relationship Id="rId17" Type="http://schemas.openxmlformats.org/officeDocument/2006/relationships/tags" Target="../tags/tag207.xml"/><Relationship Id="rId16" Type="http://schemas.openxmlformats.org/officeDocument/2006/relationships/image" Target="../media/image40.svg"/><Relationship Id="rId15" Type="http://schemas.openxmlformats.org/officeDocument/2006/relationships/image" Target="../media/image39.png"/><Relationship Id="rId14" Type="http://schemas.openxmlformats.org/officeDocument/2006/relationships/tags" Target="../tags/tag206.xml"/><Relationship Id="rId13" Type="http://schemas.openxmlformats.org/officeDocument/2006/relationships/image" Target="../media/image38.svg"/><Relationship Id="rId12" Type="http://schemas.openxmlformats.org/officeDocument/2006/relationships/image" Target="../media/image37.png"/><Relationship Id="rId11" Type="http://schemas.openxmlformats.org/officeDocument/2006/relationships/tags" Target="../tags/tag205.xml"/><Relationship Id="rId10" Type="http://schemas.openxmlformats.org/officeDocument/2006/relationships/image" Target="../media/image36.svg"/><Relationship Id="rId1" Type="http://schemas.openxmlformats.org/officeDocument/2006/relationships/tags" Target="../tags/tag197.xml"/></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14.xml"/><Relationship Id="rId4" Type="http://schemas.openxmlformats.org/officeDocument/2006/relationships/tags" Target="../tags/tag211.xml"/><Relationship Id="rId3" Type="http://schemas.openxmlformats.org/officeDocument/2006/relationships/tags" Target="../tags/tag210.xml"/><Relationship Id="rId2" Type="http://schemas.openxmlformats.org/officeDocument/2006/relationships/tags" Target="../tags/tag209.xml"/><Relationship Id="rId1" Type="http://schemas.openxmlformats.org/officeDocument/2006/relationships/tags" Target="../tags/tag208.xml"/></Relationships>
</file>

<file path=ppt/slides/_rels/slide12.xml.rels><?xml version="1.0" encoding="UTF-8" standalone="yes"?>
<Relationships xmlns="http://schemas.openxmlformats.org/package/2006/relationships"><Relationship Id="rId9" Type="http://schemas.openxmlformats.org/officeDocument/2006/relationships/tags" Target="../tags/tag218.xml"/><Relationship Id="rId8" Type="http://schemas.openxmlformats.org/officeDocument/2006/relationships/tags" Target="../tags/tag217.xml"/><Relationship Id="rId7" Type="http://schemas.openxmlformats.org/officeDocument/2006/relationships/image" Target="../media/image42.svg"/><Relationship Id="rId6" Type="http://schemas.openxmlformats.org/officeDocument/2006/relationships/image" Target="../media/image41.png"/><Relationship Id="rId5" Type="http://schemas.openxmlformats.org/officeDocument/2006/relationships/tags" Target="../tags/tag216.xml"/><Relationship Id="rId4" Type="http://schemas.openxmlformats.org/officeDocument/2006/relationships/tags" Target="../tags/tag215.xml"/><Relationship Id="rId3" Type="http://schemas.openxmlformats.org/officeDocument/2006/relationships/tags" Target="../tags/tag214.xml"/><Relationship Id="rId26" Type="http://schemas.openxmlformats.org/officeDocument/2006/relationships/slideLayout" Target="../slideLayouts/slideLayout17.xml"/><Relationship Id="rId25" Type="http://schemas.openxmlformats.org/officeDocument/2006/relationships/tags" Target="../tags/tag230.xml"/><Relationship Id="rId24" Type="http://schemas.openxmlformats.org/officeDocument/2006/relationships/tags" Target="../tags/tag229.xml"/><Relationship Id="rId23" Type="http://schemas.openxmlformats.org/officeDocument/2006/relationships/image" Target="../media/image46.svg"/><Relationship Id="rId22" Type="http://schemas.openxmlformats.org/officeDocument/2006/relationships/image" Target="../media/image45.png"/><Relationship Id="rId21" Type="http://schemas.openxmlformats.org/officeDocument/2006/relationships/tags" Target="../tags/tag228.xml"/><Relationship Id="rId20" Type="http://schemas.openxmlformats.org/officeDocument/2006/relationships/image" Target="../media/image44.svg"/><Relationship Id="rId2" Type="http://schemas.openxmlformats.org/officeDocument/2006/relationships/tags" Target="../tags/tag213.xml"/><Relationship Id="rId19" Type="http://schemas.openxmlformats.org/officeDocument/2006/relationships/image" Target="../media/image43.png"/><Relationship Id="rId18" Type="http://schemas.openxmlformats.org/officeDocument/2006/relationships/tags" Target="../tags/tag227.xml"/><Relationship Id="rId17" Type="http://schemas.openxmlformats.org/officeDocument/2006/relationships/tags" Target="../tags/tag226.xml"/><Relationship Id="rId16" Type="http://schemas.openxmlformats.org/officeDocument/2006/relationships/tags" Target="../tags/tag225.xml"/><Relationship Id="rId15" Type="http://schemas.openxmlformats.org/officeDocument/2006/relationships/tags" Target="../tags/tag224.xml"/><Relationship Id="rId14" Type="http://schemas.openxmlformats.org/officeDocument/2006/relationships/tags" Target="../tags/tag223.xml"/><Relationship Id="rId13" Type="http://schemas.openxmlformats.org/officeDocument/2006/relationships/tags" Target="../tags/tag222.xml"/><Relationship Id="rId12" Type="http://schemas.openxmlformats.org/officeDocument/2006/relationships/tags" Target="../tags/tag221.xml"/><Relationship Id="rId11" Type="http://schemas.openxmlformats.org/officeDocument/2006/relationships/tags" Target="../tags/tag220.xml"/><Relationship Id="rId10" Type="http://schemas.openxmlformats.org/officeDocument/2006/relationships/tags" Target="../tags/tag219.xml"/><Relationship Id="rId1" Type="http://schemas.openxmlformats.org/officeDocument/2006/relationships/tags" Target="../tags/tag212.xml"/></Relationships>
</file>

<file path=ppt/slides/_rels/slide13.xml.rels><?xml version="1.0" encoding="UTF-8" standalone="yes"?>
<Relationships xmlns="http://schemas.openxmlformats.org/package/2006/relationships"><Relationship Id="rId9" Type="http://schemas.openxmlformats.org/officeDocument/2006/relationships/tags" Target="../tags/tag239.xml"/><Relationship Id="rId8" Type="http://schemas.openxmlformats.org/officeDocument/2006/relationships/tags" Target="../tags/tag238.xml"/><Relationship Id="rId7" Type="http://schemas.openxmlformats.org/officeDocument/2006/relationships/tags" Target="../tags/tag237.xml"/><Relationship Id="rId6" Type="http://schemas.openxmlformats.org/officeDocument/2006/relationships/tags" Target="../tags/tag236.xml"/><Relationship Id="rId5" Type="http://schemas.openxmlformats.org/officeDocument/2006/relationships/tags" Target="../tags/tag235.xml"/><Relationship Id="rId4" Type="http://schemas.openxmlformats.org/officeDocument/2006/relationships/tags" Target="../tags/tag234.xml"/><Relationship Id="rId3" Type="http://schemas.openxmlformats.org/officeDocument/2006/relationships/tags" Target="../tags/tag233.xml"/><Relationship Id="rId21" Type="http://schemas.openxmlformats.org/officeDocument/2006/relationships/slideLayout" Target="../slideLayouts/slideLayout17.xml"/><Relationship Id="rId20" Type="http://schemas.openxmlformats.org/officeDocument/2006/relationships/tags" Target="../tags/tag244.xml"/><Relationship Id="rId2" Type="http://schemas.openxmlformats.org/officeDocument/2006/relationships/tags" Target="../tags/tag232.xml"/><Relationship Id="rId19" Type="http://schemas.openxmlformats.org/officeDocument/2006/relationships/image" Target="../media/image28.svg"/><Relationship Id="rId18" Type="http://schemas.openxmlformats.org/officeDocument/2006/relationships/image" Target="../media/image27.png"/><Relationship Id="rId17" Type="http://schemas.openxmlformats.org/officeDocument/2006/relationships/tags" Target="../tags/tag243.xml"/><Relationship Id="rId16" Type="http://schemas.openxmlformats.org/officeDocument/2006/relationships/image" Target="../media/image26.svg"/><Relationship Id="rId15" Type="http://schemas.openxmlformats.org/officeDocument/2006/relationships/image" Target="../media/image25.png"/><Relationship Id="rId14" Type="http://schemas.openxmlformats.org/officeDocument/2006/relationships/tags" Target="../tags/tag242.xml"/><Relationship Id="rId13" Type="http://schemas.openxmlformats.org/officeDocument/2006/relationships/image" Target="../media/image24.svg"/><Relationship Id="rId12" Type="http://schemas.openxmlformats.org/officeDocument/2006/relationships/image" Target="../media/image23.png"/><Relationship Id="rId11" Type="http://schemas.openxmlformats.org/officeDocument/2006/relationships/tags" Target="../tags/tag241.xml"/><Relationship Id="rId10" Type="http://schemas.openxmlformats.org/officeDocument/2006/relationships/tags" Target="../tags/tag240.xml"/><Relationship Id="rId1" Type="http://schemas.openxmlformats.org/officeDocument/2006/relationships/tags" Target="../tags/tag231.xml"/></Relationships>
</file>

<file path=ppt/slides/_rels/slide14.xml.rels><?xml version="1.0" encoding="UTF-8" standalone="yes"?>
<Relationships xmlns="http://schemas.openxmlformats.org/package/2006/relationships"><Relationship Id="rId9" Type="http://schemas.openxmlformats.org/officeDocument/2006/relationships/image" Target="../media/image35.png"/><Relationship Id="rId8" Type="http://schemas.openxmlformats.org/officeDocument/2006/relationships/tags" Target="../tags/tag252.xml"/><Relationship Id="rId7" Type="http://schemas.openxmlformats.org/officeDocument/2006/relationships/tags" Target="../tags/tag251.xml"/><Relationship Id="rId6" Type="http://schemas.openxmlformats.org/officeDocument/2006/relationships/tags" Target="../tags/tag250.xml"/><Relationship Id="rId5" Type="http://schemas.openxmlformats.org/officeDocument/2006/relationships/tags" Target="../tags/tag249.xml"/><Relationship Id="rId4" Type="http://schemas.openxmlformats.org/officeDocument/2006/relationships/tags" Target="../tags/tag248.xml"/><Relationship Id="rId3" Type="http://schemas.openxmlformats.org/officeDocument/2006/relationships/tags" Target="../tags/tag247.xml"/><Relationship Id="rId2" Type="http://schemas.openxmlformats.org/officeDocument/2006/relationships/tags" Target="../tags/tag246.xml"/><Relationship Id="rId18" Type="http://schemas.openxmlformats.org/officeDocument/2006/relationships/slideLayout" Target="../slideLayouts/slideLayout17.xml"/><Relationship Id="rId17" Type="http://schemas.openxmlformats.org/officeDocument/2006/relationships/tags" Target="../tags/tag255.xml"/><Relationship Id="rId16" Type="http://schemas.openxmlformats.org/officeDocument/2006/relationships/image" Target="../media/image40.svg"/><Relationship Id="rId15" Type="http://schemas.openxmlformats.org/officeDocument/2006/relationships/image" Target="../media/image39.png"/><Relationship Id="rId14" Type="http://schemas.openxmlformats.org/officeDocument/2006/relationships/tags" Target="../tags/tag254.xml"/><Relationship Id="rId13" Type="http://schemas.openxmlformats.org/officeDocument/2006/relationships/image" Target="../media/image38.svg"/><Relationship Id="rId12" Type="http://schemas.openxmlformats.org/officeDocument/2006/relationships/image" Target="../media/image37.png"/><Relationship Id="rId11" Type="http://schemas.openxmlformats.org/officeDocument/2006/relationships/tags" Target="../tags/tag253.xml"/><Relationship Id="rId10" Type="http://schemas.openxmlformats.org/officeDocument/2006/relationships/image" Target="../media/image36.svg"/><Relationship Id="rId1" Type="http://schemas.openxmlformats.org/officeDocument/2006/relationships/tags" Target="../tags/tag245.xml"/></Relationships>
</file>

<file path=ppt/slides/_rels/slide15.xml.rels><?xml version="1.0" encoding="UTF-8" standalone="yes"?>
<Relationships xmlns="http://schemas.openxmlformats.org/package/2006/relationships"><Relationship Id="rId5" Type="http://schemas.openxmlformats.org/officeDocument/2006/relationships/slideLayout" Target="../slideLayouts/slideLayout14.xml"/><Relationship Id="rId4" Type="http://schemas.openxmlformats.org/officeDocument/2006/relationships/tags" Target="../tags/tag259.xml"/><Relationship Id="rId3" Type="http://schemas.openxmlformats.org/officeDocument/2006/relationships/tags" Target="../tags/tag258.xml"/><Relationship Id="rId2" Type="http://schemas.openxmlformats.org/officeDocument/2006/relationships/tags" Target="../tags/tag257.xml"/><Relationship Id="rId1" Type="http://schemas.openxmlformats.org/officeDocument/2006/relationships/tags" Target="../tags/tag256.xml"/></Relationships>
</file>

<file path=ppt/slides/_rels/slide16.xml.rels><?xml version="1.0" encoding="UTF-8" standalone="yes"?>
<Relationships xmlns="http://schemas.openxmlformats.org/package/2006/relationships"><Relationship Id="rId9" Type="http://schemas.openxmlformats.org/officeDocument/2006/relationships/tags" Target="../tags/tag266.xml"/><Relationship Id="rId8" Type="http://schemas.openxmlformats.org/officeDocument/2006/relationships/tags" Target="../tags/tag265.xml"/><Relationship Id="rId7" Type="http://schemas.openxmlformats.org/officeDocument/2006/relationships/image" Target="../media/image42.svg"/><Relationship Id="rId6" Type="http://schemas.openxmlformats.org/officeDocument/2006/relationships/image" Target="../media/image41.png"/><Relationship Id="rId5" Type="http://schemas.openxmlformats.org/officeDocument/2006/relationships/tags" Target="../tags/tag264.xml"/><Relationship Id="rId4" Type="http://schemas.openxmlformats.org/officeDocument/2006/relationships/tags" Target="../tags/tag263.xml"/><Relationship Id="rId3" Type="http://schemas.openxmlformats.org/officeDocument/2006/relationships/tags" Target="../tags/tag262.xml"/><Relationship Id="rId26" Type="http://schemas.openxmlformats.org/officeDocument/2006/relationships/slideLayout" Target="../slideLayouts/slideLayout17.xml"/><Relationship Id="rId25" Type="http://schemas.openxmlformats.org/officeDocument/2006/relationships/tags" Target="../tags/tag278.xml"/><Relationship Id="rId24" Type="http://schemas.openxmlformats.org/officeDocument/2006/relationships/tags" Target="../tags/tag277.xml"/><Relationship Id="rId23" Type="http://schemas.openxmlformats.org/officeDocument/2006/relationships/image" Target="../media/image46.svg"/><Relationship Id="rId22" Type="http://schemas.openxmlformats.org/officeDocument/2006/relationships/image" Target="../media/image45.png"/><Relationship Id="rId21" Type="http://schemas.openxmlformats.org/officeDocument/2006/relationships/tags" Target="../tags/tag276.xml"/><Relationship Id="rId20" Type="http://schemas.openxmlformats.org/officeDocument/2006/relationships/image" Target="../media/image44.svg"/><Relationship Id="rId2" Type="http://schemas.openxmlformats.org/officeDocument/2006/relationships/tags" Target="../tags/tag261.xml"/><Relationship Id="rId19" Type="http://schemas.openxmlformats.org/officeDocument/2006/relationships/image" Target="../media/image43.png"/><Relationship Id="rId18" Type="http://schemas.openxmlformats.org/officeDocument/2006/relationships/tags" Target="../tags/tag275.xml"/><Relationship Id="rId17" Type="http://schemas.openxmlformats.org/officeDocument/2006/relationships/tags" Target="../tags/tag274.xml"/><Relationship Id="rId16" Type="http://schemas.openxmlformats.org/officeDocument/2006/relationships/tags" Target="../tags/tag273.xml"/><Relationship Id="rId15" Type="http://schemas.openxmlformats.org/officeDocument/2006/relationships/tags" Target="../tags/tag272.xml"/><Relationship Id="rId14" Type="http://schemas.openxmlformats.org/officeDocument/2006/relationships/tags" Target="../tags/tag271.xml"/><Relationship Id="rId13" Type="http://schemas.openxmlformats.org/officeDocument/2006/relationships/tags" Target="../tags/tag270.xml"/><Relationship Id="rId12" Type="http://schemas.openxmlformats.org/officeDocument/2006/relationships/tags" Target="../tags/tag269.xml"/><Relationship Id="rId11" Type="http://schemas.openxmlformats.org/officeDocument/2006/relationships/tags" Target="../tags/tag268.xml"/><Relationship Id="rId10" Type="http://schemas.openxmlformats.org/officeDocument/2006/relationships/tags" Target="../tags/tag267.xml"/><Relationship Id="rId1" Type="http://schemas.openxmlformats.org/officeDocument/2006/relationships/tags" Target="../tags/tag260.xml"/></Relationships>
</file>

<file path=ppt/slides/_rels/slide17.xml.rels><?xml version="1.0" encoding="UTF-8" standalone="yes"?>
<Relationships xmlns="http://schemas.openxmlformats.org/package/2006/relationships"><Relationship Id="rId9" Type="http://schemas.openxmlformats.org/officeDocument/2006/relationships/tags" Target="../tags/tag287.xml"/><Relationship Id="rId8" Type="http://schemas.openxmlformats.org/officeDocument/2006/relationships/tags" Target="../tags/tag286.xml"/><Relationship Id="rId7" Type="http://schemas.openxmlformats.org/officeDocument/2006/relationships/tags" Target="../tags/tag285.xml"/><Relationship Id="rId6" Type="http://schemas.openxmlformats.org/officeDocument/2006/relationships/tags" Target="../tags/tag284.xml"/><Relationship Id="rId5" Type="http://schemas.openxmlformats.org/officeDocument/2006/relationships/tags" Target="../tags/tag283.xml"/><Relationship Id="rId4" Type="http://schemas.openxmlformats.org/officeDocument/2006/relationships/tags" Target="../tags/tag282.xml"/><Relationship Id="rId31" Type="http://schemas.openxmlformats.org/officeDocument/2006/relationships/notesSlide" Target="../notesSlides/notesSlide3.xml"/><Relationship Id="rId30" Type="http://schemas.openxmlformats.org/officeDocument/2006/relationships/slideLayout" Target="../slideLayouts/slideLayout17.xml"/><Relationship Id="rId3" Type="http://schemas.openxmlformats.org/officeDocument/2006/relationships/tags" Target="../tags/tag281.xml"/><Relationship Id="rId29" Type="http://schemas.openxmlformats.org/officeDocument/2006/relationships/tags" Target="../tags/tag301.xml"/><Relationship Id="rId28" Type="http://schemas.openxmlformats.org/officeDocument/2006/relationships/image" Target="../media/image22.svg"/><Relationship Id="rId27" Type="http://schemas.openxmlformats.org/officeDocument/2006/relationships/image" Target="../media/image21.png"/><Relationship Id="rId26" Type="http://schemas.openxmlformats.org/officeDocument/2006/relationships/tags" Target="../tags/tag300.xml"/><Relationship Id="rId25" Type="http://schemas.openxmlformats.org/officeDocument/2006/relationships/image" Target="../media/image20.svg"/><Relationship Id="rId24" Type="http://schemas.openxmlformats.org/officeDocument/2006/relationships/image" Target="../media/image19.png"/><Relationship Id="rId23" Type="http://schemas.openxmlformats.org/officeDocument/2006/relationships/tags" Target="../tags/tag299.xml"/><Relationship Id="rId22" Type="http://schemas.openxmlformats.org/officeDocument/2006/relationships/image" Target="../media/image18.svg"/><Relationship Id="rId21" Type="http://schemas.openxmlformats.org/officeDocument/2006/relationships/image" Target="../media/image17.png"/><Relationship Id="rId20" Type="http://schemas.openxmlformats.org/officeDocument/2006/relationships/tags" Target="../tags/tag298.xml"/><Relationship Id="rId2" Type="http://schemas.openxmlformats.org/officeDocument/2006/relationships/tags" Target="../tags/tag280.xml"/><Relationship Id="rId19" Type="http://schemas.openxmlformats.org/officeDocument/2006/relationships/tags" Target="../tags/tag297.xml"/><Relationship Id="rId18" Type="http://schemas.openxmlformats.org/officeDocument/2006/relationships/tags" Target="../tags/tag296.xml"/><Relationship Id="rId17" Type="http://schemas.openxmlformats.org/officeDocument/2006/relationships/tags" Target="../tags/tag295.xml"/><Relationship Id="rId16" Type="http://schemas.openxmlformats.org/officeDocument/2006/relationships/tags" Target="../tags/tag294.xml"/><Relationship Id="rId15" Type="http://schemas.openxmlformats.org/officeDocument/2006/relationships/tags" Target="../tags/tag293.xml"/><Relationship Id="rId14" Type="http://schemas.openxmlformats.org/officeDocument/2006/relationships/tags" Target="../tags/tag292.xml"/><Relationship Id="rId13" Type="http://schemas.openxmlformats.org/officeDocument/2006/relationships/tags" Target="../tags/tag291.xml"/><Relationship Id="rId12" Type="http://schemas.openxmlformats.org/officeDocument/2006/relationships/tags" Target="../tags/tag290.xml"/><Relationship Id="rId11" Type="http://schemas.openxmlformats.org/officeDocument/2006/relationships/tags" Target="../tags/tag289.xml"/><Relationship Id="rId10" Type="http://schemas.openxmlformats.org/officeDocument/2006/relationships/tags" Target="../tags/tag288.xml"/><Relationship Id="rId1" Type="http://schemas.openxmlformats.org/officeDocument/2006/relationships/tags" Target="../tags/tag279.xml"/></Relationships>
</file>

<file path=ppt/slides/_rels/slide18.xml.rels><?xml version="1.0" encoding="UTF-8" standalone="yes"?>
<Relationships xmlns="http://schemas.openxmlformats.org/package/2006/relationships"><Relationship Id="rId9" Type="http://schemas.openxmlformats.org/officeDocument/2006/relationships/image" Target="../media/image35.png"/><Relationship Id="rId8" Type="http://schemas.openxmlformats.org/officeDocument/2006/relationships/tags" Target="../tags/tag309.xml"/><Relationship Id="rId7" Type="http://schemas.openxmlformats.org/officeDocument/2006/relationships/tags" Target="../tags/tag308.xml"/><Relationship Id="rId6" Type="http://schemas.openxmlformats.org/officeDocument/2006/relationships/tags" Target="../tags/tag307.xml"/><Relationship Id="rId5" Type="http://schemas.openxmlformats.org/officeDocument/2006/relationships/tags" Target="../tags/tag306.xml"/><Relationship Id="rId4" Type="http://schemas.openxmlformats.org/officeDocument/2006/relationships/tags" Target="../tags/tag305.xml"/><Relationship Id="rId3" Type="http://schemas.openxmlformats.org/officeDocument/2006/relationships/tags" Target="../tags/tag304.xml"/><Relationship Id="rId2" Type="http://schemas.openxmlformats.org/officeDocument/2006/relationships/tags" Target="../tags/tag303.xml"/><Relationship Id="rId18" Type="http://schemas.openxmlformats.org/officeDocument/2006/relationships/slideLayout" Target="../slideLayouts/slideLayout17.xml"/><Relationship Id="rId17" Type="http://schemas.openxmlformats.org/officeDocument/2006/relationships/tags" Target="../tags/tag312.xml"/><Relationship Id="rId16" Type="http://schemas.openxmlformats.org/officeDocument/2006/relationships/image" Target="../media/image40.svg"/><Relationship Id="rId15" Type="http://schemas.openxmlformats.org/officeDocument/2006/relationships/image" Target="../media/image39.png"/><Relationship Id="rId14" Type="http://schemas.openxmlformats.org/officeDocument/2006/relationships/tags" Target="../tags/tag311.xml"/><Relationship Id="rId13" Type="http://schemas.openxmlformats.org/officeDocument/2006/relationships/image" Target="../media/image38.svg"/><Relationship Id="rId12" Type="http://schemas.openxmlformats.org/officeDocument/2006/relationships/image" Target="../media/image37.png"/><Relationship Id="rId11" Type="http://schemas.openxmlformats.org/officeDocument/2006/relationships/tags" Target="../tags/tag310.xml"/><Relationship Id="rId10" Type="http://schemas.openxmlformats.org/officeDocument/2006/relationships/image" Target="../media/image36.svg"/><Relationship Id="rId1" Type="http://schemas.openxmlformats.org/officeDocument/2006/relationships/tags" Target="../tags/tag302.xml"/></Relationships>
</file>

<file path=ppt/slides/_rels/slide19.xml.rels><?xml version="1.0" encoding="UTF-8" standalone="yes"?>
<Relationships xmlns="http://schemas.openxmlformats.org/package/2006/relationships"><Relationship Id="rId9" Type="http://schemas.openxmlformats.org/officeDocument/2006/relationships/tags" Target="../tags/tag321.xml"/><Relationship Id="rId8" Type="http://schemas.openxmlformats.org/officeDocument/2006/relationships/tags" Target="../tags/tag320.xml"/><Relationship Id="rId7" Type="http://schemas.openxmlformats.org/officeDocument/2006/relationships/tags" Target="../tags/tag319.xml"/><Relationship Id="rId6" Type="http://schemas.openxmlformats.org/officeDocument/2006/relationships/tags" Target="../tags/tag318.xml"/><Relationship Id="rId5" Type="http://schemas.openxmlformats.org/officeDocument/2006/relationships/tags" Target="../tags/tag317.xml"/><Relationship Id="rId4" Type="http://schemas.openxmlformats.org/officeDocument/2006/relationships/tags" Target="../tags/tag316.xml"/><Relationship Id="rId3" Type="http://schemas.openxmlformats.org/officeDocument/2006/relationships/tags" Target="../tags/tag315.xml"/><Relationship Id="rId24" Type="http://schemas.openxmlformats.org/officeDocument/2006/relationships/slideLayout" Target="../slideLayouts/slideLayout17.xml"/><Relationship Id="rId23" Type="http://schemas.openxmlformats.org/officeDocument/2006/relationships/tags" Target="../tags/tag329.xml"/><Relationship Id="rId22" Type="http://schemas.openxmlformats.org/officeDocument/2006/relationships/image" Target="../media/image16.svg"/><Relationship Id="rId21" Type="http://schemas.openxmlformats.org/officeDocument/2006/relationships/image" Target="../media/image15.png"/><Relationship Id="rId20" Type="http://schemas.openxmlformats.org/officeDocument/2006/relationships/tags" Target="../tags/tag328.xml"/><Relationship Id="rId2" Type="http://schemas.openxmlformats.org/officeDocument/2006/relationships/tags" Target="../tags/tag314.xml"/><Relationship Id="rId19" Type="http://schemas.openxmlformats.org/officeDocument/2006/relationships/image" Target="../media/image14.svg"/><Relationship Id="rId18" Type="http://schemas.openxmlformats.org/officeDocument/2006/relationships/image" Target="../media/image13.png"/><Relationship Id="rId17" Type="http://schemas.openxmlformats.org/officeDocument/2006/relationships/tags" Target="../tags/tag327.xml"/><Relationship Id="rId16" Type="http://schemas.openxmlformats.org/officeDocument/2006/relationships/image" Target="../media/image12.svg"/><Relationship Id="rId15" Type="http://schemas.openxmlformats.org/officeDocument/2006/relationships/image" Target="../media/image11.png"/><Relationship Id="rId14" Type="http://schemas.openxmlformats.org/officeDocument/2006/relationships/tags" Target="../tags/tag326.xml"/><Relationship Id="rId13" Type="http://schemas.openxmlformats.org/officeDocument/2006/relationships/tags" Target="../tags/tag325.xml"/><Relationship Id="rId12" Type="http://schemas.openxmlformats.org/officeDocument/2006/relationships/tags" Target="../tags/tag324.xml"/><Relationship Id="rId11" Type="http://schemas.openxmlformats.org/officeDocument/2006/relationships/tags" Target="../tags/tag323.xml"/><Relationship Id="rId10" Type="http://schemas.openxmlformats.org/officeDocument/2006/relationships/tags" Target="../tags/tag322.xml"/><Relationship Id="rId1" Type="http://schemas.openxmlformats.org/officeDocument/2006/relationships/tags" Target="../tags/tag313.xml"/></Relationships>
</file>

<file path=ppt/slides/_rels/slide20.xml.rels><?xml version="1.0" encoding="UTF-8" standalone="yes"?>
<Relationships xmlns="http://schemas.openxmlformats.org/package/2006/relationships"><Relationship Id="rId9" Type="http://schemas.openxmlformats.org/officeDocument/2006/relationships/image" Target="../media/image35.png"/><Relationship Id="rId8" Type="http://schemas.openxmlformats.org/officeDocument/2006/relationships/tags" Target="../tags/tag337.xml"/><Relationship Id="rId7" Type="http://schemas.openxmlformats.org/officeDocument/2006/relationships/tags" Target="../tags/tag336.xml"/><Relationship Id="rId6" Type="http://schemas.openxmlformats.org/officeDocument/2006/relationships/tags" Target="../tags/tag335.xml"/><Relationship Id="rId5" Type="http://schemas.openxmlformats.org/officeDocument/2006/relationships/tags" Target="../tags/tag334.xml"/><Relationship Id="rId4" Type="http://schemas.openxmlformats.org/officeDocument/2006/relationships/tags" Target="../tags/tag333.xml"/><Relationship Id="rId3" Type="http://schemas.openxmlformats.org/officeDocument/2006/relationships/tags" Target="../tags/tag332.xml"/><Relationship Id="rId2" Type="http://schemas.openxmlformats.org/officeDocument/2006/relationships/tags" Target="../tags/tag331.xml"/><Relationship Id="rId18" Type="http://schemas.openxmlformats.org/officeDocument/2006/relationships/slideLayout" Target="../slideLayouts/slideLayout17.xml"/><Relationship Id="rId17" Type="http://schemas.openxmlformats.org/officeDocument/2006/relationships/tags" Target="../tags/tag340.xml"/><Relationship Id="rId16" Type="http://schemas.openxmlformats.org/officeDocument/2006/relationships/image" Target="../media/image40.svg"/><Relationship Id="rId15" Type="http://schemas.openxmlformats.org/officeDocument/2006/relationships/image" Target="../media/image39.png"/><Relationship Id="rId14" Type="http://schemas.openxmlformats.org/officeDocument/2006/relationships/tags" Target="../tags/tag339.xml"/><Relationship Id="rId13" Type="http://schemas.openxmlformats.org/officeDocument/2006/relationships/image" Target="../media/image38.svg"/><Relationship Id="rId12" Type="http://schemas.openxmlformats.org/officeDocument/2006/relationships/image" Target="../media/image37.png"/><Relationship Id="rId11" Type="http://schemas.openxmlformats.org/officeDocument/2006/relationships/tags" Target="../tags/tag338.xml"/><Relationship Id="rId10" Type="http://schemas.openxmlformats.org/officeDocument/2006/relationships/image" Target="../media/image36.svg"/><Relationship Id="rId1" Type="http://schemas.openxmlformats.org/officeDocument/2006/relationships/tags" Target="../tags/tag330.xml"/></Relationships>
</file>

<file path=ppt/slides/_rels/slide21.xml.rels><?xml version="1.0" encoding="UTF-8" standalone="yes"?>
<Relationships xmlns="http://schemas.openxmlformats.org/package/2006/relationships"><Relationship Id="rId9" Type="http://schemas.openxmlformats.org/officeDocument/2006/relationships/tags" Target="../tags/tag349.xml"/><Relationship Id="rId8" Type="http://schemas.openxmlformats.org/officeDocument/2006/relationships/tags" Target="../tags/tag348.xml"/><Relationship Id="rId7" Type="http://schemas.openxmlformats.org/officeDocument/2006/relationships/tags" Target="../tags/tag347.xml"/><Relationship Id="rId6" Type="http://schemas.openxmlformats.org/officeDocument/2006/relationships/tags" Target="../tags/tag346.xml"/><Relationship Id="rId5" Type="http://schemas.openxmlformats.org/officeDocument/2006/relationships/tags" Target="../tags/tag345.xml"/><Relationship Id="rId4" Type="http://schemas.openxmlformats.org/officeDocument/2006/relationships/tags" Target="../tags/tag344.xml"/><Relationship Id="rId3" Type="http://schemas.openxmlformats.org/officeDocument/2006/relationships/tags" Target="../tags/tag343.xml"/><Relationship Id="rId28" Type="http://schemas.openxmlformats.org/officeDocument/2006/relationships/notesSlide" Target="../notesSlides/notesSlide4.xml"/><Relationship Id="rId27" Type="http://schemas.openxmlformats.org/officeDocument/2006/relationships/slideLayout" Target="../slideLayouts/slideLayout17.xml"/><Relationship Id="rId26" Type="http://schemas.openxmlformats.org/officeDocument/2006/relationships/tags" Target="../tags/tag360.xml"/><Relationship Id="rId25" Type="http://schemas.openxmlformats.org/officeDocument/2006/relationships/image" Target="../media/image52.svg"/><Relationship Id="rId24" Type="http://schemas.openxmlformats.org/officeDocument/2006/relationships/image" Target="../media/image51.png"/><Relationship Id="rId23" Type="http://schemas.openxmlformats.org/officeDocument/2006/relationships/tags" Target="../tags/tag359.xml"/><Relationship Id="rId22" Type="http://schemas.openxmlformats.org/officeDocument/2006/relationships/image" Target="../media/image50.svg"/><Relationship Id="rId21" Type="http://schemas.openxmlformats.org/officeDocument/2006/relationships/image" Target="../media/image49.png"/><Relationship Id="rId20" Type="http://schemas.openxmlformats.org/officeDocument/2006/relationships/tags" Target="../tags/tag358.xml"/><Relationship Id="rId2" Type="http://schemas.openxmlformats.org/officeDocument/2006/relationships/tags" Target="../tags/tag342.xml"/><Relationship Id="rId19" Type="http://schemas.openxmlformats.org/officeDocument/2006/relationships/image" Target="../media/image48.svg"/><Relationship Id="rId18" Type="http://schemas.openxmlformats.org/officeDocument/2006/relationships/image" Target="../media/image47.png"/><Relationship Id="rId17" Type="http://schemas.openxmlformats.org/officeDocument/2006/relationships/tags" Target="../tags/tag357.xml"/><Relationship Id="rId16" Type="http://schemas.openxmlformats.org/officeDocument/2006/relationships/tags" Target="../tags/tag356.xml"/><Relationship Id="rId15" Type="http://schemas.openxmlformats.org/officeDocument/2006/relationships/tags" Target="../tags/tag355.xml"/><Relationship Id="rId14" Type="http://schemas.openxmlformats.org/officeDocument/2006/relationships/tags" Target="../tags/tag354.xml"/><Relationship Id="rId13" Type="http://schemas.openxmlformats.org/officeDocument/2006/relationships/tags" Target="../tags/tag353.xml"/><Relationship Id="rId12" Type="http://schemas.openxmlformats.org/officeDocument/2006/relationships/tags" Target="../tags/tag352.xml"/><Relationship Id="rId11" Type="http://schemas.openxmlformats.org/officeDocument/2006/relationships/tags" Target="../tags/tag351.xml"/><Relationship Id="rId10" Type="http://schemas.openxmlformats.org/officeDocument/2006/relationships/tags" Target="../tags/tag350.xml"/><Relationship Id="rId1" Type="http://schemas.openxmlformats.org/officeDocument/2006/relationships/tags" Target="../tags/tag341.xml"/></Relationships>
</file>

<file path=ppt/slides/_rels/slide22.xml.rels><?xml version="1.0" encoding="UTF-8" standalone="yes"?>
<Relationships xmlns="http://schemas.openxmlformats.org/package/2006/relationships"><Relationship Id="rId9" Type="http://schemas.openxmlformats.org/officeDocument/2006/relationships/tags" Target="../tags/tag369.xml"/><Relationship Id="rId8" Type="http://schemas.openxmlformats.org/officeDocument/2006/relationships/tags" Target="../tags/tag368.xml"/><Relationship Id="rId7" Type="http://schemas.openxmlformats.org/officeDocument/2006/relationships/tags" Target="../tags/tag367.xml"/><Relationship Id="rId6" Type="http://schemas.openxmlformats.org/officeDocument/2006/relationships/tags" Target="../tags/tag366.xml"/><Relationship Id="rId5" Type="http://schemas.openxmlformats.org/officeDocument/2006/relationships/tags" Target="../tags/tag365.xml"/><Relationship Id="rId4" Type="http://schemas.openxmlformats.org/officeDocument/2006/relationships/tags" Target="../tags/tag364.xml"/><Relationship Id="rId3" Type="http://schemas.openxmlformats.org/officeDocument/2006/relationships/tags" Target="../tags/tag363.xml"/><Relationship Id="rId2" Type="http://schemas.openxmlformats.org/officeDocument/2006/relationships/tags" Target="../tags/tag362.xml"/><Relationship Id="rId13" Type="http://schemas.openxmlformats.org/officeDocument/2006/relationships/notesSlide" Target="../notesSlides/notesSlide5.xml"/><Relationship Id="rId12" Type="http://schemas.openxmlformats.org/officeDocument/2006/relationships/slideLayout" Target="../slideLayouts/slideLayout17.xml"/><Relationship Id="rId11" Type="http://schemas.openxmlformats.org/officeDocument/2006/relationships/tags" Target="../tags/tag371.xml"/><Relationship Id="rId10" Type="http://schemas.openxmlformats.org/officeDocument/2006/relationships/tags" Target="../tags/tag370.xml"/><Relationship Id="rId1" Type="http://schemas.openxmlformats.org/officeDocument/2006/relationships/tags" Target="../tags/tag361.xml"/></Relationships>
</file>

<file path=ppt/slides/_rels/slide23.xml.rels><?xml version="1.0" encoding="UTF-8" standalone="yes"?>
<Relationships xmlns="http://schemas.openxmlformats.org/package/2006/relationships"><Relationship Id="rId9" Type="http://schemas.openxmlformats.org/officeDocument/2006/relationships/tags" Target="../tags/tag380.xml"/><Relationship Id="rId8" Type="http://schemas.openxmlformats.org/officeDocument/2006/relationships/tags" Target="../tags/tag379.xml"/><Relationship Id="rId7" Type="http://schemas.openxmlformats.org/officeDocument/2006/relationships/tags" Target="../tags/tag378.xml"/><Relationship Id="rId6" Type="http://schemas.openxmlformats.org/officeDocument/2006/relationships/tags" Target="../tags/tag377.xml"/><Relationship Id="rId5" Type="http://schemas.openxmlformats.org/officeDocument/2006/relationships/tags" Target="../tags/tag376.xml"/><Relationship Id="rId4" Type="http://schemas.openxmlformats.org/officeDocument/2006/relationships/tags" Target="../tags/tag375.xml"/><Relationship Id="rId3" Type="http://schemas.openxmlformats.org/officeDocument/2006/relationships/tags" Target="../tags/tag374.xml"/><Relationship Id="rId22" Type="http://schemas.openxmlformats.org/officeDocument/2006/relationships/slideLayout" Target="../slideLayouts/slideLayout17.xml"/><Relationship Id="rId21" Type="http://schemas.openxmlformats.org/officeDocument/2006/relationships/tags" Target="../tags/tag386.xml"/><Relationship Id="rId20" Type="http://schemas.openxmlformats.org/officeDocument/2006/relationships/image" Target="../media/image34.svg"/><Relationship Id="rId2" Type="http://schemas.openxmlformats.org/officeDocument/2006/relationships/tags" Target="../tags/tag373.xml"/><Relationship Id="rId19" Type="http://schemas.openxmlformats.org/officeDocument/2006/relationships/image" Target="../media/image33.png"/><Relationship Id="rId18" Type="http://schemas.openxmlformats.org/officeDocument/2006/relationships/tags" Target="../tags/tag385.xml"/><Relationship Id="rId17" Type="http://schemas.openxmlformats.org/officeDocument/2006/relationships/image" Target="../media/image32.svg"/><Relationship Id="rId16" Type="http://schemas.openxmlformats.org/officeDocument/2006/relationships/image" Target="../media/image31.png"/><Relationship Id="rId15" Type="http://schemas.openxmlformats.org/officeDocument/2006/relationships/tags" Target="../tags/tag384.xml"/><Relationship Id="rId14" Type="http://schemas.openxmlformats.org/officeDocument/2006/relationships/tags" Target="../tags/tag383.xml"/><Relationship Id="rId13" Type="http://schemas.openxmlformats.org/officeDocument/2006/relationships/image" Target="../media/image30.svg"/><Relationship Id="rId12" Type="http://schemas.openxmlformats.org/officeDocument/2006/relationships/image" Target="../media/image29.png"/><Relationship Id="rId11" Type="http://schemas.openxmlformats.org/officeDocument/2006/relationships/tags" Target="../tags/tag382.xml"/><Relationship Id="rId10" Type="http://schemas.openxmlformats.org/officeDocument/2006/relationships/tags" Target="../tags/tag381.xml"/><Relationship Id="rId1" Type="http://schemas.openxmlformats.org/officeDocument/2006/relationships/tags" Target="../tags/tag372.xml"/></Relationships>
</file>

<file path=ppt/slides/_rels/slide24.xml.rels><?xml version="1.0" encoding="UTF-8" standalone="yes"?>
<Relationships xmlns="http://schemas.openxmlformats.org/package/2006/relationships"><Relationship Id="rId9" Type="http://schemas.openxmlformats.org/officeDocument/2006/relationships/tags" Target="../tags/tag395.xml"/><Relationship Id="rId8" Type="http://schemas.openxmlformats.org/officeDocument/2006/relationships/tags" Target="../tags/tag394.xml"/><Relationship Id="rId7" Type="http://schemas.openxmlformats.org/officeDocument/2006/relationships/tags" Target="../tags/tag393.xml"/><Relationship Id="rId6" Type="http://schemas.openxmlformats.org/officeDocument/2006/relationships/tags" Target="../tags/tag392.xml"/><Relationship Id="rId5" Type="http://schemas.openxmlformats.org/officeDocument/2006/relationships/tags" Target="../tags/tag391.xml"/><Relationship Id="rId4" Type="http://schemas.openxmlformats.org/officeDocument/2006/relationships/tags" Target="../tags/tag390.xml"/><Relationship Id="rId3" Type="http://schemas.openxmlformats.org/officeDocument/2006/relationships/tags" Target="../tags/tag389.xml"/><Relationship Id="rId21" Type="http://schemas.openxmlformats.org/officeDocument/2006/relationships/slideLayout" Target="../slideLayouts/slideLayout17.xml"/><Relationship Id="rId20" Type="http://schemas.openxmlformats.org/officeDocument/2006/relationships/tags" Target="../tags/tag400.xml"/><Relationship Id="rId2" Type="http://schemas.openxmlformats.org/officeDocument/2006/relationships/tags" Target="../tags/tag388.xml"/><Relationship Id="rId19" Type="http://schemas.openxmlformats.org/officeDocument/2006/relationships/image" Target="../media/image28.svg"/><Relationship Id="rId18" Type="http://schemas.openxmlformats.org/officeDocument/2006/relationships/image" Target="../media/image27.png"/><Relationship Id="rId17" Type="http://schemas.openxmlformats.org/officeDocument/2006/relationships/tags" Target="../tags/tag399.xml"/><Relationship Id="rId16" Type="http://schemas.openxmlformats.org/officeDocument/2006/relationships/image" Target="../media/image26.svg"/><Relationship Id="rId15" Type="http://schemas.openxmlformats.org/officeDocument/2006/relationships/image" Target="../media/image25.png"/><Relationship Id="rId14" Type="http://schemas.openxmlformats.org/officeDocument/2006/relationships/tags" Target="../tags/tag398.xml"/><Relationship Id="rId13" Type="http://schemas.openxmlformats.org/officeDocument/2006/relationships/image" Target="../media/image24.svg"/><Relationship Id="rId12" Type="http://schemas.openxmlformats.org/officeDocument/2006/relationships/image" Target="../media/image23.png"/><Relationship Id="rId11" Type="http://schemas.openxmlformats.org/officeDocument/2006/relationships/tags" Target="../tags/tag397.xml"/><Relationship Id="rId10" Type="http://schemas.openxmlformats.org/officeDocument/2006/relationships/tags" Target="../tags/tag396.xml"/><Relationship Id="rId1" Type="http://schemas.openxmlformats.org/officeDocument/2006/relationships/tags" Target="../tags/tag387.xml"/></Relationships>
</file>

<file path=ppt/slides/_rels/slide25.xml.rels><?xml version="1.0" encoding="UTF-8" standalone="yes"?>
<Relationships xmlns="http://schemas.openxmlformats.org/package/2006/relationships"><Relationship Id="rId9" Type="http://schemas.openxmlformats.org/officeDocument/2006/relationships/tags" Target="../tags/tag409.xml"/><Relationship Id="rId8" Type="http://schemas.openxmlformats.org/officeDocument/2006/relationships/tags" Target="../tags/tag408.xml"/><Relationship Id="rId7" Type="http://schemas.openxmlformats.org/officeDocument/2006/relationships/tags" Target="../tags/tag407.xml"/><Relationship Id="rId6" Type="http://schemas.openxmlformats.org/officeDocument/2006/relationships/tags" Target="../tags/tag406.xml"/><Relationship Id="rId5" Type="http://schemas.openxmlformats.org/officeDocument/2006/relationships/tags" Target="../tags/tag405.xml"/><Relationship Id="rId4" Type="http://schemas.openxmlformats.org/officeDocument/2006/relationships/tags" Target="../tags/tag404.xml"/><Relationship Id="rId3" Type="http://schemas.openxmlformats.org/officeDocument/2006/relationships/tags" Target="../tags/tag403.xml"/><Relationship Id="rId2" Type="http://schemas.openxmlformats.org/officeDocument/2006/relationships/tags" Target="../tags/tag402.xml"/><Relationship Id="rId14" Type="http://schemas.openxmlformats.org/officeDocument/2006/relationships/slideLayout" Target="../slideLayouts/slideLayout17.xml"/><Relationship Id="rId13" Type="http://schemas.openxmlformats.org/officeDocument/2006/relationships/tags" Target="../tags/tag413.xml"/><Relationship Id="rId12" Type="http://schemas.openxmlformats.org/officeDocument/2006/relationships/tags" Target="../tags/tag412.xml"/><Relationship Id="rId11" Type="http://schemas.openxmlformats.org/officeDocument/2006/relationships/tags" Target="../tags/tag411.xml"/><Relationship Id="rId10" Type="http://schemas.openxmlformats.org/officeDocument/2006/relationships/tags" Target="../tags/tag410.xml"/><Relationship Id="rId1" Type="http://schemas.openxmlformats.org/officeDocument/2006/relationships/tags" Target="../tags/tag401.xml"/></Relationships>
</file>

<file path=ppt/slides/_rels/slide26.xml.rels><?xml version="1.0" encoding="UTF-8" standalone="yes"?>
<Relationships xmlns="http://schemas.openxmlformats.org/package/2006/relationships"><Relationship Id="rId5" Type="http://schemas.openxmlformats.org/officeDocument/2006/relationships/slideLayout" Target="../slideLayouts/slideLayout21.xml"/><Relationship Id="rId4" Type="http://schemas.openxmlformats.org/officeDocument/2006/relationships/tags" Target="../tags/tag417.xml"/><Relationship Id="rId3" Type="http://schemas.openxmlformats.org/officeDocument/2006/relationships/tags" Target="../tags/tag416.xml"/><Relationship Id="rId2" Type="http://schemas.openxmlformats.org/officeDocument/2006/relationships/tags" Target="../tags/tag415.xml"/><Relationship Id="rId1" Type="http://schemas.openxmlformats.org/officeDocument/2006/relationships/tags" Target="../tags/tag4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ctrTitle"/>
            <p:custDataLst>
              <p:tags r:id="rId1"/>
            </p:custDataLst>
          </p:nvPr>
        </p:nvSpPr>
        <p:spPr/>
        <p:txBody>
          <a:bodyPr>
            <a:normAutofit fontScale="90000"/>
          </a:bodyPr>
          <a:lstStyle/>
          <a:p>
            <a:r>
              <a:rPr lang="zh-CN" altLang="en-US"/>
              <a:t>红色寻访：武汉辛亥革命博物馆的历史传承与当代启示</a:t>
            </a:r>
            <a:endParaRPr lang="zh-CN" altLang="en-US"/>
          </a:p>
        </p:txBody>
      </p:sp>
      <p:sp>
        <p:nvSpPr>
          <p:cNvPr id="5" name="副标题"/>
          <p:cNvSpPr>
            <a:spLocks noGrp="1"/>
          </p:cNvSpPr>
          <p:nvPr>
            <p:ph type="subTitle" idx="1"/>
            <p:custDataLst>
              <p:tags r:id="rId2"/>
            </p:custDataLst>
          </p:nvPr>
        </p:nvSpPr>
        <p:spPr/>
        <p:txBody>
          <a:bodyPr/>
          <a:lstStyle/>
          <a:p>
            <a:r>
              <a:rPr lang="zh-CN" altLang="en-US"/>
              <a:t>单击此处添加副标题</a:t>
            </a:r>
            <a:endParaRPr lang="zh-CN" altLang="en-US"/>
          </a:p>
        </p:txBody>
      </p:sp>
      <p:sp>
        <p:nvSpPr>
          <p:cNvPr id="10" name="署名"/>
          <p:cNvSpPr>
            <a:spLocks noGrp="1"/>
          </p:cNvSpPr>
          <p:nvPr>
            <p:ph type="body" sz="quarter" idx="17"/>
            <p:custDataLst>
              <p:tags r:id="rId3"/>
            </p:custDataLst>
          </p:nvPr>
        </p:nvSpPr>
        <p:spPr/>
        <p:txBody>
          <a:bodyPr/>
          <a:lstStyle/>
          <a:p>
            <a:r>
              <a:rPr lang="zh-CN" altLang="en-US"/>
              <a:t>汇报人：</a:t>
            </a:r>
            <a:r>
              <a:rPr lang="en-US" altLang="zh-CN"/>
              <a:t>WPS</a:t>
            </a:r>
            <a:endParaRPr lang="en-US" altLang="zh-CN"/>
          </a:p>
        </p:txBody>
      </p:sp>
    </p:spTree>
    <p:custDataLst>
      <p:tags r:id="rId4"/>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custDataLst>
              <p:tags r:id="rId1"/>
            </p:custDataLst>
          </p:nvPr>
        </p:nvCxnSpPr>
        <p:spPr>
          <a:xfrm flipH="1">
            <a:off x="5266511" y="2039685"/>
            <a:ext cx="6199209" cy="0"/>
          </a:xfrm>
          <a:prstGeom prst="line">
            <a:avLst/>
          </a:prstGeom>
          <a:ln>
            <a:solidFill>
              <a:schemeClr val="accent3">
                <a:alpha val="28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2"/>
            </p:custDataLst>
          </p:nvPr>
        </p:nvCxnSpPr>
        <p:spPr>
          <a:xfrm flipH="1">
            <a:off x="5266511" y="3216225"/>
            <a:ext cx="6199209" cy="0"/>
          </a:xfrm>
          <a:prstGeom prst="line">
            <a:avLst/>
          </a:prstGeom>
          <a:ln>
            <a:solidFill>
              <a:schemeClr val="accent3">
                <a:alpha val="28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custDataLst>
              <p:tags r:id="rId3"/>
            </p:custDataLst>
          </p:nvPr>
        </p:nvCxnSpPr>
        <p:spPr>
          <a:xfrm flipH="1">
            <a:off x="5266511" y="4386768"/>
            <a:ext cx="6199209" cy="0"/>
          </a:xfrm>
          <a:prstGeom prst="line">
            <a:avLst/>
          </a:prstGeom>
          <a:ln>
            <a:solidFill>
              <a:schemeClr val="accent3">
                <a:alpha val="28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custDataLst>
              <p:tags r:id="rId4"/>
            </p:custDataLst>
          </p:nvPr>
        </p:nvCxnSpPr>
        <p:spPr>
          <a:xfrm flipH="1">
            <a:off x="5266511" y="5557311"/>
            <a:ext cx="6199209" cy="0"/>
          </a:xfrm>
          <a:prstGeom prst="line">
            <a:avLst/>
          </a:prstGeom>
          <a:ln>
            <a:solidFill>
              <a:schemeClr val="accent3">
                <a:alpha val="28000"/>
              </a:schemeClr>
            </a:solidFill>
          </a:ln>
        </p:spPr>
        <p:style>
          <a:lnRef idx="1">
            <a:schemeClr val="accent1"/>
          </a:lnRef>
          <a:fillRef idx="0">
            <a:schemeClr val="accent1"/>
          </a:fillRef>
          <a:effectRef idx="0">
            <a:schemeClr val="accent1"/>
          </a:effectRef>
          <a:fontRef idx="minor">
            <a:schemeClr val="tx1"/>
          </a:fontRef>
        </p:style>
      </p:cxnSp>
      <p:sp>
        <p:nvSpPr>
          <p:cNvPr id="4" name="标题"/>
          <p:cNvSpPr>
            <a:spLocks noGrp="1"/>
          </p:cNvSpPr>
          <p:nvPr>
            <p:ph type="title"/>
            <p:custDataLst>
              <p:tags r:id="rId5"/>
            </p:custDataLst>
          </p:nvPr>
        </p:nvSpPr>
        <p:spPr/>
        <p:txBody>
          <a:bodyPr>
            <a:normAutofit/>
          </a:bodyPr>
          <a:lstStyle/>
          <a:p>
            <a:r>
              <a:rPr lang="zh-CN" altLang="en-US"/>
              <a:t>目录</a:t>
            </a:r>
            <a:endParaRPr lang="zh-CN" altLang="en-US"/>
          </a:p>
        </p:txBody>
      </p:sp>
      <p:sp>
        <p:nvSpPr>
          <p:cNvPr id="3" name="项标题"/>
          <p:cNvSpPr txBox="1"/>
          <p:nvPr>
            <p:custDataLst>
              <p:tags r:id="rId6"/>
            </p:custDataLst>
          </p:nvPr>
        </p:nvSpPr>
        <p:spPr>
          <a:xfrm>
            <a:off x="6841333" y="1366255"/>
            <a:ext cx="4687887" cy="606425"/>
          </a:xfrm>
          <a:prstGeom prst="rect">
            <a:avLst/>
          </a:prstGeom>
          <a:noFill/>
        </p:spPr>
        <p:txBody>
          <a:bodyPr wrap="square" lIns="0" tIns="0" rIns="0" bIns="0" rtlCol="0" anchor="ctr" anchorCtr="0">
            <a:noAutofit/>
          </a:bodyPr>
          <a:lstStyle/>
          <a:p>
            <a:pPr>
              <a:lnSpc>
                <a:spcPct val="100000"/>
              </a:lnSpc>
            </a:pPr>
            <a:r>
              <a:rPr lang="zh-CN" altLang="en-US" sz="2400" spc="300" dirty="0">
                <a:solidFill>
                  <a:schemeClr val="tx2"/>
                </a:solidFill>
                <a:latin typeface="+mn-ea"/>
              </a:rPr>
              <a:t>辛亥革命的背景与意义</a:t>
            </a:r>
            <a:endParaRPr lang="zh-CN" altLang="en-US" sz="2400" spc="300" dirty="0">
              <a:solidFill>
                <a:schemeClr val="tx2"/>
              </a:solidFill>
              <a:latin typeface="+mn-ea"/>
            </a:endParaRPr>
          </a:p>
        </p:txBody>
      </p:sp>
      <p:sp>
        <p:nvSpPr>
          <p:cNvPr id="9" name="序号"/>
          <p:cNvSpPr txBox="1"/>
          <p:nvPr>
            <p:custDataLst>
              <p:tags r:id="rId7"/>
            </p:custDataLst>
          </p:nvPr>
        </p:nvSpPr>
        <p:spPr>
          <a:xfrm>
            <a:off x="5266511" y="1300690"/>
            <a:ext cx="959485" cy="737554"/>
          </a:xfrm>
          <a:prstGeom prst="rect">
            <a:avLst/>
          </a:prstGeom>
          <a:noFill/>
        </p:spPr>
        <p:txBody>
          <a:bodyPr wrap="none" lIns="0" tIns="0" rIns="0" bIns="0" rtlCol="0" anchor="ctr" anchorCtr="1">
            <a:noAutofit/>
          </a:bodyPr>
          <a:lstStyle/>
          <a:p>
            <a:pPr algn="ctr">
              <a:lnSpc>
                <a:spcPct val="100000"/>
              </a:lnSpc>
            </a:pPr>
            <a:r>
              <a:rPr lang="en-US" sz="3600" b="1" dirty="0">
                <a:gradFill flip="none" rotWithShape="1">
                  <a:gsLst>
                    <a:gs pos="3670">
                      <a:schemeClr val="accent3"/>
                    </a:gs>
                    <a:gs pos="43000">
                      <a:schemeClr val="accent2"/>
                    </a:gs>
                    <a:gs pos="100000">
                      <a:schemeClr val="accent1"/>
                    </a:gs>
                  </a:gsLst>
                  <a:lin ang="2700000" scaled="1"/>
                  <a:tileRect/>
                </a:gradFill>
                <a:latin typeface="+mn-ea"/>
              </a:rPr>
              <a:t>01</a:t>
            </a:r>
            <a:endParaRPr lang="en-US" sz="3600" b="1" dirty="0">
              <a:gradFill flip="none" rotWithShape="1">
                <a:gsLst>
                  <a:gs pos="3670">
                    <a:schemeClr val="accent3"/>
                  </a:gs>
                  <a:gs pos="43000">
                    <a:schemeClr val="accent2"/>
                  </a:gs>
                  <a:gs pos="100000">
                    <a:schemeClr val="accent1"/>
                  </a:gs>
                </a:gsLst>
                <a:lin ang="2700000" scaled="1"/>
                <a:tileRect/>
              </a:gradFill>
              <a:latin typeface="+mn-ea"/>
            </a:endParaRPr>
          </a:p>
        </p:txBody>
      </p:sp>
      <p:sp>
        <p:nvSpPr>
          <p:cNvPr id="12" name="序号"/>
          <p:cNvSpPr txBox="1"/>
          <p:nvPr>
            <p:custDataLst>
              <p:tags r:id="rId8"/>
            </p:custDataLst>
          </p:nvPr>
        </p:nvSpPr>
        <p:spPr>
          <a:xfrm>
            <a:off x="5266511" y="2471233"/>
            <a:ext cx="959485" cy="737554"/>
          </a:xfrm>
          <a:prstGeom prst="rect">
            <a:avLst/>
          </a:prstGeom>
          <a:noFill/>
        </p:spPr>
        <p:txBody>
          <a:bodyPr wrap="none" lIns="0" tIns="0" rIns="0" bIns="0" rtlCol="0" anchor="ctr" anchorCtr="1">
            <a:noAutofit/>
          </a:bodyPr>
          <a:lstStyle/>
          <a:p>
            <a:pPr algn="ctr">
              <a:lnSpc>
                <a:spcPct val="100000"/>
              </a:lnSpc>
            </a:pPr>
            <a:r>
              <a:rPr lang="en-US" sz="3600" b="1" dirty="0">
                <a:gradFill flip="none" rotWithShape="1">
                  <a:gsLst>
                    <a:gs pos="3670">
                      <a:schemeClr val="accent3"/>
                    </a:gs>
                    <a:gs pos="43000">
                      <a:schemeClr val="accent2"/>
                    </a:gs>
                    <a:gs pos="100000">
                      <a:schemeClr val="accent1"/>
                    </a:gs>
                  </a:gsLst>
                  <a:lin ang="2700000" scaled="1"/>
                  <a:tileRect/>
                </a:gradFill>
                <a:latin typeface="+mn-ea"/>
              </a:rPr>
              <a:t>02</a:t>
            </a:r>
            <a:endParaRPr lang="en-US" sz="3600" b="1" dirty="0">
              <a:gradFill flip="none" rotWithShape="1">
                <a:gsLst>
                  <a:gs pos="3670">
                    <a:schemeClr val="accent3"/>
                  </a:gs>
                  <a:gs pos="43000">
                    <a:schemeClr val="accent2"/>
                  </a:gs>
                  <a:gs pos="100000">
                    <a:schemeClr val="accent1"/>
                  </a:gs>
                </a:gsLst>
                <a:lin ang="2700000" scaled="1"/>
                <a:tileRect/>
              </a:gradFill>
              <a:latin typeface="+mn-ea"/>
            </a:endParaRPr>
          </a:p>
        </p:txBody>
      </p:sp>
      <p:sp>
        <p:nvSpPr>
          <p:cNvPr id="10" name="项标题"/>
          <p:cNvSpPr txBox="1"/>
          <p:nvPr>
            <p:custDataLst>
              <p:tags r:id="rId9"/>
            </p:custDataLst>
          </p:nvPr>
        </p:nvSpPr>
        <p:spPr>
          <a:xfrm>
            <a:off x="6841333" y="2536798"/>
            <a:ext cx="4687887" cy="606425"/>
          </a:xfrm>
          <a:prstGeom prst="rect">
            <a:avLst/>
          </a:prstGeom>
          <a:noFill/>
        </p:spPr>
        <p:txBody>
          <a:bodyPr wrap="square" lIns="0" tIns="0" rIns="0" bIns="0" rtlCol="0" anchor="ctr" anchorCtr="0">
            <a:noAutofit/>
          </a:bodyPr>
          <a:lstStyle/>
          <a:p>
            <a:pPr>
              <a:lnSpc>
                <a:spcPct val="100000"/>
              </a:lnSpc>
            </a:pPr>
            <a:r>
              <a:rPr lang="zh-CN" altLang="en-US" sz="2400" spc="300" dirty="0">
                <a:solidFill>
                  <a:schemeClr val="tx2"/>
                </a:solidFill>
                <a:latin typeface="+mn-ea"/>
              </a:rPr>
              <a:t>博物馆的叙事体系构建</a:t>
            </a:r>
            <a:endParaRPr lang="zh-CN" altLang="en-US" sz="2400" spc="300" dirty="0">
              <a:solidFill>
                <a:schemeClr val="tx2"/>
              </a:solidFill>
              <a:latin typeface="+mn-ea"/>
            </a:endParaRPr>
          </a:p>
        </p:txBody>
      </p:sp>
      <p:sp>
        <p:nvSpPr>
          <p:cNvPr id="13" name="项标题"/>
          <p:cNvSpPr txBox="1"/>
          <p:nvPr>
            <p:custDataLst>
              <p:tags r:id="rId10"/>
            </p:custDataLst>
          </p:nvPr>
        </p:nvSpPr>
        <p:spPr>
          <a:xfrm>
            <a:off x="6841333" y="3685864"/>
            <a:ext cx="4687887" cy="606425"/>
          </a:xfrm>
          <a:prstGeom prst="rect">
            <a:avLst/>
          </a:prstGeom>
          <a:noFill/>
        </p:spPr>
        <p:txBody>
          <a:bodyPr wrap="square" lIns="0" tIns="0" rIns="0" bIns="0" rtlCol="0" anchor="ctr" anchorCtr="0">
            <a:noAutofit/>
          </a:bodyPr>
          <a:lstStyle/>
          <a:p>
            <a:pPr>
              <a:lnSpc>
                <a:spcPct val="100000"/>
              </a:lnSpc>
            </a:pPr>
            <a:r>
              <a:rPr lang="zh-CN" altLang="en-US" sz="2400" spc="300" dirty="0">
                <a:solidFill>
                  <a:schemeClr val="tx2"/>
                </a:solidFill>
                <a:latin typeface="+mn-ea"/>
              </a:rPr>
              <a:t>沉浸式观展体验设计</a:t>
            </a:r>
            <a:endParaRPr lang="zh-CN" altLang="en-US" sz="2400" spc="300" dirty="0">
              <a:solidFill>
                <a:schemeClr val="tx2"/>
              </a:solidFill>
              <a:latin typeface="+mn-ea"/>
            </a:endParaRPr>
          </a:p>
        </p:txBody>
      </p:sp>
      <p:sp>
        <p:nvSpPr>
          <p:cNvPr id="15" name="序号"/>
          <p:cNvSpPr txBox="1"/>
          <p:nvPr>
            <p:custDataLst>
              <p:tags r:id="rId11"/>
            </p:custDataLst>
          </p:nvPr>
        </p:nvSpPr>
        <p:spPr>
          <a:xfrm>
            <a:off x="5266511" y="3647773"/>
            <a:ext cx="959485" cy="737554"/>
          </a:xfrm>
          <a:prstGeom prst="rect">
            <a:avLst/>
          </a:prstGeom>
          <a:noFill/>
        </p:spPr>
        <p:txBody>
          <a:bodyPr wrap="none" lIns="0" tIns="0" rIns="0" bIns="0" rtlCol="0" anchor="ctr" anchorCtr="1">
            <a:noAutofit/>
          </a:bodyPr>
          <a:lstStyle/>
          <a:p>
            <a:pPr algn="ctr">
              <a:lnSpc>
                <a:spcPct val="100000"/>
              </a:lnSpc>
            </a:pPr>
            <a:r>
              <a:rPr lang="en-US" sz="3600" b="1" dirty="0">
                <a:gradFill flip="none" rotWithShape="1">
                  <a:gsLst>
                    <a:gs pos="3670">
                      <a:schemeClr val="accent3"/>
                    </a:gs>
                    <a:gs pos="43000">
                      <a:schemeClr val="accent2"/>
                    </a:gs>
                    <a:gs pos="100000">
                      <a:schemeClr val="accent1"/>
                    </a:gs>
                  </a:gsLst>
                  <a:lin ang="2700000" scaled="1"/>
                  <a:tileRect/>
                </a:gradFill>
                <a:latin typeface="+mn-ea"/>
              </a:rPr>
              <a:t>03</a:t>
            </a:r>
            <a:endParaRPr lang="en-US" sz="3600" b="1" dirty="0">
              <a:gradFill flip="none" rotWithShape="1">
                <a:gsLst>
                  <a:gs pos="3670">
                    <a:schemeClr val="accent3"/>
                  </a:gs>
                  <a:gs pos="43000">
                    <a:schemeClr val="accent2"/>
                  </a:gs>
                  <a:gs pos="100000">
                    <a:schemeClr val="accent1"/>
                  </a:gs>
                </a:gsLst>
                <a:lin ang="2700000" scaled="1"/>
                <a:tileRect/>
              </a:gradFill>
              <a:latin typeface="+mn-ea"/>
            </a:endParaRPr>
          </a:p>
        </p:txBody>
      </p:sp>
      <p:sp>
        <p:nvSpPr>
          <p:cNvPr id="34" name="项标题"/>
          <p:cNvSpPr txBox="1"/>
          <p:nvPr>
            <p:custDataLst>
              <p:tags r:id="rId12"/>
            </p:custDataLst>
          </p:nvPr>
        </p:nvSpPr>
        <p:spPr>
          <a:xfrm>
            <a:off x="6841333" y="4856407"/>
            <a:ext cx="4687887" cy="606425"/>
          </a:xfrm>
          <a:prstGeom prst="rect">
            <a:avLst/>
          </a:prstGeom>
          <a:noFill/>
        </p:spPr>
        <p:txBody>
          <a:bodyPr wrap="square" lIns="0" tIns="0" rIns="0" bIns="0" rtlCol="0" anchor="ctr" anchorCtr="0">
            <a:noAutofit/>
          </a:bodyPr>
          <a:lstStyle/>
          <a:p>
            <a:pPr>
              <a:lnSpc>
                <a:spcPct val="100000"/>
              </a:lnSpc>
            </a:pPr>
            <a:r>
              <a:rPr lang="zh-CN" altLang="en-US" sz="2400" spc="300" dirty="0">
                <a:solidFill>
                  <a:schemeClr val="tx2"/>
                </a:solidFill>
                <a:latin typeface="+mn-ea"/>
              </a:rPr>
              <a:t>历史记忆的当代激活</a:t>
            </a:r>
            <a:endParaRPr lang="zh-CN" altLang="en-US" sz="2400" spc="300" dirty="0">
              <a:solidFill>
                <a:schemeClr val="tx2"/>
              </a:solidFill>
              <a:latin typeface="+mn-ea"/>
            </a:endParaRPr>
          </a:p>
        </p:txBody>
      </p:sp>
      <p:sp>
        <p:nvSpPr>
          <p:cNvPr id="36" name="序号"/>
          <p:cNvSpPr txBox="1"/>
          <p:nvPr>
            <p:custDataLst>
              <p:tags r:id="rId13"/>
            </p:custDataLst>
          </p:nvPr>
        </p:nvSpPr>
        <p:spPr>
          <a:xfrm>
            <a:off x="5266511" y="4818316"/>
            <a:ext cx="959485" cy="737554"/>
          </a:xfrm>
          <a:prstGeom prst="rect">
            <a:avLst/>
          </a:prstGeom>
          <a:noFill/>
        </p:spPr>
        <p:txBody>
          <a:bodyPr wrap="none" lIns="0" tIns="0" rIns="0" bIns="0" rtlCol="0" anchor="ctr" anchorCtr="1">
            <a:noAutofit/>
          </a:bodyPr>
          <a:lstStyle/>
          <a:p>
            <a:pPr algn="ctr">
              <a:lnSpc>
                <a:spcPct val="100000"/>
              </a:lnSpc>
            </a:pPr>
            <a:r>
              <a:rPr lang="en-US" sz="3600" b="1" dirty="0">
                <a:gradFill flip="none" rotWithShape="1">
                  <a:gsLst>
                    <a:gs pos="3670">
                      <a:schemeClr val="accent3"/>
                    </a:gs>
                    <a:gs pos="43000">
                      <a:schemeClr val="accent2"/>
                    </a:gs>
                    <a:gs pos="100000">
                      <a:schemeClr val="accent1"/>
                    </a:gs>
                  </a:gsLst>
                  <a:lin ang="2700000" scaled="1"/>
                  <a:tileRect/>
                </a:gradFill>
                <a:latin typeface="+mn-ea"/>
              </a:rPr>
              <a:t>04</a:t>
            </a:r>
            <a:endParaRPr lang="en-US" sz="3600" b="1" dirty="0">
              <a:gradFill flip="none" rotWithShape="1">
                <a:gsLst>
                  <a:gs pos="3670">
                    <a:schemeClr val="accent3"/>
                  </a:gs>
                  <a:gs pos="43000">
                    <a:schemeClr val="accent2"/>
                  </a:gs>
                  <a:gs pos="100000">
                    <a:schemeClr val="accent1"/>
                  </a:gs>
                </a:gsLst>
                <a:lin ang="2700000" scaled="1"/>
                <a:tileRect/>
              </a:gradFill>
              <a:latin typeface="+mn-ea"/>
            </a:endParaRPr>
          </a:p>
        </p:txBody>
      </p:sp>
      <p:sp>
        <p:nvSpPr>
          <p:cNvPr id="8" name="任意多边形: 形状 7"/>
          <p:cNvSpPr/>
          <p:nvPr>
            <p:custDataLst>
              <p:tags r:id="rId14"/>
            </p:custDataLst>
          </p:nvPr>
        </p:nvSpPr>
        <p:spPr>
          <a:xfrm>
            <a:off x="2113189" y="2686867"/>
            <a:ext cx="219943" cy="1472954"/>
          </a:xfrm>
          <a:custGeom>
            <a:avLst/>
            <a:gdLst/>
            <a:ahLst/>
            <a:cxnLst/>
            <a:rect l="l" t="t" r="r" b="b"/>
            <a:pathLst>
              <a:path w="275504" h="1845041">
                <a:moveTo>
                  <a:pt x="15315" y="1681219"/>
                </a:moveTo>
                <a:lnTo>
                  <a:pt x="54550" y="1681219"/>
                </a:lnTo>
                <a:cubicBezTo>
                  <a:pt x="47437" y="1689364"/>
                  <a:pt x="41587" y="1700263"/>
                  <a:pt x="36998" y="1713914"/>
                </a:cubicBezTo>
                <a:cubicBezTo>
                  <a:pt x="32409" y="1727566"/>
                  <a:pt x="30114" y="1740530"/>
                  <a:pt x="30114" y="1752805"/>
                </a:cubicBezTo>
                <a:cubicBezTo>
                  <a:pt x="30114" y="1790204"/>
                  <a:pt x="43422" y="1808904"/>
                  <a:pt x="70038" y="1808904"/>
                </a:cubicBezTo>
                <a:cubicBezTo>
                  <a:pt x="77494" y="1808904"/>
                  <a:pt x="84206" y="1806896"/>
                  <a:pt x="90171" y="1802881"/>
                </a:cubicBezTo>
                <a:cubicBezTo>
                  <a:pt x="96137" y="1798866"/>
                  <a:pt x="101414" y="1793359"/>
                  <a:pt x="106003" y="1786361"/>
                </a:cubicBezTo>
                <a:cubicBezTo>
                  <a:pt x="110592" y="1779363"/>
                  <a:pt x="117647" y="1766227"/>
                  <a:pt x="127169" y="1746954"/>
                </a:cubicBezTo>
                <a:cubicBezTo>
                  <a:pt x="140477" y="1720224"/>
                  <a:pt x="152838" y="1702614"/>
                  <a:pt x="164253" y="1694125"/>
                </a:cubicBezTo>
                <a:cubicBezTo>
                  <a:pt x="175668" y="1685636"/>
                  <a:pt x="188717" y="1681391"/>
                  <a:pt x="203402" y="1681391"/>
                </a:cubicBezTo>
                <a:cubicBezTo>
                  <a:pt x="225543" y="1681391"/>
                  <a:pt x="243095" y="1690282"/>
                  <a:pt x="256059" y="1708064"/>
                </a:cubicBezTo>
                <a:cubicBezTo>
                  <a:pt x="269022" y="1725845"/>
                  <a:pt x="275504" y="1748274"/>
                  <a:pt x="275504" y="1775348"/>
                </a:cubicBezTo>
                <a:cubicBezTo>
                  <a:pt x="275504" y="1801849"/>
                  <a:pt x="272292" y="1821294"/>
                  <a:pt x="265868" y="1833684"/>
                </a:cubicBezTo>
                <a:lnTo>
                  <a:pt x="228354" y="1833684"/>
                </a:lnTo>
                <a:cubicBezTo>
                  <a:pt x="239482" y="1817623"/>
                  <a:pt x="245046" y="1797317"/>
                  <a:pt x="245046" y="1772767"/>
                </a:cubicBezTo>
                <a:cubicBezTo>
                  <a:pt x="245046" y="1756476"/>
                  <a:pt x="241633" y="1743197"/>
                  <a:pt x="234807" y="1732929"/>
                </a:cubicBezTo>
                <a:cubicBezTo>
                  <a:pt x="227981" y="1722662"/>
                  <a:pt x="218487" y="1717528"/>
                  <a:pt x="206327" y="1717528"/>
                </a:cubicBezTo>
                <a:cubicBezTo>
                  <a:pt x="195543" y="1717528"/>
                  <a:pt x="186767" y="1721085"/>
                  <a:pt x="179998" y="1728197"/>
                </a:cubicBezTo>
                <a:cubicBezTo>
                  <a:pt x="173230" y="1735310"/>
                  <a:pt x="163995" y="1750740"/>
                  <a:pt x="152293" y="1774487"/>
                </a:cubicBezTo>
                <a:cubicBezTo>
                  <a:pt x="139788" y="1800644"/>
                  <a:pt x="127284" y="1818942"/>
                  <a:pt x="114779" y="1829382"/>
                </a:cubicBezTo>
                <a:cubicBezTo>
                  <a:pt x="102274" y="1839821"/>
                  <a:pt x="88221" y="1845041"/>
                  <a:pt x="72619" y="1845041"/>
                </a:cubicBezTo>
                <a:cubicBezTo>
                  <a:pt x="49216" y="1845041"/>
                  <a:pt x="31262" y="1836552"/>
                  <a:pt x="18757" y="1819573"/>
                </a:cubicBezTo>
                <a:cubicBezTo>
                  <a:pt x="6252" y="1802594"/>
                  <a:pt x="0" y="1779019"/>
                  <a:pt x="0" y="1748847"/>
                </a:cubicBezTo>
                <a:cubicBezTo>
                  <a:pt x="0" y="1738293"/>
                  <a:pt x="1463" y="1725989"/>
                  <a:pt x="4388" y="1711935"/>
                </a:cubicBezTo>
                <a:cubicBezTo>
                  <a:pt x="7313" y="1697882"/>
                  <a:pt x="10956" y="1687643"/>
                  <a:pt x="15315" y="1681219"/>
                </a:cubicBezTo>
                <a:close/>
                <a:moveTo>
                  <a:pt x="240399" y="1466567"/>
                </a:moveTo>
                <a:lnTo>
                  <a:pt x="271030" y="1466567"/>
                </a:lnTo>
                <a:lnTo>
                  <a:pt x="271030" y="1654653"/>
                </a:lnTo>
                <a:lnTo>
                  <a:pt x="240399" y="1654653"/>
                </a:lnTo>
                <a:lnTo>
                  <a:pt x="240399" y="1577732"/>
                </a:lnTo>
                <a:lnTo>
                  <a:pt x="4474" y="1577732"/>
                </a:lnTo>
                <a:lnTo>
                  <a:pt x="4474" y="1543143"/>
                </a:lnTo>
                <a:lnTo>
                  <a:pt x="240399" y="1543143"/>
                </a:lnTo>
                <a:close/>
                <a:moveTo>
                  <a:pt x="4474" y="1207834"/>
                </a:moveTo>
                <a:lnTo>
                  <a:pt x="271030" y="1207834"/>
                </a:lnTo>
                <a:lnTo>
                  <a:pt x="271030" y="1251026"/>
                </a:lnTo>
                <a:lnTo>
                  <a:pt x="67284" y="1381465"/>
                </a:lnTo>
                <a:cubicBezTo>
                  <a:pt x="57648" y="1387660"/>
                  <a:pt x="51510" y="1391331"/>
                  <a:pt x="48871" y="1392478"/>
                </a:cubicBezTo>
                <a:lnTo>
                  <a:pt x="48871" y="1393167"/>
                </a:lnTo>
                <a:cubicBezTo>
                  <a:pt x="56443" y="1392019"/>
                  <a:pt x="69407" y="1391446"/>
                  <a:pt x="87762" y="1391446"/>
                </a:cubicBezTo>
                <a:lnTo>
                  <a:pt x="271030" y="1391446"/>
                </a:lnTo>
                <a:lnTo>
                  <a:pt x="271030" y="1425518"/>
                </a:lnTo>
                <a:lnTo>
                  <a:pt x="4474" y="1425518"/>
                </a:lnTo>
                <a:lnTo>
                  <a:pt x="4474" y="1384734"/>
                </a:lnTo>
                <a:lnTo>
                  <a:pt x="211834" y="1250682"/>
                </a:lnTo>
                <a:cubicBezTo>
                  <a:pt x="217684" y="1246896"/>
                  <a:pt x="223478" y="1243856"/>
                  <a:pt x="229214" y="1241562"/>
                </a:cubicBezTo>
                <a:lnTo>
                  <a:pt x="229214" y="1240529"/>
                </a:lnTo>
                <a:cubicBezTo>
                  <a:pt x="223248" y="1241447"/>
                  <a:pt x="210801" y="1241906"/>
                  <a:pt x="191872" y="1241906"/>
                </a:cubicBezTo>
                <a:lnTo>
                  <a:pt x="4474" y="1241906"/>
                </a:lnTo>
                <a:close/>
                <a:moveTo>
                  <a:pt x="4474" y="1017334"/>
                </a:moveTo>
                <a:lnTo>
                  <a:pt x="271030" y="1017334"/>
                </a:lnTo>
                <a:lnTo>
                  <a:pt x="271030" y="1154656"/>
                </a:lnTo>
                <a:lnTo>
                  <a:pt x="240399" y="1154656"/>
                </a:lnTo>
                <a:lnTo>
                  <a:pt x="240399" y="1051750"/>
                </a:lnTo>
                <a:lnTo>
                  <a:pt x="155046" y="1051750"/>
                </a:lnTo>
                <a:lnTo>
                  <a:pt x="155046" y="1147084"/>
                </a:lnTo>
                <a:lnTo>
                  <a:pt x="124588" y="1147084"/>
                </a:lnTo>
                <a:lnTo>
                  <a:pt x="124588" y="1051750"/>
                </a:lnTo>
                <a:lnTo>
                  <a:pt x="34933" y="1051750"/>
                </a:lnTo>
                <a:lnTo>
                  <a:pt x="34933" y="1160678"/>
                </a:lnTo>
                <a:lnTo>
                  <a:pt x="4474" y="1160678"/>
                </a:lnTo>
                <a:close/>
                <a:moveTo>
                  <a:pt x="240399" y="790292"/>
                </a:moveTo>
                <a:lnTo>
                  <a:pt x="271030" y="790292"/>
                </a:lnTo>
                <a:lnTo>
                  <a:pt x="271030" y="978378"/>
                </a:lnTo>
                <a:lnTo>
                  <a:pt x="240399" y="978378"/>
                </a:lnTo>
                <a:lnTo>
                  <a:pt x="240399" y="901457"/>
                </a:lnTo>
                <a:lnTo>
                  <a:pt x="4474" y="901457"/>
                </a:lnTo>
                <a:lnTo>
                  <a:pt x="4474" y="866868"/>
                </a:lnTo>
                <a:lnTo>
                  <a:pt x="240399" y="866868"/>
                </a:lnTo>
                <a:close/>
                <a:moveTo>
                  <a:pt x="4474" y="531559"/>
                </a:moveTo>
                <a:lnTo>
                  <a:pt x="271030" y="531559"/>
                </a:lnTo>
                <a:lnTo>
                  <a:pt x="271030" y="574751"/>
                </a:lnTo>
                <a:lnTo>
                  <a:pt x="67284" y="705190"/>
                </a:lnTo>
                <a:cubicBezTo>
                  <a:pt x="57648" y="711385"/>
                  <a:pt x="51510" y="715056"/>
                  <a:pt x="48871" y="716203"/>
                </a:cubicBezTo>
                <a:lnTo>
                  <a:pt x="48871" y="716892"/>
                </a:lnTo>
                <a:cubicBezTo>
                  <a:pt x="56443" y="715744"/>
                  <a:pt x="69407" y="715171"/>
                  <a:pt x="87762" y="715171"/>
                </a:cubicBezTo>
                <a:lnTo>
                  <a:pt x="271030" y="715171"/>
                </a:lnTo>
                <a:lnTo>
                  <a:pt x="271030" y="749243"/>
                </a:lnTo>
                <a:lnTo>
                  <a:pt x="4474" y="749243"/>
                </a:lnTo>
                <a:lnTo>
                  <a:pt x="4474" y="708459"/>
                </a:lnTo>
                <a:lnTo>
                  <a:pt x="211834" y="574407"/>
                </a:lnTo>
                <a:cubicBezTo>
                  <a:pt x="217684" y="570621"/>
                  <a:pt x="223478" y="567581"/>
                  <a:pt x="229214" y="565287"/>
                </a:cubicBezTo>
                <a:lnTo>
                  <a:pt x="229214" y="564254"/>
                </a:lnTo>
                <a:cubicBezTo>
                  <a:pt x="223248" y="565172"/>
                  <a:pt x="210801" y="565631"/>
                  <a:pt x="191872" y="565631"/>
                </a:cubicBezTo>
                <a:lnTo>
                  <a:pt x="4474" y="565631"/>
                </a:lnTo>
                <a:close/>
                <a:moveTo>
                  <a:pt x="137322" y="264738"/>
                </a:moveTo>
                <a:cubicBezTo>
                  <a:pt x="105085" y="264738"/>
                  <a:pt x="79244" y="272969"/>
                  <a:pt x="59799" y="289432"/>
                </a:cubicBezTo>
                <a:cubicBezTo>
                  <a:pt x="40353" y="305894"/>
                  <a:pt x="30631" y="327376"/>
                  <a:pt x="30631" y="353877"/>
                </a:cubicBezTo>
                <a:cubicBezTo>
                  <a:pt x="30631" y="382327"/>
                  <a:pt x="39952" y="404670"/>
                  <a:pt x="58594" y="420903"/>
                </a:cubicBezTo>
                <a:cubicBezTo>
                  <a:pt x="77236" y="437136"/>
                  <a:pt x="103307" y="445252"/>
                  <a:pt x="136806" y="445252"/>
                </a:cubicBezTo>
                <a:cubicBezTo>
                  <a:pt x="171222" y="445252"/>
                  <a:pt x="197780" y="437308"/>
                  <a:pt x="216480" y="421419"/>
                </a:cubicBezTo>
                <a:cubicBezTo>
                  <a:pt x="235179" y="405530"/>
                  <a:pt x="244529" y="383761"/>
                  <a:pt x="244529" y="356114"/>
                </a:cubicBezTo>
                <a:cubicBezTo>
                  <a:pt x="244529" y="328925"/>
                  <a:pt x="234663" y="306898"/>
                  <a:pt x="214931" y="290034"/>
                </a:cubicBezTo>
                <a:cubicBezTo>
                  <a:pt x="195199" y="273170"/>
                  <a:pt x="169329" y="264738"/>
                  <a:pt x="137322" y="264738"/>
                </a:cubicBezTo>
                <a:close/>
                <a:moveTo>
                  <a:pt x="134569" y="228600"/>
                </a:moveTo>
                <a:cubicBezTo>
                  <a:pt x="177589" y="228600"/>
                  <a:pt x="211834" y="240245"/>
                  <a:pt x="237302" y="263533"/>
                </a:cubicBezTo>
                <a:cubicBezTo>
                  <a:pt x="262770" y="286822"/>
                  <a:pt x="275504" y="318370"/>
                  <a:pt x="275504" y="358179"/>
                </a:cubicBezTo>
                <a:cubicBezTo>
                  <a:pt x="275504" y="395234"/>
                  <a:pt x="263057" y="425061"/>
                  <a:pt x="238162" y="447662"/>
                </a:cubicBezTo>
                <a:cubicBezTo>
                  <a:pt x="213268" y="470262"/>
                  <a:pt x="180859" y="481562"/>
                  <a:pt x="140936" y="481562"/>
                </a:cubicBezTo>
                <a:cubicBezTo>
                  <a:pt x="97686" y="481562"/>
                  <a:pt x="63384" y="469975"/>
                  <a:pt x="38030" y="446801"/>
                </a:cubicBezTo>
                <a:cubicBezTo>
                  <a:pt x="12677" y="423627"/>
                  <a:pt x="0" y="392652"/>
                  <a:pt x="0" y="353877"/>
                </a:cubicBezTo>
                <a:cubicBezTo>
                  <a:pt x="0" y="316018"/>
                  <a:pt x="12447" y="285674"/>
                  <a:pt x="37342" y="262845"/>
                </a:cubicBezTo>
                <a:cubicBezTo>
                  <a:pt x="62236" y="240015"/>
                  <a:pt x="94645" y="228600"/>
                  <a:pt x="134569" y="228600"/>
                </a:cubicBezTo>
                <a:close/>
                <a:moveTo>
                  <a:pt x="132676" y="0"/>
                </a:moveTo>
                <a:cubicBezTo>
                  <a:pt x="175582" y="0"/>
                  <a:pt x="210113" y="12849"/>
                  <a:pt x="236269" y="38547"/>
                </a:cubicBezTo>
                <a:cubicBezTo>
                  <a:pt x="262426" y="64245"/>
                  <a:pt x="275504" y="96883"/>
                  <a:pt x="275504" y="136462"/>
                </a:cubicBezTo>
                <a:cubicBezTo>
                  <a:pt x="275504" y="161930"/>
                  <a:pt x="271890" y="182982"/>
                  <a:pt x="264663" y="199616"/>
                </a:cubicBezTo>
                <a:lnTo>
                  <a:pt x="228698" y="199616"/>
                </a:lnTo>
                <a:cubicBezTo>
                  <a:pt x="239252" y="180572"/>
                  <a:pt x="244529" y="159636"/>
                  <a:pt x="244529" y="136806"/>
                </a:cubicBezTo>
                <a:cubicBezTo>
                  <a:pt x="244529" y="107093"/>
                  <a:pt x="234635" y="82887"/>
                  <a:pt x="214845" y="64187"/>
                </a:cubicBezTo>
                <a:cubicBezTo>
                  <a:pt x="195056" y="45488"/>
                  <a:pt x="168354" y="36138"/>
                  <a:pt x="134741" y="36138"/>
                </a:cubicBezTo>
                <a:cubicBezTo>
                  <a:pt x="102848" y="36138"/>
                  <a:pt x="77523" y="44857"/>
                  <a:pt x="58766" y="62294"/>
                </a:cubicBezTo>
                <a:cubicBezTo>
                  <a:pt x="40009" y="79732"/>
                  <a:pt x="30631" y="102562"/>
                  <a:pt x="30631" y="130783"/>
                </a:cubicBezTo>
                <a:cubicBezTo>
                  <a:pt x="30631" y="157169"/>
                  <a:pt x="36596" y="180113"/>
                  <a:pt x="48527" y="199616"/>
                </a:cubicBezTo>
                <a:lnTo>
                  <a:pt x="15487" y="199616"/>
                </a:lnTo>
                <a:cubicBezTo>
                  <a:pt x="5162" y="179999"/>
                  <a:pt x="0" y="155391"/>
                  <a:pt x="0" y="125793"/>
                </a:cubicBezTo>
                <a:cubicBezTo>
                  <a:pt x="0" y="87590"/>
                  <a:pt x="12132" y="57074"/>
                  <a:pt x="36395" y="34245"/>
                </a:cubicBezTo>
                <a:cubicBezTo>
                  <a:pt x="60659" y="11415"/>
                  <a:pt x="92752" y="0"/>
                  <a:pt x="132676" y="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Tree>
    <p:custDataLst>
      <p:tags r:id="rId15"/>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title"/>
            <p:custDataLst>
              <p:tags r:id="rId1"/>
            </p:custDataLst>
          </p:nvPr>
        </p:nvSpPr>
        <p:spPr/>
        <p:txBody>
          <a:bodyPr/>
          <a:lstStyle/>
          <a:p>
            <a:r>
              <a:rPr lang="zh-CN" altLang="en-US"/>
              <a:t>辛亥革命的背景与意义</a:t>
            </a:r>
            <a:endParaRPr lang="zh-CN" altLang="en-US"/>
          </a:p>
        </p:txBody>
      </p:sp>
      <p:sp>
        <p:nvSpPr>
          <p:cNvPr id="5" name="副标题"/>
          <p:cNvSpPr>
            <a:spLocks noGrp="1"/>
          </p:cNvSpPr>
          <p:nvPr>
            <p:ph type="body" idx="1"/>
            <p:custDataLst>
              <p:tags r:id="rId2"/>
            </p:custDataLst>
          </p:nvPr>
        </p:nvSpPr>
        <p:spPr/>
        <p:txBody>
          <a:bodyPr/>
          <a:lstStyle/>
          <a:p>
            <a:r>
              <a:rPr lang="zh-CN" altLang="en-US"/>
              <a:t>章节副标题</a:t>
            </a:r>
            <a:endParaRPr lang="zh-CN" altLang="en-US"/>
          </a:p>
        </p:txBody>
      </p:sp>
      <p:sp>
        <p:nvSpPr>
          <p:cNvPr id="6" name="节编号"/>
          <p:cNvSpPr>
            <a:spLocks noGrp="1"/>
          </p:cNvSpPr>
          <p:nvPr>
            <p:ph type="body" sz="quarter" idx="13"/>
            <p:custDataLst>
              <p:tags r:id="rId3"/>
            </p:custDataLst>
          </p:nvPr>
        </p:nvSpPr>
        <p:spPr/>
        <p:txBody>
          <a:bodyPr/>
          <a:lstStyle/>
          <a:p>
            <a:r>
              <a:rPr lang="zh-CN" altLang="en-US"/>
              <a:t>01</a:t>
            </a:r>
            <a:endParaRPr lang="zh-CN" altLang="en-US"/>
          </a:p>
        </p:txBody>
      </p:sp>
    </p:spTree>
    <p:custDataLst>
      <p:tags r:id="rId4"/>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custDataLst>
              <p:tags r:id="rId1"/>
            </p:custDataLst>
          </p:nvPr>
        </p:nvSpPr>
        <p:spPr/>
        <p:txBody>
          <a:bodyPr/>
          <a:lstStyle/>
          <a:p>
            <a:r>
              <a:rPr lang="zh-CN" altLang="en-US"/>
              <a:t>晚清社会的三重危机</a:t>
            </a:r>
            <a:endParaRPr lang="zh-CN" altLang="en-US"/>
          </a:p>
        </p:txBody>
      </p:sp>
      <p:sp>
        <p:nvSpPr>
          <p:cNvPr id="4" name="任意多边形 3"/>
          <p:cNvSpPr/>
          <p:nvPr>
            <p:custDataLst>
              <p:tags r:id="rId2"/>
            </p:custDataLst>
          </p:nvPr>
        </p:nvSpPr>
        <p:spPr>
          <a:xfrm>
            <a:off x="1767862" y="3587571"/>
            <a:ext cx="2885001" cy="358796"/>
          </a:xfrm>
          <a:custGeom>
            <a:avLst/>
            <a:gdLst>
              <a:gd name="connsiteX0" fmla="*/ 0 w 2879725"/>
              <a:gd name="connsiteY0" fmla="*/ 89535 h 358140"/>
              <a:gd name="connsiteX1" fmla="*/ 1020324 w 2879725"/>
              <a:gd name="connsiteY1" fmla="*/ 89535 h 358140"/>
              <a:gd name="connsiteX2" fmla="*/ 1019622 w 2879725"/>
              <a:gd name="connsiteY2" fmla="*/ 91798 h 358140"/>
              <a:gd name="connsiteX3" fmla="*/ 1010920 w 2879725"/>
              <a:gd name="connsiteY3" fmla="*/ 178117 h 358140"/>
              <a:gd name="connsiteX4" fmla="*/ 1019622 w 2879725"/>
              <a:gd name="connsiteY4" fmla="*/ 264436 h 358140"/>
              <a:gd name="connsiteX5" fmla="*/ 1020916 w 2879725"/>
              <a:gd name="connsiteY5" fmla="*/ 268605 h 358140"/>
              <a:gd name="connsiteX6" fmla="*/ 0 w 2879725"/>
              <a:gd name="connsiteY6" fmla="*/ 268605 h 358140"/>
              <a:gd name="connsiteX7" fmla="*/ 89535 w 2879725"/>
              <a:gd name="connsiteY7" fmla="*/ 179070 h 358140"/>
              <a:gd name="connsiteX8" fmla="*/ 2700655 w 2879725"/>
              <a:gd name="connsiteY8" fmla="*/ 0 h 358140"/>
              <a:gd name="connsiteX9" fmla="*/ 2879725 w 2879725"/>
              <a:gd name="connsiteY9" fmla="*/ 179070 h 358140"/>
              <a:gd name="connsiteX10" fmla="*/ 2700655 w 2879725"/>
              <a:gd name="connsiteY10" fmla="*/ 358140 h 358140"/>
              <a:gd name="connsiteX11" fmla="*/ 2700655 w 2879725"/>
              <a:gd name="connsiteY11" fmla="*/ 268605 h 358140"/>
              <a:gd name="connsiteX12" fmla="*/ 1857538 w 2879725"/>
              <a:gd name="connsiteY12" fmla="*/ 268605 h 358140"/>
              <a:gd name="connsiteX13" fmla="*/ 1858832 w 2879725"/>
              <a:gd name="connsiteY13" fmla="*/ 264436 h 358140"/>
              <a:gd name="connsiteX14" fmla="*/ 1867534 w 2879725"/>
              <a:gd name="connsiteY14" fmla="*/ 178117 h 358140"/>
              <a:gd name="connsiteX15" fmla="*/ 1858832 w 2879725"/>
              <a:gd name="connsiteY15" fmla="*/ 91798 h 358140"/>
              <a:gd name="connsiteX16" fmla="*/ 1858130 w 2879725"/>
              <a:gd name="connsiteY16" fmla="*/ 89535 h 358140"/>
              <a:gd name="connsiteX17" fmla="*/ 2700655 w 2879725"/>
              <a:gd name="connsiteY17" fmla="*/ 89535 h 358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879725" h="358140">
                <a:moveTo>
                  <a:pt x="0" y="89535"/>
                </a:moveTo>
                <a:lnTo>
                  <a:pt x="1020324" y="89535"/>
                </a:lnTo>
                <a:lnTo>
                  <a:pt x="1019622" y="91798"/>
                </a:lnTo>
                <a:cubicBezTo>
                  <a:pt x="1013916" y="119680"/>
                  <a:pt x="1010920" y="148549"/>
                  <a:pt x="1010920" y="178117"/>
                </a:cubicBezTo>
                <a:cubicBezTo>
                  <a:pt x="1010920" y="207685"/>
                  <a:pt x="1013916" y="236554"/>
                  <a:pt x="1019622" y="264436"/>
                </a:cubicBezTo>
                <a:lnTo>
                  <a:pt x="1020916" y="268605"/>
                </a:lnTo>
                <a:lnTo>
                  <a:pt x="0" y="268605"/>
                </a:lnTo>
                <a:lnTo>
                  <a:pt x="89535" y="179070"/>
                </a:lnTo>
                <a:close/>
                <a:moveTo>
                  <a:pt x="2700655" y="0"/>
                </a:moveTo>
                <a:lnTo>
                  <a:pt x="2879725" y="179070"/>
                </a:lnTo>
                <a:lnTo>
                  <a:pt x="2700655" y="358140"/>
                </a:lnTo>
                <a:lnTo>
                  <a:pt x="2700655" y="268605"/>
                </a:lnTo>
                <a:lnTo>
                  <a:pt x="1857538" y="268605"/>
                </a:lnTo>
                <a:lnTo>
                  <a:pt x="1858832" y="264436"/>
                </a:lnTo>
                <a:cubicBezTo>
                  <a:pt x="1864538" y="236554"/>
                  <a:pt x="1867534" y="207685"/>
                  <a:pt x="1867534" y="178117"/>
                </a:cubicBezTo>
                <a:cubicBezTo>
                  <a:pt x="1867534" y="148549"/>
                  <a:pt x="1864538" y="119680"/>
                  <a:pt x="1858832" y="91798"/>
                </a:cubicBezTo>
                <a:lnTo>
                  <a:pt x="1858130" y="89535"/>
                </a:lnTo>
                <a:lnTo>
                  <a:pt x="2700655" y="89535"/>
                </a:lnTo>
                <a:close/>
              </a:path>
            </a:pathLst>
          </a:cu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5" name="任意多边形 4"/>
          <p:cNvSpPr/>
          <p:nvPr>
            <p:custDataLst>
              <p:tags r:id="rId3"/>
            </p:custDataLst>
          </p:nvPr>
        </p:nvSpPr>
        <p:spPr>
          <a:xfrm>
            <a:off x="4652864" y="3586935"/>
            <a:ext cx="2885001" cy="358796"/>
          </a:xfrm>
          <a:custGeom>
            <a:avLst/>
            <a:gdLst>
              <a:gd name="connsiteX0" fmla="*/ 0 w 2879725"/>
              <a:gd name="connsiteY0" fmla="*/ 89535 h 358140"/>
              <a:gd name="connsiteX1" fmla="*/ 1020522 w 2879725"/>
              <a:gd name="connsiteY1" fmla="*/ 89535 h 358140"/>
              <a:gd name="connsiteX2" fmla="*/ 1019622 w 2879725"/>
              <a:gd name="connsiteY2" fmla="*/ 92433 h 358140"/>
              <a:gd name="connsiteX3" fmla="*/ 1010920 w 2879725"/>
              <a:gd name="connsiteY3" fmla="*/ 178752 h 358140"/>
              <a:gd name="connsiteX4" fmla="*/ 1019622 w 2879725"/>
              <a:gd name="connsiteY4" fmla="*/ 265071 h 358140"/>
              <a:gd name="connsiteX5" fmla="*/ 1020719 w 2879725"/>
              <a:gd name="connsiteY5" fmla="*/ 268605 h 358140"/>
              <a:gd name="connsiteX6" fmla="*/ 0 w 2879725"/>
              <a:gd name="connsiteY6" fmla="*/ 268605 h 358140"/>
              <a:gd name="connsiteX7" fmla="*/ 89535 w 2879725"/>
              <a:gd name="connsiteY7" fmla="*/ 179070 h 358140"/>
              <a:gd name="connsiteX8" fmla="*/ 2700655 w 2879725"/>
              <a:gd name="connsiteY8" fmla="*/ 0 h 358140"/>
              <a:gd name="connsiteX9" fmla="*/ 2879725 w 2879725"/>
              <a:gd name="connsiteY9" fmla="*/ 179070 h 358140"/>
              <a:gd name="connsiteX10" fmla="*/ 2700655 w 2879725"/>
              <a:gd name="connsiteY10" fmla="*/ 358140 h 358140"/>
              <a:gd name="connsiteX11" fmla="*/ 2700655 w 2879725"/>
              <a:gd name="connsiteY11" fmla="*/ 268605 h 358140"/>
              <a:gd name="connsiteX12" fmla="*/ 1857735 w 2879725"/>
              <a:gd name="connsiteY12" fmla="*/ 268605 h 358140"/>
              <a:gd name="connsiteX13" fmla="*/ 1858833 w 2879725"/>
              <a:gd name="connsiteY13" fmla="*/ 265071 h 358140"/>
              <a:gd name="connsiteX14" fmla="*/ 1867534 w 2879725"/>
              <a:gd name="connsiteY14" fmla="*/ 178752 h 358140"/>
              <a:gd name="connsiteX15" fmla="*/ 1858833 w 2879725"/>
              <a:gd name="connsiteY15" fmla="*/ 92433 h 358140"/>
              <a:gd name="connsiteX16" fmla="*/ 1857933 w 2879725"/>
              <a:gd name="connsiteY16" fmla="*/ 89535 h 358140"/>
              <a:gd name="connsiteX17" fmla="*/ 2700655 w 2879725"/>
              <a:gd name="connsiteY17" fmla="*/ 89535 h 358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879725" h="358140">
                <a:moveTo>
                  <a:pt x="0" y="89535"/>
                </a:moveTo>
                <a:lnTo>
                  <a:pt x="1020522" y="89535"/>
                </a:lnTo>
                <a:lnTo>
                  <a:pt x="1019622" y="92433"/>
                </a:lnTo>
                <a:cubicBezTo>
                  <a:pt x="1013917" y="120315"/>
                  <a:pt x="1010920" y="149184"/>
                  <a:pt x="1010920" y="178752"/>
                </a:cubicBezTo>
                <a:cubicBezTo>
                  <a:pt x="1010920" y="208320"/>
                  <a:pt x="1013917" y="237189"/>
                  <a:pt x="1019622" y="265071"/>
                </a:cubicBezTo>
                <a:lnTo>
                  <a:pt x="1020719" y="268605"/>
                </a:lnTo>
                <a:lnTo>
                  <a:pt x="0" y="268605"/>
                </a:lnTo>
                <a:lnTo>
                  <a:pt x="89535" y="179070"/>
                </a:lnTo>
                <a:close/>
                <a:moveTo>
                  <a:pt x="2700655" y="0"/>
                </a:moveTo>
                <a:lnTo>
                  <a:pt x="2879725" y="179070"/>
                </a:lnTo>
                <a:lnTo>
                  <a:pt x="2700655" y="358140"/>
                </a:lnTo>
                <a:lnTo>
                  <a:pt x="2700655" y="268605"/>
                </a:lnTo>
                <a:lnTo>
                  <a:pt x="1857735" y="268605"/>
                </a:lnTo>
                <a:lnTo>
                  <a:pt x="1858833" y="265071"/>
                </a:lnTo>
                <a:cubicBezTo>
                  <a:pt x="1864538" y="237189"/>
                  <a:pt x="1867534" y="208320"/>
                  <a:pt x="1867534" y="178752"/>
                </a:cubicBezTo>
                <a:cubicBezTo>
                  <a:pt x="1867534" y="149184"/>
                  <a:pt x="1864538" y="120315"/>
                  <a:pt x="1858833" y="92433"/>
                </a:cubicBezTo>
                <a:lnTo>
                  <a:pt x="1857933" y="89535"/>
                </a:lnTo>
                <a:lnTo>
                  <a:pt x="2700655" y="89535"/>
                </a:lnTo>
                <a:close/>
              </a:path>
            </a:pathLst>
          </a:cu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6" name="任意多边形 5"/>
          <p:cNvSpPr/>
          <p:nvPr>
            <p:custDataLst>
              <p:tags r:id="rId4"/>
            </p:custDataLst>
          </p:nvPr>
        </p:nvSpPr>
        <p:spPr>
          <a:xfrm>
            <a:off x="7537865" y="3587571"/>
            <a:ext cx="2885001" cy="358796"/>
          </a:xfrm>
          <a:custGeom>
            <a:avLst/>
            <a:gdLst>
              <a:gd name="connsiteX0" fmla="*/ 0 w 2879725"/>
              <a:gd name="connsiteY0" fmla="*/ 89535 h 358140"/>
              <a:gd name="connsiteX1" fmla="*/ 1020324 w 2879725"/>
              <a:gd name="connsiteY1" fmla="*/ 89535 h 358140"/>
              <a:gd name="connsiteX2" fmla="*/ 1019622 w 2879725"/>
              <a:gd name="connsiteY2" fmla="*/ 91798 h 358140"/>
              <a:gd name="connsiteX3" fmla="*/ 1010920 w 2879725"/>
              <a:gd name="connsiteY3" fmla="*/ 178117 h 358140"/>
              <a:gd name="connsiteX4" fmla="*/ 1019622 w 2879725"/>
              <a:gd name="connsiteY4" fmla="*/ 264436 h 358140"/>
              <a:gd name="connsiteX5" fmla="*/ 1020916 w 2879725"/>
              <a:gd name="connsiteY5" fmla="*/ 268605 h 358140"/>
              <a:gd name="connsiteX6" fmla="*/ 0 w 2879725"/>
              <a:gd name="connsiteY6" fmla="*/ 268605 h 358140"/>
              <a:gd name="connsiteX7" fmla="*/ 89535 w 2879725"/>
              <a:gd name="connsiteY7" fmla="*/ 179070 h 358140"/>
              <a:gd name="connsiteX8" fmla="*/ 2700655 w 2879725"/>
              <a:gd name="connsiteY8" fmla="*/ 0 h 358140"/>
              <a:gd name="connsiteX9" fmla="*/ 2879725 w 2879725"/>
              <a:gd name="connsiteY9" fmla="*/ 179070 h 358140"/>
              <a:gd name="connsiteX10" fmla="*/ 2700655 w 2879725"/>
              <a:gd name="connsiteY10" fmla="*/ 358140 h 358140"/>
              <a:gd name="connsiteX11" fmla="*/ 2700655 w 2879725"/>
              <a:gd name="connsiteY11" fmla="*/ 268605 h 358140"/>
              <a:gd name="connsiteX12" fmla="*/ 1857538 w 2879725"/>
              <a:gd name="connsiteY12" fmla="*/ 268605 h 358140"/>
              <a:gd name="connsiteX13" fmla="*/ 1858832 w 2879725"/>
              <a:gd name="connsiteY13" fmla="*/ 264436 h 358140"/>
              <a:gd name="connsiteX14" fmla="*/ 1867534 w 2879725"/>
              <a:gd name="connsiteY14" fmla="*/ 178117 h 358140"/>
              <a:gd name="connsiteX15" fmla="*/ 1858832 w 2879725"/>
              <a:gd name="connsiteY15" fmla="*/ 91798 h 358140"/>
              <a:gd name="connsiteX16" fmla="*/ 1858130 w 2879725"/>
              <a:gd name="connsiteY16" fmla="*/ 89535 h 358140"/>
              <a:gd name="connsiteX17" fmla="*/ 2700655 w 2879725"/>
              <a:gd name="connsiteY17" fmla="*/ 89535 h 358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879725" h="358140">
                <a:moveTo>
                  <a:pt x="0" y="89535"/>
                </a:moveTo>
                <a:lnTo>
                  <a:pt x="1020324" y="89535"/>
                </a:lnTo>
                <a:lnTo>
                  <a:pt x="1019622" y="91798"/>
                </a:lnTo>
                <a:cubicBezTo>
                  <a:pt x="1013916" y="119680"/>
                  <a:pt x="1010920" y="148549"/>
                  <a:pt x="1010920" y="178117"/>
                </a:cubicBezTo>
                <a:cubicBezTo>
                  <a:pt x="1010920" y="207685"/>
                  <a:pt x="1013916" y="236554"/>
                  <a:pt x="1019622" y="264436"/>
                </a:cubicBezTo>
                <a:lnTo>
                  <a:pt x="1020916" y="268605"/>
                </a:lnTo>
                <a:lnTo>
                  <a:pt x="0" y="268605"/>
                </a:lnTo>
                <a:lnTo>
                  <a:pt x="89535" y="179070"/>
                </a:lnTo>
                <a:close/>
                <a:moveTo>
                  <a:pt x="2700655" y="0"/>
                </a:moveTo>
                <a:lnTo>
                  <a:pt x="2879725" y="179070"/>
                </a:lnTo>
                <a:lnTo>
                  <a:pt x="2700655" y="358140"/>
                </a:lnTo>
                <a:lnTo>
                  <a:pt x="2700655" y="268605"/>
                </a:lnTo>
                <a:lnTo>
                  <a:pt x="1857538" y="268605"/>
                </a:lnTo>
                <a:lnTo>
                  <a:pt x="1858832" y="264436"/>
                </a:lnTo>
                <a:cubicBezTo>
                  <a:pt x="1864538" y="236554"/>
                  <a:pt x="1867534" y="207685"/>
                  <a:pt x="1867534" y="178117"/>
                </a:cubicBezTo>
                <a:cubicBezTo>
                  <a:pt x="1867534" y="148549"/>
                  <a:pt x="1864538" y="119680"/>
                  <a:pt x="1858832" y="91798"/>
                </a:cubicBezTo>
                <a:lnTo>
                  <a:pt x="1858130" y="89535"/>
                </a:lnTo>
                <a:lnTo>
                  <a:pt x="2700655" y="89535"/>
                </a:lnTo>
                <a:close/>
              </a:path>
            </a:pathLst>
          </a:cu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8" name="椭圆 7"/>
          <p:cNvSpPr/>
          <p:nvPr>
            <p:custDataLst>
              <p:tags r:id="rId5"/>
            </p:custDataLst>
          </p:nvPr>
        </p:nvSpPr>
        <p:spPr>
          <a:xfrm>
            <a:off x="2811807" y="3368095"/>
            <a:ext cx="795841" cy="795841"/>
          </a:xfrm>
          <a:prstGeom prst="ellipse">
            <a:avLst/>
          </a:prstGeom>
          <a:solidFill>
            <a:schemeClr val="accent1"/>
          </a:solidFill>
          <a:ln w="31750">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椭圆 8"/>
          <p:cNvSpPr/>
          <p:nvPr>
            <p:custDataLst>
              <p:tags r:id="rId6"/>
            </p:custDataLst>
          </p:nvPr>
        </p:nvSpPr>
        <p:spPr>
          <a:xfrm>
            <a:off x="5697444" y="3368095"/>
            <a:ext cx="795841" cy="795841"/>
          </a:xfrm>
          <a:prstGeom prst="ellipse">
            <a:avLst/>
          </a:prstGeom>
          <a:solidFill>
            <a:schemeClr val="accent1"/>
          </a:solidFill>
          <a:ln w="31750">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dirty="0"/>
          </a:p>
        </p:txBody>
      </p:sp>
      <p:sp>
        <p:nvSpPr>
          <p:cNvPr id="24" name="椭圆 23"/>
          <p:cNvSpPr/>
          <p:nvPr>
            <p:custDataLst>
              <p:tags r:id="rId7"/>
            </p:custDataLst>
          </p:nvPr>
        </p:nvSpPr>
        <p:spPr>
          <a:xfrm>
            <a:off x="8582446" y="3368095"/>
            <a:ext cx="795841" cy="795841"/>
          </a:xfrm>
          <a:prstGeom prst="ellipse">
            <a:avLst/>
          </a:prstGeom>
          <a:solidFill>
            <a:schemeClr val="accent1"/>
          </a:solidFill>
          <a:ln w="31750">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5" name="矩形 24"/>
          <p:cNvSpPr/>
          <p:nvPr>
            <p:custDataLst>
              <p:tags r:id="rId8"/>
            </p:custDataLst>
          </p:nvPr>
        </p:nvSpPr>
        <p:spPr>
          <a:xfrm>
            <a:off x="1068082" y="1437339"/>
            <a:ext cx="4285197" cy="1039491"/>
          </a:xfrm>
          <a:prstGeom prst="rect">
            <a:avLst/>
          </a:prstGeom>
          <a:noFill/>
        </p:spPr>
        <p:txBody>
          <a:bodyPr wrap="square" lIns="0" tIns="0" rIns="0" bIns="0" rtlCol="0" anchor="b" anchorCtr="0">
            <a:noAutofit/>
          </a:bodyPr>
          <a:p>
            <a:pPr lvl="0" algn="ctr">
              <a:lnSpc>
                <a:spcPct val="150000"/>
              </a:lnSpc>
              <a:buClrTx/>
              <a:buSzTx/>
              <a:buFontTx/>
            </a:pPr>
            <a:r>
              <a:rPr lang="zh-CN" altLang="en-US" sz="1200">
                <a:solidFill>
                  <a:schemeClr val="tx1">
                    <a:lumMod val="85000"/>
                    <a:lumOff val="15000"/>
                  </a:schemeClr>
                </a:solidFill>
                <a:latin typeface="+mn-ea"/>
                <a:cs typeface="+mn-ea"/>
                <a:sym typeface="+mn-ea"/>
              </a:rPr>
              <a:t>1840年鸦片战争爆发，中国战败后签订《南京条约》，开始沦为半殖民地半封建社会。此后，中国关税自主权丧失，大量洋货涌入，传统自然经济受到冲击。</a:t>
            </a:r>
            <a:endParaRPr lang="zh-CN" altLang="en-US" sz="1200">
              <a:solidFill>
                <a:schemeClr val="tx1">
                  <a:lumMod val="85000"/>
                  <a:lumOff val="15000"/>
                </a:schemeClr>
              </a:solidFill>
              <a:latin typeface="+mn-ea"/>
              <a:cs typeface="+mn-ea"/>
              <a:sym typeface="+mn-ea"/>
            </a:endParaRPr>
          </a:p>
        </p:txBody>
      </p:sp>
      <p:sp>
        <p:nvSpPr>
          <p:cNvPr id="26" name="矩形 25"/>
          <p:cNvSpPr/>
          <p:nvPr>
            <p:custDataLst>
              <p:tags r:id="rId9"/>
            </p:custDataLst>
          </p:nvPr>
        </p:nvSpPr>
        <p:spPr>
          <a:xfrm>
            <a:off x="1654625" y="2655592"/>
            <a:ext cx="3112748" cy="316809"/>
          </a:xfrm>
          <a:prstGeom prst="rect">
            <a:avLst/>
          </a:prstGeom>
          <a:noFill/>
        </p:spPr>
        <p:txBody>
          <a:bodyPr wrap="square" lIns="0" tIns="0" rIns="0" bIns="0" rtlCol="0" anchor="b">
            <a:noAutofit/>
          </a:bodyPr>
          <a:p>
            <a:pPr algn="ctr">
              <a:spcBef>
                <a:spcPct val="0"/>
              </a:spcBef>
              <a:spcAft>
                <a:spcPct val="0"/>
              </a:spcAft>
            </a:pPr>
            <a:r>
              <a:rPr lang="zh-CN" altLang="en-US" b="1">
                <a:solidFill>
                  <a:schemeClr val="accent1"/>
                </a:solidFill>
                <a:latin typeface="+mn-ea"/>
                <a:cs typeface="+mn-ea"/>
              </a:rPr>
              <a:t>鸦片战争开启危机</a:t>
            </a:r>
            <a:endParaRPr lang="zh-CN" altLang="en-US" b="1">
              <a:solidFill>
                <a:schemeClr val="accent1"/>
              </a:solidFill>
              <a:latin typeface="+mn-ea"/>
              <a:cs typeface="+mn-ea"/>
            </a:endParaRPr>
          </a:p>
        </p:txBody>
      </p:sp>
      <p:sp>
        <p:nvSpPr>
          <p:cNvPr id="27" name="矩形 26"/>
          <p:cNvSpPr/>
          <p:nvPr>
            <p:custDataLst>
              <p:tags r:id="rId10"/>
            </p:custDataLst>
          </p:nvPr>
        </p:nvSpPr>
        <p:spPr>
          <a:xfrm>
            <a:off x="6838085" y="1428433"/>
            <a:ext cx="4285197" cy="1039491"/>
          </a:xfrm>
          <a:prstGeom prst="rect">
            <a:avLst/>
          </a:prstGeom>
          <a:noFill/>
        </p:spPr>
        <p:txBody>
          <a:bodyPr wrap="square" lIns="0" tIns="0" rIns="0" bIns="0" rtlCol="0" anchor="b" anchorCtr="0">
            <a:noAutofit/>
          </a:bodyPr>
          <a:p>
            <a:pPr lvl="0" algn="ctr">
              <a:lnSpc>
                <a:spcPct val="150000"/>
              </a:lnSpc>
              <a:buClrTx/>
              <a:buSzTx/>
              <a:buFontTx/>
            </a:pPr>
            <a:r>
              <a:rPr lang="zh-CN" altLang="en-US" sz="1200">
                <a:solidFill>
                  <a:schemeClr val="tx1">
                    <a:lumMod val="85000"/>
                    <a:lumOff val="15000"/>
                  </a:schemeClr>
                </a:solidFill>
                <a:latin typeface="+mn-ea"/>
                <a:cs typeface="+mn-ea"/>
                <a:sym typeface="+mn-ea"/>
              </a:rPr>
              <a:t>晚清时期，国内封建统治腐朽，苛捐杂税繁多，农民生活困苦，阶级矛盾尖锐。同时，列强的经济侵略和政治压迫，也引发了民族矛盾的不断升级。</a:t>
            </a:r>
            <a:endParaRPr lang="zh-CN" altLang="en-US" sz="1200">
              <a:solidFill>
                <a:schemeClr val="tx1">
                  <a:lumMod val="85000"/>
                  <a:lumOff val="15000"/>
                </a:schemeClr>
              </a:solidFill>
              <a:latin typeface="+mn-ea"/>
              <a:cs typeface="+mn-ea"/>
              <a:sym typeface="+mn-ea"/>
            </a:endParaRPr>
          </a:p>
        </p:txBody>
      </p:sp>
      <p:sp>
        <p:nvSpPr>
          <p:cNvPr id="32" name="矩形 31"/>
          <p:cNvSpPr/>
          <p:nvPr>
            <p:custDataLst>
              <p:tags r:id="rId11"/>
            </p:custDataLst>
          </p:nvPr>
        </p:nvSpPr>
        <p:spPr>
          <a:xfrm>
            <a:off x="7424628" y="2647958"/>
            <a:ext cx="3112748" cy="316809"/>
          </a:xfrm>
          <a:prstGeom prst="rect">
            <a:avLst/>
          </a:prstGeom>
          <a:noFill/>
        </p:spPr>
        <p:txBody>
          <a:bodyPr wrap="square" lIns="0" tIns="0" rIns="0" bIns="0" rtlCol="0" anchor="b">
            <a:noAutofit/>
          </a:bodyPr>
          <a:p>
            <a:pPr algn="ctr">
              <a:spcBef>
                <a:spcPct val="0"/>
              </a:spcBef>
              <a:spcAft>
                <a:spcPct val="0"/>
              </a:spcAft>
            </a:pPr>
            <a:r>
              <a:rPr lang="zh-CN" altLang="en-US" b="1">
                <a:solidFill>
                  <a:schemeClr val="accent1"/>
                </a:solidFill>
                <a:latin typeface="+mn-ea"/>
                <a:cs typeface="+mn-ea"/>
              </a:rPr>
              <a:t>社会矛盾全面激化</a:t>
            </a:r>
            <a:endParaRPr lang="zh-CN" altLang="en-US" b="1">
              <a:solidFill>
                <a:schemeClr val="accent1"/>
              </a:solidFill>
              <a:latin typeface="+mn-ea"/>
              <a:cs typeface="+mn-ea"/>
            </a:endParaRPr>
          </a:p>
        </p:txBody>
      </p:sp>
      <p:sp>
        <p:nvSpPr>
          <p:cNvPr id="33" name="矩形 32"/>
          <p:cNvSpPr/>
          <p:nvPr>
            <p:custDataLst>
              <p:tags r:id="rId12"/>
            </p:custDataLst>
          </p:nvPr>
        </p:nvSpPr>
        <p:spPr>
          <a:xfrm>
            <a:off x="3953720" y="5020848"/>
            <a:ext cx="4283925" cy="921801"/>
          </a:xfrm>
          <a:prstGeom prst="rect">
            <a:avLst/>
          </a:prstGeom>
          <a:noFill/>
        </p:spPr>
        <p:txBody>
          <a:bodyPr wrap="square" lIns="0" tIns="0" rIns="0" bIns="0" rtlCol="0" anchor="t" anchorCtr="0">
            <a:noAutofit/>
          </a:bodyPr>
          <a:p>
            <a:pPr lvl="0" algn="ctr">
              <a:lnSpc>
                <a:spcPct val="150000"/>
              </a:lnSpc>
              <a:buClrTx/>
              <a:buSzTx/>
              <a:buFontTx/>
            </a:pPr>
            <a:r>
              <a:rPr lang="zh-CN" altLang="en-US" sz="1200">
                <a:solidFill>
                  <a:schemeClr val="tx1">
                    <a:lumMod val="85000"/>
                    <a:lumOff val="15000"/>
                  </a:schemeClr>
                </a:solidFill>
                <a:latin typeface="+mn-ea"/>
                <a:cs typeface="+mn-ea"/>
                <a:sym typeface="+mn-ea"/>
              </a:rPr>
              <a:t>甲午战争失败后，1895年清政府签订《马关条约》，割让辽东半岛、台湾岛及其附属各岛屿、澎湖列岛给日本，赔偿白银二亿两。这使民族危机日益严重，列强掀起瓜分中国的狂潮。</a:t>
            </a:r>
            <a:endParaRPr lang="zh-CN" altLang="en-US" sz="1200">
              <a:solidFill>
                <a:schemeClr val="tx1">
                  <a:lumMod val="85000"/>
                  <a:lumOff val="15000"/>
                </a:schemeClr>
              </a:solidFill>
              <a:latin typeface="+mn-ea"/>
              <a:cs typeface="+mn-ea"/>
              <a:sym typeface="+mn-ea"/>
            </a:endParaRPr>
          </a:p>
        </p:txBody>
      </p:sp>
      <p:sp>
        <p:nvSpPr>
          <p:cNvPr id="39" name="矩形 38"/>
          <p:cNvSpPr/>
          <p:nvPr>
            <p:custDataLst>
              <p:tags r:id="rId13"/>
            </p:custDataLst>
          </p:nvPr>
        </p:nvSpPr>
        <p:spPr>
          <a:xfrm>
            <a:off x="4539627" y="4561538"/>
            <a:ext cx="3112113" cy="316809"/>
          </a:xfrm>
          <a:prstGeom prst="rect">
            <a:avLst/>
          </a:prstGeom>
          <a:noFill/>
        </p:spPr>
        <p:txBody>
          <a:bodyPr wrap="square" lIns="0" tIns="0" rIns="0" bIns="0" rtlCol="0" anchor="b">
            <a:noAutofit/>
          </a:bodyPr>
          <a:p>
            <a:pPr algn="ctr">
              <a:spcBef>
                <a:spcPct val="0"/>
              </a:spcBef>
              <a:spcAft>
                <a:spcPct val="0"/>
              </a:spcAft>
            </a:pPr>
            <a:r>
              <a:rPr lang="zh-CN" altLang="en-US" b="1">
                <a:solidFill>
                  <a:schemeClr val="accent1"/>
                </a:solidFill>
                <a:latin typeface="+mn-ea"/>
                <a:cs typeface="+mn-ea"/>
              </a:rPr>
              <a:t>甲午战败加深危机</a:t>
            </a:r>
            <a:endParaRPr lang="zh-CN" altLang="en-US" b="1">
              <a:solidFill>
                <a:schemeClr val="accent1"/>
              </a:solidFill>
              <a:latin typeface="+mn-ea"/>
              <a:cs typeface="+mn-ea"/>
            </a:endParaRPr>
          </a:p>
        </p:txBody>
      </p:sp>
      <p:pic>
        <p:nvPicPr>
          <p:cNvPr id="40" name="图片 3" descr="32313538333935363b32313538333934333bb6d4bbb0"/>
          <p:cNvPicPr>
            <a:picLocks noChangeAspect="1"/>
          </p:cNvPicPr>
          <p:nvPr>
            <p:custDataLst>
              <p:tags r:id="rId14"/>
            </p:custDataLst>
          </p:nvPr>
        </p:nvPicPr>
        <p:blipFill>
          <a:blip r:embed="rId15">
            <a:extLst>
              <a:ext uri="{96DAC541-7B7A-43D3-8B79-37D633B846F1}">
                <asvg:svgBlip xmlns:asvg="http://schemas.microsoft.com/office/drawing/2016/SVG/main" r:embed="rId16"/>
              </a:ext>
            </a:extLst>
          </a:blip>
          <a:stretch>
            <a:fillRect/>
          </a:stretch>
        </p:blipFill>
        <p:spPr>
          <a:xfrm>
            <a:off x="8817826" y="3614926"/>
            <a:ext cx="324594" cy="324594"/>
          </a:xfrm>
          <a:prstGeom prst="rect">
            <a:avLst/>
          </a:prstGeom>
        </p:spPr>
      </p:pic>
      <p:pic>
        <p:nvPicPr>
          <p:cNvPr id="41" name="图片 13" descr="32313538333935363b32313538333934373bcec4bcfebcd0"/>
          <p:cNvPicPr>
            <a:picLocks noChangeAspect="1"/>
          </p:cNvPicPr>
          <p:nvPr>
            <p:custDataLst>
              <p:tags r:id="rId17"/>
            </p:custDataLst>
          </p:nvPr>
        </p:nvPicPr>
        <p:blipFill>
          <a:blip r:embed="rId18">
            <a:extLst>
              <a:ext uri="{96DAC541-7B7A-43D3-8B79-37D633B846F1}">
                <asvg:svgBlip xmlns:asvg="http://schemas.microsoft.com/office/drawing/2016/SVG/main" r:embed="rId19"/>
              </a:ext>
            </a:extLst>
          </a:blip>
          <a:stretch>
            <a:fillRect/>
          </a:stretch>
        </p:blipFill>
        <p:spPr>
          <a:xfrm>
            <a:off x="5932825" y="3616199"/>
            <a:ext cx="324594" cy="324594"/>
          </a:xfrm>
          <a:prstGeom prst="rect">
            <a:avLst/>
          </a:prstGeom>
        </p:spPr>
      </p:pic>
      <p:pic>
        <p:nvPicPr>
          <p:cNvPr id="42" name="图片 21" descr="32313538333935363b32313538333935353bb3a4c6aab6c1ceef"/>
          <p:cNvPicPr>
            <a:picLocks noChangeAspect="1"/>
          </p:cNvPicPr>
          <p:nvPr>
            <p:custDataLst>
              <p:tags r:id="rId20"/>
            </p:custDataLst>
          </p:nvPr>
        </p:nvPicPr>
        <p:blipFill>
          <a:blip r:embed="rId21">
            <a:extLst>
              <a:ext uri="{96DAC541-7B7A-43D3-8B79-37D633B846F1}">
                <asvg:svgBlip xmlns:asvg="http://schemas.microsoft.com/office/drawing/2016/SVG/main" r:embed="rId22"/>
              </a:ext>
            </a:extLst>
          </a:blip>
          <a:stretch>
            <a:fillRect/>
          </a:stretch>
        </p:blipFill>
        <p:spPr>
          <a:xfrm>
            <a:off x="3047187" y="3603476"/>
            <a:ext cx="324604" cy="324604"/>
          </a:xfrm>
          <a:prstGeom prst="rect">
            <a:avLst/>
          </a:prstGeom>
        </p:spPr>
      </p:pic>
    </p:spTree>
    <p:custDataLst>
      <p:tags r:id="rId23"/>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思想觉醒的破冰历程</a:t>
            </a:r>
            <a:endParaRPr lang="zh-CN" altLang="en-US"/>
          </a:p>
        </p:txBody>
      </p:sp>
      <p:sp>
        <p:nvSpPr>
          <p:cNvPr id="4" name="圆角矩形 3"/>
          <p:cNvSpPr/>
          <p:nvPr>
            <p:custDataLst>
              <p:tags r:id="rId2"/>
            </p:custDataLst>
          </p:nvPr>
        </p:nvSpPr>
        <p:spPr>
          <a:xfrm>
            <a:off x="720725" y="1928787"/>
            <a:ext cx="3270342" cy="4241947"/>
          </a:xfrm>
          <a:prstGeom prst="roundRect">
            <a:avLst>
              <a:gd name="adj" fmla="val 2258"/>
            </a:avLst>
          </a:prstGeom>
          <a:noFill/>
          <a:ln w="25400">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 name="圆角矩形 1"/>
          <p:cNvSpPr/>
          <p:nvPr>
            <p:custDataLst>
              <p:tags r:id="rId3"/>
            </p:custDataLst>
          </p:nvPr>
        </p:nvSpPr>
        <p:spPr>
          <a:xfrm>
            <a:off x="4427455" y="1928787"/>
            <a:ext cx="3270342" cy="4241947"/>
          </a:xfrm>
          <a:prstGeom prst="roundRect">
            <a:avLst>
              <a:gd name="adj" fmla="val 2258"/>
            </a:avLst>
          </a:prstGeom>
          <a:noFill/>
          <a:ln w="25400">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矩形 6"/>
          <p:cNvSpPr/>
          <p:nvPr>
            <p:custDataLst>
              <p:tags r:id="rId4"/>
            </p:custDataLst>
          </p:nvPr>
        </p:nvSpPr>
        <p:spPr>
          <a:xfrm>
            <a:off x="1028764" y="3247577"/>
            <a:ext cx="2635013" cy="2360345"/>
          </a:xfrm>
          <a:prstGeom prst="rect">
            <a:avLst/>
          </a:prstGeom>
        </p:spPr>
        <p:txBody>
          <a:bodyPr wrap="square" lIns="0" tIns="0" rIns="0" bIns="0">
            <a:noAutofit/>
          </a:bodyPr>
          <a:p>
            <a:pPr algn="ctr">
              <a:lnSpc>
                <a:spcPct val="150000"/>
              </a:lnSpc>
              <a:spcBef>
                <a:spcPct val="0"/>
              </a:spcBef>
              <a:spcAft>
                <a:spcPct val="0"/>
              </a:spcAft>
            </a:pPr>
            <a:r>
              <a:rPr lang="zh-CN" altLang="en-US" sz="1200" dirty="0">
                <a:ln>
                  <a:noFill/>
                  <a:prstDash val="sysDot"/>
                </a:ln>
                <a:solidFill>
                  <a:schemeClr val="tx1">
                    <a:lumMod val="85000"/>
                    <a:lumOff val="15000"/>
                  </a:schemeClr>
                </a:solidFill>
                <a:latin typeface="+mn-ea"/>
                <a:cs typeface="+mn-ea"/>
              </a:rPr>
              <a:t>晚清时期，民主思想逐渐萌芽，1898年康有为、梁启超等维新派人士发起维新变法运动。他们主张学习西方的先进制度和文化，如设立京师大学堂等，虽仅持续103天，但在社会上起到了思想启蒙的作用。</a:t>
            </a:r>
            <a:endParaRPr lang="zh-CN" altLang="en-US" sz="1200" dirty="0">
              <a:ln>
                <a:noFill/>
                <a:prstDash val="sysDot"/>
              </a:ln>
              <a:solidFill>
                <a:schemeClr val="tx1">
                  <a:lumMod val="85000"/>
                  <a:lumOff val="15000"/>
                </a:schemeClr>
              </a:solidFill>
              <a:latin typeface="+mn-ea"/>
              <a:cs typeface="+mn-ea"/>
            </a:endParaRPr>
          </a:p>
        </p:txBody>
      </p:sp>
      <p:sp>
        <p:nvSpPr>
          <p:cNvPr id="13" name="矩形 12"/>
          <p:cNvSpPr/>
          <p:nvPr>
            <p:custDataLst>
              <p:tags r:id="rId5"/>
            </p:custDataLst>
          </p:nvPr>
        </p:nvSpPr>
        <p:spPr>
          <a:xfrm>
            <a:off x="951112" y="2616740"/>
            <a:ext cx="2809568" cy="447298"/>
          </a:xfrm>
          <a:prstGeom prst="rect">
            <a:avLst/>
          </a:prstGeom>
          <a:noFill/>
        </p:spPr>
        <p:txBody>
          <a:bodyPr wrap="square" lIns="0" tIns="0" rIns="0" bIns="0" rtlCol="0" anchor="b" anchorCtr="0">
            <a:noAutofit/>
          </a:bodyPr>
          <a:p>
            <a:pPr algn="ctr">
              <a:spcBef>
                <a:spcPct val="0"/>
              </a:spcBef>
              <a:spcAft>
                <a:spcPct val="0"/>
              </a:spcAft>
            </a:pPr>
            <a:r>
              <a:rPr lang="zh-CN" altLang="en-US" sz="2400" b="1" kern="0">
                <a:solidFill>
                  <a:schemeClr val="accent1"/>
                </a:solidFill>
                <a:latin typeface="+mn-ea"/>
                <a:cs typeface="+mn-ea"/>
              </a:rPr>
              <a:t>维新变法的启蒙</a:t>
            </a:r>
            <a:endParaRPr lang="zh-CN" altLang="en-US" sz="2400" b="1" kern="0">
              <a:solidFill>
                <a:schemeClr val="accent1"/>
              </a:solidFill>
              <a:latin typeface="+mn-ea"/>
              <a:cs typeface="+mn-ea"/>
            </a:endParaRPr>
          </a:p>
        </p:txBody>
      </p:sp>
      <p:sp>
        <p:nvSpPr>
          <p:cNvPr id="14" name="矩形 13"/>
          <p:cNvSpPr/>
          <p:nvPr>
            <p:custDataLst>
              <p:tags r:id="rId6"/>
            </p:custDataLst>
          </p:nvPr>
        </p:nvSpPr>
        <p:spPr>
          <a:xfrm>
            <a:off x="4779132" y="3247577"/>
            <a:ext cx="2635013" cy="2360345"/>
          </a:xfrm>
          <a:prstGeom prst="rect">
            <a:avLst/>
          </a:prstGeom>
        </p:spPr>
        <p:txBody>
          <a:bodyPr wrap="square" lIns="0" tIns="0" rIns="0" bIns="0">
            <a:noAutofit/>
          </a:bodyPr>
          <a:p>
            <a:pPr algn="ctr">
              <a:lnSpc>
                <a:spcPct val="150000"/>
              </a:lnSpc>
              <a:spcBef>
                <a:spcPct val="0"/>
              </a:spcBef>
              <a:spcAft>
                <a:spcPct val="0"/>
              </a:spcAft>
            </a:pPr>
            <a:r>
              <a:rPr lang="zh-CN" altLang="en-US" sz="1200">
                <a:ln>
                  <a:noFill/>
                  <a:prstDash val="sysDot"/>
                </a:ln>
                <a:solidFill>
                  <a:schemeClr val="tx1">
                    <a:lumMod val="85000"/>
                    <a:lumOff val="15000"/>
                  </a:schemeClr>
                </a:solidFill>
                <a:latin typeface="+mn-ea"/>
                <a:cs typeface="+mn-ea"/>
              </a:rPr>
              <a:t>各地革命团体纷纷成立，如1894年孙中山成立兴中会，1904年华兴会成立。这些团体积极宣传革命思想，组织发动了一系列武装起义，如萍浏醴起义等，为辛亥革命的爆发积累了经验。</a:t>
            </a:r>
            <a:endParaRPr lang="zh-CN" altLang="en-US" sz="1200">
              <a:ln>
                <a:noFill/>
                <a:prstDash val="sysDot"/>
              </a:ln>
              <a:solidFill>
                <a:schemeClr val="tx1">
                  <a:lumMod val="85000"/>
                  <a:lumOff val="15000"/>
                </a:schemeClr>
              </a:solidFill>
              <a:latin typeface="+mn-ea"/>
              <a:cs typeface="+mn-ea"/>
            </a:endParaRPr>
          </a:p>
        </p:txBody>
      </p:sp>
      <p:sp>
        <p:nvSpPr>
          <p:cNvPr id="15" name="矩形 14"/>
          <p:cNvSpPr/>
          <p:nvPr>
            <p:custDataLst>
              <p:tags r:id="rId7"/>
            </p:custDataLst>
          </p:nvPr>
        </p:nvSpPr>
        <p:spPr>
          <a:xfrm>
            <a:off x="4657842" y="2616740"/>
            <a:ext cx="2809568" cy="447298"/>
          </a:xfrm>
          <a:prstGeom prst="rect">
            <a:avLst/>
          </a:prstGeom>
          <a:noFill/>
        </p:spPr>
        <p:txBody>
          <a:bodyPr wrap="square" lIns="0" tIns="0" rIns="0" bIns="0" rtlCol="0" anchor="b" anchorCtr="0">
            <a:noAutofit/>
          </a:bodyPr>
          <a:p>
            <a:pPr algn="ctr">
              <a:spcBef>
                <a:spcPct val="0"/>
              </a:spcBef>
              <a:spcAft>
                <a:spcPct val="0"/>
              </a:spcAft>
            </a:pPr>
            <a:r>
              <a:rPr lang="zh-CN" altLang="en-US" sz="2400" b="1" kern="0">
                <a:solidFill>
                  <a:schemeClr val="accent1"/>
                </a:solidFill>
                <a:latin typeface="+mn-ea"/>
                <a:cs typeface="+mn-ea"/>
              </a:rPr>
              <a:t>革命团体的兴起</a:t>
            </a:r>
            <a:endParaRPr lang="zh-CN" altLang="en-US" sz="2400" b="1" kern="0">
              <a:solidFill>
                <a:schemeClr val="accent1"/>
              </a:solidFill>
              <a:latin typeface="+mn-ea"/>
              <a:cs typeface="+mn-ea"/>
            </a:endParaRPr>
          </a:p>
        </p:txBody>
      </p:sp>
      <p:sp>
        <p:nvSpPr>
          <p:cNvPr id="16" name="圆角矩形 15"/>
          <p:cNvSpPr/>
          <p:nvPr>
            <p:custDataLst>
              <p:tags r:id="rId8"/>
            </p:custDataLst>
          </p:nvPr>
        </p:nvSpPr>
        <p:spPr>
          <a:xfrm>
            <a:off x="8201568" y="1928787"/>
            <a:ext cx="3270342" cy="4241947"/>
          </a:xfrm>
          <a:prstGeom prst="roundRect">
            <a:avLst>
              <a:gd name="adj" fmla="val 2258"/>
            </a:avLst>
          </a:prstGeom>
          <a:noFill/>
          <a:ln w="25400">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8" name="矩形 17"/>
          <p:cNvSpPr/>
          <p:nvPr>
            <p:custDataLst>
              <p:tags r:id="rId9"/>
            </p:custDataLst>
          </p:nvPr>
        </p:nvSpPr>
        <p:spPr>
          <a:xfrm>
            <a:off x="8529501" y="3247577"/>
            <a:ext cx="2635013" cy="2360345"/>
          </a:xfrm>
          <a:prstGeom prst="rect">
            <a:avLst/>
          </a:prstGeom>
        </p:spPr>
        <p:txBody>
          <a:bodyPr wrap="square" lIns="0" tIns="0" rIns="0" bIns="0">
            <a:noAutofit/>
          </a:bodyPr>
          <a:p>
            <a:pPr algn="ctr">
              <a:lnSpc>
                <a:spcPct val="150000"/>
              </a:lnSpc>
              <a:spcBef>
                <a:spcPct val="0"/>
              </a:spcBef>
              <a:spcAft>
                <a:spcPct val="0"/>
              </a:spcAft>
            </a:pPr>
            <a:r>
              <a:rPr lang="zh-CN" altLang="en-US" sz="1200">
                <a:ln>
                  <a:noFill/>
                  <a:prstDash val="sysDot"/>
                </a:ln>
                <a:solidFill>
                  <a:schemeClr val="tx1">
                    <a:lumMod val="85000"/>
                    <a:lumOff val="15000"/>
                  </a:schemeClr>
                </a:solidFill>
                <a:latin typeface="+mn-ea"/>
                <a:cs typeface="+mn-ea"/>
              </a:rPr>
              <a:t>1905年，孙中山联合各革命团体成立了同盟会，提出“驱除鞑虏，恢复中华，创立民国，平均地权”的革命纲领。这标志着中国资产阶级民主革命进入一个新的阶段，为辛亥革命的成功奠定了组织基础。</a:t>
            </a:r>
            <a:endParaRPr lang="zh-CN" altLang="en-US" sz="1200">
              <a:ln>
                <a:noFill/>
                <a:prstDash val="sysDot"/>
              </a:ln>
              <a:solidFill>
                <a:schemeClr val="tx1">
                  <a:lumMod val="85000"/>
                  <a:lumOff val="15000"/>
                </a:schemeClr>
              </a:solidFill>
              <a:latin typeface="+mn-ea"/>
              <a:cs typeface="+mn-ea"/>
            </a:endParaRPr>
          </a:p>
        </p:txBody>
      </p:sp>
      <p:sp>
        <p:nvSpPr>
          <p:cNvPr id="19" name="矩形 18"/>
          <p:cNvSpPr/>
          <p:nvPr>
            <p:custDataLst>
              <p:tags r:id="rId10"/>
            </p:custDataLst>
          </p:nvPr>
        </p:nvSpPr>
        <p:spPr>
          <a:xfrm>
            <a:off x="8431955" y="2616740"/>
            <a:ext cx="2809568" cy="447298"/>
          </a:xfrm>
          <a:prstGeom prst="rect">
            <a:avLst/>
          </a:prstGeom>
          <a:noFill/>
        </p:spPr>
        <p:txBody>
          <a:bodyPr wrap="square" lIns="0" tIns="0" rIns="0" bIns="0" rtlCol="0" anchor="b" anchorCtr="0">
            <a:noAutofit/>
          </a:bodyPr>
          <a:p>
            <a:pPr algn="ctr">
              <a:spcBef>
                <a:spcPct val="0"/>
              </a:spcBef>
              <a:spcAft>
                <a:spcPct val="0"/>
              </a:spcAft>
            </a:pPr>
            <a:r>
              <a:rPr lang="zh-CN" altLang="en-US" sz="2400" b="1" kern="0">
                <a:solidFill>
                  <a:schemeClr val="accent1"/>
                </a:solidFill>
                <a:latin typeface="+mn-ea"/>
                <a:cs typeface="+mn-ea"/>
              </a:rPr>
              <a:t>同盟会的成立</a:t>
            </a:r>
            <a:endParaRPr lang="zh-CN" altLang="en-US" sz="2400" b="1" kern="0">
              <a:solidFill>
                <a:schemeClr val="accent1"/>
              </a:solidFill>
              <a:latin typeface="+mn-ea"/>
              <a:cs typeface="+mn-ea"/>
            </a:endParaRPr>
          </a:p>
        </p:txBody>
      </p:sp>
      <p:cxnSp>
        <p:nvCxnSpPr>
          <p:cNvPr id="30" name="直接连接符 29"/>
          <p:cNvCxnSpPr/>
          <p:nvPr>
            <p:custDataLst>
              <p:tags r:id="rId11"/>
            </p:custDataLst>
          </p:nvPr>
        </p:nvCxnSpPr>
        <p:spPr>
          <a:xfrm>
            <a:off x="2185191" y="5849218"/>
            <a:ext cx="341409" cy="0"/>
          </a:xfrm>
          <a:prstGeom prst="line">
            <a:avLst/>
          </a:prstGeom>
          <a:ln w="47625" cap="rnd">
            <a:solidFill>
              <a:schemeClr val="accent1"/>
            </a:solidFill>
          </a:ln>
        </p:spPr>
        <p:style>
          <a:lnRef idx="2">
            <a:schemeClr val="accent1"/>
          </a:lnRef>
          <a:fillRef idx="0">
            <a:srgbClr val="FFFFFF"/>
          </a:fillRef>
          <a:effectRef idx="0">
            <a:srgbClr val="FFFFFF"/>
          </a:effectRef>
          <a:fontRef idx="minor">
            <a:schemeClr val="tx1"/>
          </a:fontRef>
        </p:style>
      </p:cxnSp>
      <p:cxnSp>
        <p:nvCxnSpPr>
          <p:cNvPr id="20" name="直接连接符 19"/>
          <p:cNvCxnSpPr/>
          <p:nvPr>
            <p:custDataLst>
              <p:tags r:id="rId12"/>
            </p:custDataLst>
          </p:nvPr>
        </p:nvCxnSpPr>
        <p:spPr>
          <a:xfrm>
            <a:off x="5891921" y="5849218"/>
            <a:ext cx="341409" cy="0"/>
          </a:xfrm>
          <a:prstGeom prst="line">
            <a:avLst/>
          </a:prstGeom>
          <a:ln w="47625" cap="rnd">
            <a:solidFill>
              <a:schemeClr val="accent1"/>
            </a:solidFill>
          </a:ln>
        </p:spPr>
        <p:style>
          <a:lnRef idx="2">
            <a:schemeClr val="accent1"/>
          </a:lnRef>
          <a:fillRef idx="0">
            <a:srgbClr val="FFFFFF"/>
          </a:fillRef>
          <a:effectRef idx="0">
            <a:srgbClr val="FFFFFF"/>
          </a:effectRef>
          <a:fontRef idx="minor">
            <a:schemeClr val="tx1"/>
          </a:fontRef>
        </p:style>
      </p:cxnSp>
      <p:cxnSp>
        <p:nvCxnSpPr>
          <p:cNvPr id="21" name="直接连接符 20"/>
          <p:cNvCxnSpPr/>
          <p:nvPr>
            <p:custDataLst>
              <p:tags r:id="rId13"/>
            </p:custDataLst>
          </p:nvPr>
        </p:nvCxnSpPr>
        <p:spPr>
          <a:xfrm>
            <a:off x="9666034" y="5849218"/>
            <a:ext cx="341409" cy="0"/>
          </a:xfrm>
          <a:prstGeom prst="line">
            <a:avLst/>
          </a:prstGeom>
          <a:ln w="47625" cap="rnd">
            <a:solidFill>
              <a:schemeClr val="accent1"/>
            </a:solidFill>
          </a:ln>
        </p:spPr>
        <p:style>
          <a:lnRef idx="2">
            <a:schemeClr val="accent1"/>
          </a:lnRef>
          <a:fillRef idx="0">
            <a:srgbClr val="FFFFFF"/>
          </a:fillRef>
          <a:effectRef idx="0">
            <a:srgbClr val="FFFFFF"/>
          </a:effectRef>
          <a:fontRef idx="minor">
            <a:schemeClr val="tx1"/>
          </a:fontRef>
        </p:style>
      </p:cxnSp>
      <p:sp>
        <p:nvSpPr>
          <p:cNvPr id="22" name="椭圆 21"/>
          <p:cNvSpPr/>
          <p:nvPr>
            <p:custDataLst>
              <p:tags r:id="rId14"/>
            </p:custDataLst>
          </p:nvPr>
        </p:nvSpPr>
        <p:spPr>
          <a:xfrm>
            <a:off x="1943895" y="1497533"/>
            <a:ext cx="899729" cy="899729"/>
          </a:xfrm>
          <a:prstGeom prst="ellipse">
            <a:avLst/>
          </a:prstGeom>
          <a:solidFill>
            <a:schemeClr val="accent1">
              <a:alpha val="15000"/>
            </a:schemeClr>
          </a:solidFill>
          <a:ln w="38100">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3" name="椭圆 22"/>
          <p:cNvSpPr/>
          <p:nvPr>
            <p:custDataLst>
              <p:tags r:id="rId15"/>
            </p:custDataLst>
          </p:nvPr>
        </p:nvSpPr>
        <p:spPr>
          <a:xfrm>
            <a:off x="1974057" y="1496891"/>
            <a:ext cx="838763" cy="838763"/>
          </a:xfrm>
          <a:prstGeom prst="ellipse">
            <a:avLst/>
          </a:prstGeom>
          <a:ln w="38100">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4" name="椭圆 23"/>
          <p:cNvSpPr/>
          <p:nvPr>
            <p:custDataLst>
              <p:tags r:id="rId16"/>
            </p:custDataLst>
          </p:nvPr>
        </p:nvSpPr>
        <p:spPr>
          <a:xfrm>
            <a:off x="5612761" y="1497533"/>
            <a:ext cx="899729" cy="899729"/>
          </a:xfrm>
          <a:prstGeom prst="ellipse">
            <a:avLst/>
          </a:prstGeom>
          <a:solidFill>
            <a:schemeClr val="accent1">
              <a:alpha val="15000"/>
            </a:schemeClr>
          </a:solidFill>
          <a:ln w="38100">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5" name="椭圆 24"/>
          <p:cNvSpPr/>
          <p:nvPr>
            <p:custDataLst>
              <p:tags r:id="rId17"/>
            </p:custDataLst>
          </p:nvPr>
        </p:nvSpPr>
        <p:spPr>
          <a:xfrm>
            <a:off x="5642923" y="1496891"/>
            <a:ext cx="838763" cy="838763"/>
          </a:xfrm>
          <a:prstGeom prst="ellipse">
            <a:avLst/>
          </a:prstGeom>
          <a:ln w="38100">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6" name="椭圆 25"/>
          <p:cNvSpPr/>
          <p:nvPr>
            <p:custDataLst>
              <p:tags r:id="rId18"/>
            </p:custDataLst>
          </p:nvPr>
        </p:nvSpPr>
        <p:spPr>
          <a:xfrm>
            <a:off x="9386874" y="1497533"/>
            <a:ext cx="899729" cy="899729"/>
          </a:xfrm>
          <a:prstGeom prst="ellipse">
            <a:avLst/>
          </a:prstGeom>
          <a:solidFill>
            <a:schemeClr val="accent1">
              <a:alpha val="15000"/>
            </a:schemeClr>
          </a:solidFill>
          <a:ln w="38100">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7" name="椭圆 26"/>
          <p:cNvSpPr/>
          <p:nvPr>
            <p:custDataLst>
              <p:tags r:id="rId19"/>
            </p:custDataLst>
          </p:nvPr>
        </p:nvSpPr>
        <p:spPr>
          <a:xfrm>
            <a:off x="9417037" y="1497533"/>
            <a:ext cx="838763" cy="838763"/>
          </a:xfrm>
          <a:prstGeom prst="ellipse">
            <a:avLst/>
          </a:prstGeom>
          <a:ln w="38100">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8" name="图形 23" descr="333438303937363b333438313038303bd7e9d6afbcdcb9b9"/>
          <p:cNvPicPr>
            <a:picLocks noChangeAspect="1"/>
          </p:cNvPicPr>
          <p:nvPr>
            <p:custDataLst>
              <p:tags r:id="rId20"/>
            </p:custDataLst>
          </p:nvPr>
        </p:nvPicPr>
        <p:blipFill>
          <a:blip r:embed="rId21">
            <a:extLst>
              <a:ext uri="{96DAC541-7B7A-43D3-8B79-37D633B846F1}">
                <asvg:svgBlip xmlns:asvg="http://schemas.microsoft.com/office/drawing/2016/SVG/main" r:embed="rId22"/>
              </a:ext>
            </a:extLst>
          </a:blip>
          <a:stretch>
            <a:fillRect/>
          </a:stretch>
        </p:blipFill>
        <p:spPr>
          <a:xfrm>
            <a:off x="2229472" y="1752307"/>
            <a:ext cx="327933" cy="327933"/>
          </a:xfrm>
          <a:prstGeom prst="rect">
            <a:avLst/>
          </a:prstGeom>
        </p:spPr>
      </p:pic>
      <p:pic>
        <p:nvPicPr>
          <p:cNvPr id="29" name="图形 25" descr="333438303937363b333438313039323bcfeec4bfbcc6bbae"/>
          <p:cNvPicPr>
            <a:picLocks noChangeAspect="1"/>
          </p:cNvPicPr>
          <p:nvPr>
            <p:custDataLst>
              <p:tags r:id="rId23"/>
            </p:custDataLst>
          </p:nvPr>
        </p:nvPicPr>
        <p:blipFill>
          <a:blip r:embed="rId24">
            <a:extLst>
              <a:ext uri="{96DAC541-7B7A-43D3-8B79-37D633B846F1}">
                <asvg:svgBlip xmlns:asvg="http://schemas.microsoft.com/office/drawing/2016/SVG/main" r:embed="rId25"/>
              </a:ext>
            </a:extLst>
          </a:blip>
          <a:stretch>
            <a:fillRect/>
          </a:stretch>
        </p:blipFill>
        <p:spPr>
          <a:xfrm>
            <a:off x="5898339" y="1752307"/>
            <a:ext cx="327291" cy="327291"/>
          </a:xfrm>
          <a:prstGeom prst="rect">
            <a:avLst/>
          </a:prstGeom>
        </p:spPr>
      </p:pic>
      <p:pic>
        <p:nvPicPr>
          <p:cNvPr id="35" name="图形 26" descr="333438303937363b333438313037333bcad0b3a1bebad5f9"/>
          <p:cNvPicPr>
            <a:picLocks noChangeAspect="1"/>
          </p:cNvPicPr>
          <p:nvPr>
            <p:custDataLst>
              <p:tags r:id="rId26"/>
            </p:custDataLst>
          </p:nvPr>
        </p:nvPicPr>
        <p:blipFill>
          <a:blip r:embed="rId27">
            <a:extLst>
              <a:ext uri="{96DAC541-7B7A-43D3-8B79-37D633B846F1}">
                <asvg:svgBlip xmlns:asvg="http://schemas.microsoft.com/office/drawing/2016/SVG/main" r:embed="rId28"/>
              </a:ext>
            </a:extLst>
          </a:blip>
          <a:stretch>
            <a:fillRect/>
          </a:stretch>
        </p:blipFill>
        <p:spPr>
          <a:xfrm>
            <a:off x="9689779" y="1770917"/>
            <a:ext cx="292637" cy="292637"/>
          </a:xfrm>
          <a:prstGeom prst="rect">
            <a:avLst/>
          </a:prstGeom>
        </p:spPr>
      </p:pic>
    </p:spTree>
    <p:custDataLst>
      <p:tags r:id="rId29"/>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custDataLst>
              <p:tags r:id="rId1"/>
            </p:custDataLst>
          </p:nvPr>
        </p:nvSpPr>
        <p:spPr/>
        <p:txBody>
          <a:bodyPr/>
          <a:lstStyle/>
          <a:p>
            <a:r>
              <a:rPr lang="zh-CN" altLang="en-US"/>
              <a:t>武昌首义的历史回响</a:t>
            </a:r>
            <a:endParaRPr lang="zh-CN" altLang="en-US"/>
          </a:p>
        </p:txBody>
      </p:sp>
      <p:sp>
        <p:nvSpPr>
          <p:cNvPr id="2" name="矩形 1"/>
          <p:cNvSpPr/>
          <p:nvPr>
            <p:custDataLst>
              <p:tags r:id="rId2"/>
            </p:custDataLst>
          </p:nvPr>
        </p:nvSpPr>
        <p:spPr>
          <a:xfrm>
            <a:off x="2141746" y="1945671"/>
            <a:ext cx="9000709" cy="1053548"/>
          </a:xfrm>
          <a:prstGeom prst="rect">
            <a:avLst/>
          </a:prstGeom>
          <a:noFill/>
        </p:spPr>
        <p:txBody>
          <a:bodyPr wrap="square" lIns="0" tIns="0" rIns="0" bIns="0" rtlCol="0" anchor="t" anchorCtr="0">
            <a:noAutofit/>
          </a:bodyPr>
          <a:p>
            <a:pPr algn="just">
              <a:lnSpc>
                <a:spcPct val="150000"/>
              </a:lnSpc>
              <a:spcBef>
                <a:spcPct val="0"/>
              </a:spcBef>
              <a:spcAft>
                <a:spcPct val="0"/>
              </a:spcAft>
            </a:pPr>
            <a:r>
              <a:rPr lang="zh-CN" altLang="en-US" sz="1600">
                <a:ln>
                  <a:noFill/>
                  <a:prstDash val="sysDot"/>
                </a:ln>
                <a:solidFill>
                  <a:schemeClr val="tx1">
                    <a:lumMod val="85000"/>
                    <a:lumOff val="15000"/>
                  </a:schemeClr>
                </a:solidFill>
                <a:latin typeface="+mn-ea"/>
                <a:cs typeface="+mn-ea"/>
                <a:sym typeface="+mn-ea"/>
              </a:rPr>
              <a:t>1911年10月10日，武昌新军中的革命党人打响了辛亥革命的第一枪，起义军迅速占领武昌城，随后汉阳、汉口相继光复，湖北军政府成立。</a:t>
            </a:r>
            <a:endParaRPr lang="zh-CN" altLang="en-US" sz="1600">
              <a:ln>
                <a:noFill/>
                <a:prstDash val="sysDot"/>
              </a:ln>
              <a:solidFill>
                <a:schemeClr val="tx1">
                  <a:lumMod val="85000"/>
                  <a:lumOff val="15000"/>
                </a:schemeClr>
              </a:solidFill>
              <a:latin typeface="+mn-ea"/>
              <a:cs typeface="+mn-ea"/>
              <a:sym typeface="+mn-ea"/>
            </a:endParaRPr>
          </a:p>
        </p:txBody>
      </p:sp>
      <p:sp>
        <p:nvSpPr>
          <p:cNvPr id="3" name="矩形 2"/>
          <p:cNvSpPr/>
          <p:nvPr>
            <p:custDataLst>
              <p:tags r:id="rId3"/>
            </p:custDataLst>
          </p:nvPr>
        </p:nvSpPr>
        <p:spPr>
          <a:xfrm>
            <a:off x="2141746" y="1477640"/>
            <a:ext cx="9000709" cy="461778"/>
          </a:xfrm>
          <a:prstGeom prst="rect">
            <a:avLst/>
          </a:prstGeom>
          <a:noFill/>
        </p:spPr>
        <p:txBody>
          <a:bodyPr wrap="square" lIns="0" tIns="0" rIns="0" bIns="0" rtlCol="0" anchor="ctr" anchorCtr="0">
            <a:noAutofit/>
          </a:bodyPr>
          <a:p>
            <a:pPr algn="just">
              <a:spcBef>
                <a:spcPct val="0"/>
              </a:spcBef>
              <a:spcAft>
                <a:spcPct val="0"/>
              </a:spcAft>
            </a:pPr>
            <a:r>
              <a:rPr lang="zh-CN" altLang="en-US" sz="2000" b="1">
                <a:solidFill>
                  <a:schemeClr val="accent1"/>
                </a:solidFill>
                <a:latin typeface="+mn-ea"/>
                <a:cs typeface="+mn-ea"/>
                <a:sym typeface="+mn-ea"/>
              </a:rPr>
              <a:t>起义的爆发</a:t>
            </a:r>
            <a:endParaRPr lang="zh-CN" altLang="en-US" sz="2000" b="1">
              <a:solidFill>
                <a:schemeClr val="accent1"/>
              </a:solidFill>
              <a:latin typeface="+mn-ea"/>
              <a:cs typeface="+mn-ea"/>
              <a:sym typeface="+mn-ea"/>
            </a:endParaRPr>
          </a:p>
        </p:txBody>
      </p:sp>
      <p:sp>
        <p:nvSpPr>
          <p:cNvPr id="14" name="矩形 13"/>
          <p:cNvSpPr/>
          <p:nvPr>
            <p:custDataLst>
              <p:tags r:id="rId4"/>
            </p:custDataLst>
          </p:nvPr>
        </p:nvSpPr>
        <p:spPr>
          <a:xfrm>
            <a:off x="1241880" y="1544320"/>
            <a:ext cx="579646" cy="579646"/>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p>
            <a:pPr algn="ctr">
              <a:spcBef>
                <a:spcPct val="0"/>
              </a:spcBef>
              <a:spcAft>
                <a:spcPct val="0"/>
              </a:spcAft>
            </a:pPr>
            <a:r>
              <a:rPr lang="en-US" altLang="zh-CN" sz="2400">
                <a:solidFill>
                  <a:schemeClr val="lt1">
                    <a:lumMod val="100000"/>
                  </a:schemeClr>
                </a:solidFill>
                <a:latin typeface="+mn-ea"/>
                <a:cs typeface="+mn-ea"/>
                <a:sym typeface="+mn-ea"/>
              </a:rPr>
              <a:t>01</a:t>
            </a:r>
            <a:endParaRPr lang="zh-CN" altLang="en-US" sz="2400">
              <a:solidFill>
                <a:schemeClr val="lt1">
                  <a:lumMod val="100000"/>
                </a:schemeClr>
              </a:solidFill>
              <a:latin typeface="+mn-ea"/>
              <a:cs typeface="+mn-ea"/>
              <a:sym typeface="+mn-ea"/>
            </a:endParaRPr>
          </a:p>
        </p:txBody>
      </p:sp>
      <p:sp>
        <p:nvSpPr>
          <p:cNvPr id="15" name="矩形 14"/>
          <p:cNvSpPr/>
          <p:nvPr>
            <p:custDataLst>
              <p:tags r:id="rId5"/>
            </p:custDataLst>
          </p:nvPr>
        </p:nvSpPr>
        <p:spPr>
          <a:xfrm>
            <a:off x="2150002" y="3545997"/>
            <a:ext cx="9000709" cy="1053548"/>
          </a:xfrm>
          <a:prstGeom prst="rect">
            <a:avLst/>
          </a:prstGeom>
          <a:noFill/>
        </p:spPr>
        <p:txBody>
          <a:bodyPr wrap="square" lIns="0" tIns="0" rIns="0" bIns="0" rtlCol="0" anchor="t" anchorCtr="0">
            <a:noAutofit/>
          </a:bodyPr>
          <a:p>
            <a:pPr algn="just">
              <a:lnSpc>
                <a:spcPct val="150000"/>
              </a:lnSpc>
              <a:spcBef>
                <a:spcPct val="0"/>
              </a:spcBef>
              <a:spcAft>
                <a:spcPct val="0"/>
              </a:spcAft>
            </a:pPr>
            <a:r>
              <a:rPr lang="zh-CN" altLang="en-US" sz="1600">
                <a:ln>
                  <a:noFill/>
                  <a:prstDash val="sysDot"/>
                </a:ln>
                <a:solidFill>
                  <a:schemeClr val="tx1">
                    <a:lumMod val="85000"/>
                    <a:lumOff val="15000"/>
                  </a:schemeClr>
                </a:solidFill>
                <a:latin typeface="+mn-ea"/>
                <a:cs typeface="+mn-ea"/>
                <a:sym typeface="+mn-ea"/>
              </a:rPr>
              <a:t>武昌起义的胜利，揭开了辛亥革命的序幕，各地纷纷响应。在一个多月的时间里，全国有十几个省宣布独立，清政府的统治迅速土崩瓦解。</a:t>
            </a:r>
            <a:endParaRPr lang="zh-CN" altLang="en-US" sz="1600">
              <a:ln>
                <a:noFill/>
                <a:prstDash val="sysDot"/>
              </a:ln>
              <a:solidFill>
                <a:schemeClr val="tx1">
                  <a:lumMod val="85000"/>
                  <a:lumOff val="15000"/>
                </a:schemeClr>
              </a:solidFill>
              <a:latin typeface="+mn-ea"/>
              <a:cs typeface="+mn-ea"/>
              <a:sym typeface="+mn-ea"/>
            </a:endParaRPr>
          </a:p>
        </p:txBody>
      </p:sp>
      <p:sp>
        <p:nvSpPr>
          <p:cNvPr id="16" name="矩形 15"/>
          <p:cNvSpPr/>
          <p:nvPr>
            <p:custDataLst>
              <p:tags r:id="rId6"/>
            </p:custDataLst>
          </p:nvPr>
        </p:nvSpPr>
        <p:spPr>
          <a:xfrm>
            <a:off x="2150002" y="3078601"/>
            <a:ext cx="9000709" cy="461778"/>
          </a:xfrm>
          <a:prstGeom prst="rect">
            <a:avLst/>
          </a:prstGeom>
          <a:noFill/>
        </p:spPr>
        <p:txBody>
          <a:bodyPr wrap="square" lIns="0" tIns="0" rIns="0" bIns="0" rtlCol="0" anchor="ctr" anchorCtr="0">
            <a:noAutofit/>
          </a:bodyPr>
          <a:p>
            <a:pPr algn="just">
              <a:spcBef>
                <a:spcPct val="0"/>
              </a:spcBef>
              <a:spcAft>
                <a:spcPct val="0"/>
              </a:spcAft>
            </a:pPr>
            <a:r>
              <a:rPr lang="zh-CN" altLang="en-US" sz="2000" b="1">
                <a:solidFill>
                  <a:schemeClr val="accent1"/>
                </a:solidFill>
                <a:latin typeface="+mn-ea"/>
                <a:cs typeface="+mn-ea"/>
                <a:sym typeface="+mn-ea"/>
              </a:rPr>
              <a:t>全国的响应</a:t>
            </a:r>
            <a:endParaRPr lang="zh-CN" altLang="en-US" sz="2000" b="1">
              <a:solidFill>
                <a:schemeClr val="accent1"/>
              </a:solidFill>
              <a:latin typeface="+mn-ea"/>
              <a:cs typeface="+mn-ea"/>
              <a:sym typeface="+mn-ea"/>
            </a:endParaRPr>
          </a:p>
        </p:txBody>
      </p:sp>
      <p:sp>
        <p:nvSpPr>
          <p:cNvPr id="17" name="矩形 16"/>
          <p:cNvSpPr/>
          <p:nvPr>
            <p:custDataLst>
              <p:tags r:id="rId7"/>
            </p:custDataLst>
          </p:nvPr>
        </p:nvSpPr>
        <p:spPr>
          <a:xfrm>
            <a:off x="1250771" y="3145281"/>
            <a:ext cx="579646" cy="579646"/>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p>
            <a:pPr algn="ctr">
              <a:spcBef>
                <a:spcPct val="0"/>
              </a:spcBef>
              <a:spcAft>
                <a:spcPct val="0"/>
              </a:spcAft>
            </a:pPr>
            <a:r>
              <a:rPr lang="en-US" altLang="zh-CN" sz="2400">
                <a:solidFill>
                  <a:schemeClr val="lt1">
                    <a:lumMod val="100000"/>
                  </a:schemeClr>
                </a:solidFill>
                <a:latin typeface="+mn-ea"/>
                <a:cs typeface="+mn-ea"/>
                <a:sym typeface="+mn-ea"/>
              </a:rPr>
              <a:t>02</a:t>
            </a:r>
            <a:endParaRPr lang="zh-CN" altLang="en-US" sz="2400">
              <a:solidFill>
                <a:schemeClr val="lt1">
                  <a:lumMod val="100000"/>
                </a:schemeClr>
              </a:solidFill>
              <a:latin typeface="+mn-ea"/>
              <a:cs typeface="+mn-ea"/>
              <a:sym typeface="+mn-ea"/>
            </a:endParaRPr>
          </a:p>
        </p:txBody>
      </p:sp>
      <p:sp>
        <p:nvSpPr>
          <p:cNvPr id="18" name="矩形 17"/>
          <p:cNvSpPr/>
          <p:nvPr>
            <p:custDataLst>
              <p:tags r:id="rId8"/>
            </p:custDataLst>
          </p:nvPr>
        </p:nvSpPr>
        <p:spPr>
          <a:xfrm>
            <a:off x="2141111" y="5146959"/>
            <a:ext cx="9000709" cy="1053548"/>
          </a:xfrm>
          <a:prstGeom prst="rect">
            <a:avLst/>
          </a:prstGeom>
          <a:noFill/>
        </p:spPr>
        <p:txBody>
          <a:bodyPr wrap="square" lIns="0" tIns="0" rIns="0" bIns="0" rtlCol="0" anchor="t" anchorCtr="0">
            <a:noAutofit/>
          </a:bodyPr>
          <a:p>
            <a:pPr algn="just">
              <a:lnSpc>
                <a:spcPct val="150000"/>
              </a:lnSpc>
              <a:spcBef>
                <a:spcPct val="0"/>
              </a:spcBef>
              <a:spcAft>
                <a:spcPct val="0"/>
              </a:spcAft>
            </a:pPr>
            <a:r>
              <a:rPr lang="zh-CN" altLang="en-US" sz="1600">
                <a:ln>
                  <a:noFill/>
                  <a:prstDash val="sysDot"/>
                </a:ln>
                <a:solidFill>
                  <a:schemeClr val="tx1">
                    <a:lumMod val="85000"/>
                    <a:lumOff val="15000"/>
                  </a:schemeClr>
                </a:solidFill>
                <a:latin typeface="+mn-ea"/>
                <a:cs typeface="+mn-ea"/>
                <a:sym typeface="+mn-ea"/>
              </a:rPr>
              <a:t>辛亥革命推翻了清朝的封建统治，结束了中国两千多年的封建帝制，建立了亚洲第一个民主共和国——中华民国。它使民主共和的观念深入人心，为中国的近代化进程开辟了道路。</a:t>
            </a:r>
            <a:endParaRPr lang="zh-CN" altLang="en-US" sz="1600">
              <a:ln>
                <a:noFill/>
                <a:prstDash val="sysDot"/>
              </a:ln>
              <a:solidFill>
                <a:schemeClr val="tx1">
                  <a:lumMod val="85000"/>
                  <a:lumOff val="15000"/>
                </a:schemeClr>
              </a:solidFill>
              <a:latin typeface="+mn-ea"/>
              <a:cs typeface="+mn-ea"/>
              <a:sym typeface="+mn-ea"/>
            </a:endParaRPr>
          </a:p>
        </p:txBody>
      </p:sp>
      <p:sp>
        <p:nvSpPr>
          <p:cNvPr id="19" name="矩形 18"/>
          <p:cNvSpPr/>
          <p:nvPr>
            <p:custDataLst>
              <p:tags r:id="rId9"/>
            </p:custDataLst>
          </p:nvPr>
        </p:nvSpPr>
        <p:spPr>
          <a:xfrm>
            <a:off x="2141111" y="4678927"/>
            <a:ext cx="9000709" cy="461778"/>
          </a:xfrm>
          <a:prstGeom prst="rect">
            <a:avLst/>
          </a:prstGeom>
          <a:noFill/>
        </p:spPr>
        <p:txBody>
          <a:bodyPr wrap="square" lIns="0" tIns="0" rIns="0" bIns="0" rtlCol="0" anchor="ctr" anchorCtr="0">
            <a:noAutofit/>
          </a:bodyPr>
          <a:p>
            <a:pPr algn="just">
              <a:spcBef>
                <a:spcPct val="0"/>
              </a:spcBef>
              <a:spcAft>
                <a:spcPct val="0"/>
              </a:spcAft>
            </a:pPr>
            <a:r>
              <a:rPr lang="zh-CN" altLang="en-US" sz="2000" b="1">
                <a:solidFill>
                  <a:schemeClr val="accent1"/>
                </a:solidFill>
                <a:latin typeface="+mn-ea"/>
                <a:cs typeface="+mn-ea"/>
                <a:sym typeface="+mn-ea"/>
              </a:rPr>
              <a:t>深远的影响</a:t>
            </a:r>
            <a:endParaRPr lang="zh-CN" altLang="en-US" sz="2000" b="1">
              <a:solidFill>
                <a:schemeClr val="accent1"/>
              </a:solidFill>
              <a:latin typeface="+mn-ea"/>
              <a:cs typeface="+mn-ea"/>
              <a:sym typeface="+mn-ea"/>
            </a:endParaRPr>
          </a:p>
        </p:txBody>
      </p:sp>
      <p:sp>
        <p:nvSpPr>
          <p:cNvPr id="23" name="矩形 22"/>
          <p:cNvSpPr/>
          <p:nvPr>
            <p:custDataLst>
              <p:tags r:id="rId10"/>
            </p:custDataLst>
          </p:nvPr>
        </p:nvSpPr>
        <p:spPr>
          <a:xfrm>
            <a:off x="1241245" y="4745607"/>
            <a:ext cx="579646" cy="579646"/>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p>
            <a:pPr algn="ctr">
              <a:spcBef>
                <a:spcPct val="0"/>
              </a:spcBef>
              <a:spcAft>
                <a:spcPct val="0"/>
              </a:spcAft>
            </a:pPr>
            <a:r>
              <a:rPr lang="en-US" altLang="zh-CN" sz="2400">
                <a:solidFill>
                  <a:schemeClr val="lt1">
                    <a:lumMod val="100000"/>
                  </a:schemeClr>
                </a:solidFill>
                <a:latin typeface="+mn-ea"/>
                <a:cs typeface="+mn-ea"/>
                <a:sym typeface="+mn-ea"/>
              </a:rPr>
              <a:t>03</a:t>
            </a:r>
            <a:endParaRPr lang="zh-CN" altLang="en-US" sz="2400">
              <a:solidFill>
                <a:schemeClr val="lt1">
                  <a:lumMod val="100000"/>
                </a:schemeClr>
              </a:solidFill>
              <a:latin typeface="+mn-ea"/>
              <a:cs typeface="+mn-ea"/>
              <a:sym typeface="+mn-ea"/>
            </a:endParaRPr>
          </a:p>
        </p:txBody>
      </p:sp>
    </p:spTree>
    <p:custDataLst>
      <p:tags r:id="rId1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title"/>
            <p:custDataLst>
              <p:tags r:id="rId1"/>
            </p:custDataLst>
          </p:nvPr>
        </p:nvSpPr>
        <p:spPr/>
        <p:txBody>
          <a:bodyPr/>
          <a:lstStyle/>
          <a:p>
            <a:r>
              <a:rPr lang="zh-CN" altLang="en-US"/>
              <a:t>博物馆的叙事体系构建</a:t>
            </a:r>
            <a:endParaRPr lang="zh-CN" altLang="en-US"/>
          </a:p>
        </p:txBody>
      </p:sp>
      <p:sp>
        <p:nvSpPr>
          <p:cNvPr id="5" name="副标题"/>
          <p:cNvSpPr>
            <a:spLocks noGrp="1"/>
          </p:cNvSpPr>
          <p:nvPr>
            <p:ph type="body" idx="1"/>
            <p:custDataLst>
              <p:tags r:id="rId2"/>
            </p:custDataLst>
          </p:nvPr>
        </p:nvSpPr>
        <p:spPr/>
        <p:txBody>
          <a:bodyPr/>
          <a:lstStyle/>
          <a:p>
            <a:r>
              <a:rPr lang="zh-CN" altLang="en-US"/>
              <a:t>章节副标题</a:t>
            </a:r>
            <a:endParaRPr lang="zh-CN" altLang="en-US"/>
          </a:p>
        </p:txBody>
      </p:sp>
      <p:sp>
        <p:nvSpPr>
          <p:cNvPr id="6" name="节编号"/>
          <p:cNvSpPr>
            <a:spLocks noGrp="1"/>
          </p:cNvSpPr>
          <p:nvPr>
            <p:ph type="body" sz="quarter" idx="13"/>
            <p:custDataLst>
              <p:tags r:id="rId3"/>
            </p:custDataLst>
          </p:nvPr>
        </p:nvSpPr>
        <p:spPr/>
        <p:txBody>
          <a:bodyPr/>
          <a:lstStyle/>
          <a:p>
            <a:r>
              <a:rPr lang="zh-CN" altLang="en-US"/>
              <a:t>02</a:t>
            </a:r>
            <a:endParaRPr lang="zh-CN" altLang="en-US"/>
          </a:p>
        </p:txBody>
      </p:sp>
    </p:spTree>
    <p:custDataLst>
      <p:tags r:id="rId4"/>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建筑符号的象征表达</a:t>
            </a:r>
            <a:endParaRPr lang="zh-CN" altLang="en-US"/>
          </a:p>
        </p:txBody>
      </p:sp>
      <p:sp>
        <p:nvSpPr>
          <p:cNvPr id="7" name="椭圆 6"/>
          <p:cNvSpPr/>
          <p:nvPr>
            <p:custDataLst>
              <p:tags r:id="rId2"/>
            </p:custDataLst>
          </p:nvPr>
        </p:nvSpPr>
        <p:spPr>
          <a:xfrm rot="10800000">
            <a:off x="5944809" y="1674722"/>
            <a:ext cx="1898701" cy="1898701"/>
          </a:xfrm>
          <a:prstGeom prst="ellipse">
            <a:avLst/>
          </a:prstGeom>
          <a:solidFill>
            <a:schemeClr val="accent1">
              <a:alpha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椭圆 8"/>
          <p:cNvSpPr/>
          <p:nvPr>
            <p:custDataLst>
              <p:tags r:id="rId3"/>
            </p:custDataLst>
          </p:nvPr>
        </p:nvSpPr>
        <p:spPr>
          <a:xfrm rot="10800000">
            <a:off x="4349466" y="1674722"/>
            <a:ext cx="1898701" cy="1898701"/>
          </a:xfrm>
          <a:prstGeom prst="ellipse">
            <a:avLst/>
          </a:prstGeom>
          <a:solidFill>
            <a:schemeClr val="accent1">
              <a:alpha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3" name="矩形 12"/>
          <p:cNvSpPr/>
          <p:nvPr>
            <p:custDataLst>
              <p:tags r:id="rId4"/>
            </p:custDataLst>
          </p:nvPr>
        </p:nvSpPr>
        <p:spPr>
          <a:xfrm>
            <a:off x="2609789" y="5518107"/>
            <a:ext cx="6972740" cy="776595"/>
          </a:xfrm>
          <a:prstGeom prst="rect">
            <a:avLst/>
          </a:prstGeom>
        </p:spPr>
        <p:txBody>
          <a:bodyPr wrap="square" lIns="0" tIns="0" rIns="0" bIns="0">
            <a:noAutofit/>
          </a:bodyPr>
          <a:p>
            <a:pPr algn="just">
              <a:lnSpc>
                <a:spcPct val="130000"/>
              </a:lnSpc>
              <a:spcBef>
                <a:spcPct val="0"/>
              </a:spcBef>
              <a:spcAft>
                <a:spcPct val="0"/>
              </a:spcAft>
            </a:pPr>
            <a:r>
              <a:rPr lang="zh-CN" altLang="en-US" sz="1200" dirty="0">
                <a:solidFill>
                  <a:schemeClr val="tx1">
                    <a:lumMod val="85000"/>
                    <a:lumOff val="15000"/>
                  </a:schemeClr>
                </a:solidFill>
                <a:latin typeface="+mn-ea"/>
                <a:cs typeface="+mn-ea"/>
              </a:rPr>
              <a:t>双翼造型象征着革命的奋进与突破。它寓意着辛亥革命如同振翅高飞的雄鹰，冲破封建制度的枷锁，引领中国走向新的时代。这种造型也体现了革命党人勇往直前、开拓进取的精神风貌。</a:t>
            </a:r>
            <a:endParaRPr lang="zh-CN" altLang="en-US" sz="1200" dirty="0">
              <a:solidFill>
                <a:schemeClr val="tx1">
                  <a:lumMod val="85000"/>
                  <a:lumOff val="15000"/>
                </a:schemeClr>
              </a:solidFill>
              <a:latin typeface="+mn-ea"/>
              <a:cs typeface="+mn-ea"/>
            </a:endParaRPr>
          </a:p>
        </p:txBody>
      </p:sp>
      <p:sp>
        <p:nvSpPr>
          <p:cNvPr id="14" name="矩形 13"/>
          <p:cNvSpPr/>
          <p:nvPr>
            <p:custDataLst>
              <p:tags r:id="rId5"/>
            </p:custDataLst>
          </p:nvPr>
        </p:nvSpPr>
        <p:spPr>
          <a:xfrm>
            <a:off x="2609789" y="5074885"/>
            <a:ext cx="6972740" cy="370416"/>
          </a:xfrm>
          <a:prstGeom prst="rect">
            <a:avLst/>
          </a:prstGeom>
          <a:noFill/>
        </p:spPr>
        <p:txBody>
          <a:bodyPr wrap="square" lIns="0" tIns="0" rIns="0" bIns="0" rtlCol="0" anchor="b" anchorCtr="0">
            <a:noAutofit/>
          </a:bodyPr>
          <a:p>
            <a:pPr algn="ctr">
              <a:spcBef>
                <a:spcPct val="0"/>
              </a:spcBef>
              <a:spcAft>
                <a:spcPct val="0"/>
              </a:spcAft>
            </a:pPr>
            <a:r>
              <a:rPr lang="zh-CN" altLang="en-US" sz="2000" b="1" kern="0">
                <a:solidFill>
                  <a:schemeClr val="accent1"/>
                </a:solidFill>
                <a:latin typeface="+mn-ea"/>
                <a:cs typeface="+mn-ea"/>
              </a:rPr>
              <a:t>双翼的奋进姿态</a:t>
            </a:r>
            <a:endParaRPr lang="zh-CN" altLang="en-US" sz="2000" b="1" kern="0">
              <a:solidFill>
                <a:schemeClr val="accent1"/>
              </a:solidFill>
              <a:latin typeface="+mn-ea"/>
              <a:cs typeface="+mn-ea"/>
            </a:endParaRPr>
          </a:p>
        </p:txBody>
      </p:sp>
      <p:sp>
        <p:nvSpPr>
          <p:cNvPr id="15" name="矩形 14"/>
          <p:cNvSpPr/>
          <p:nvPr>
            <p:custDataLst>
              <p:tags r:id="rId6"/>
            </p:custDataLst>
          </p:nvPr>
        </p:nvSpPr>
        <p:spPr>
          <a:xfrm>
            <a:off x="8245220" y="2105810"/>
            <a:ext cx="3186200" cy="1762668"/>
          </a:xfrm>
          <a:prstGeom prst="rect">
            <a:avLst/>
          </a:prstGeom>
        </p:spPr>
        <p:txBody>
          <a:bodyPr wrap="square" lIns="0" tIns="0" rIns="0" bIns="0">
            <a:noAutofit/>
          </a:bodyPr>
          <a:p>
            <a:pPr>
              <a:lnSpc>
                <a:spcPct val="130000"/>
              </a:lnSpc>
              <a:spcBef>
                <a:spcPct val="0"/>
              </a:spcBef>
              <a:spcAft>
                <a:spcPct val="0"/>
              </a:spcAft>
            </a:pPr>
            <a:r>
              <a:rPr lang="zh-CN" altLang="en-US" sz="1200" dirty="0">
                <a:solidFill>
                  <a:schemeClr val="tx1">
                    <a:lumMod val="85000"/>
                    <a:lumOff val="15000"/>
                  </a:schemeClr>
                </a:solidFill>
                <a:latin typeface="+mn-ea"/>
                <a:cs typeface="+mn-ea"/>
              </a:rPr>
              <a:t>灰色代表着历史的厚重与沉稳。博物馆建筑的灰色部分体现了辛亥革命所经历的艰难历程和历史沉淀。它提醒着人们，革命的胜利并非一蹴而就，是无数革命先辈在黑暗中摸索、在困境中抗争，经过长期的努力才换来的。</a:t>
            </a:r>
            <a:endParaRPr lang="zh-CN" altLang="en-US" sz="1200" dirty="0">
              <a:solidFill>
                <a:schemeClr val="tx1">
                  <a:lumMod val="85000"/>
                  <a:lumOff val="15000"/>
                </a:schemeClr>
              </a:solidFill>
              <a:latin typeface="+mn-ea"/>
              <a:cs typeface="+mn-ea"/>
            </a:endParaRPr>
          </a:p>
        </p:txBody>
      </p:sp>
      <p:sp>
        <p:nvSpPr>
          <p:cNvPr id="19" name="矩形 18"/>
          <p:cNvSpPr/>
          <p:nvPr>
            <p:custDataLst>
              <p:tags r:id="rId7"/>
            </p:custDataLst>
          </p:nvPr>
        </p:nvSpPr>
        <p:spPr>
          <a:xfrm>
            <a:off x="8245220" y="1644067"/>
            <a:ext cx="3186200" cy="370416"/>
          </a:xfrm>
          <a:prstGeom prst="rect">
            <a:avLst/>
          </a:prstGeom>
          <a:noFill/>
        </p:spPr>
        <p:txBody>
          <a:bodyPr wrap="square" lIns="0" tIns="0" rIns="0" bIns="0" rtlCol="0" anchor="b" anchorCtr="0">
            <a:noAutofit/>
          </a:bodyPr>
          <a:p>
            <a:pPr>
              <a:spcBef>
                <a:spcPct val="0"/>
              </a:spcBef>
              <a:spcAft>
                <a:spcPct val="0"/>
              </a:spcAft>
            </a:pPr>
            <a:r>
              <a:rPr lang="zh-CN" altLang="en-US" sz="2000" b="1" kern="0">
                <a:solidFill>
                  <a:schemeClr val="accent1"/>
                </a:solidFill>
                <a:latin typeface="+mn-ea"/>
                <a:cs typeface="+mn-ea"/>
              </a:rPr>
              <a:t>灰色的沉稳象征</a:t>
            </a:r>
            <a:endParaRPr lang="zh-CN" altLang="en-US" sz="2000" b="1" kern="0">
              <a:solidFill>
                <a:schemeClr val="accent1"/>
              </a:solidFill>
              <a:latin typeface="+mn-ea"/>
              <a:cs typeface="+mn-ea"/>
            </a:endParaRPr>
          </a:p>
        </p:txBody>
      </p:sp>
      <p:sp>
        <p:nvSpPr>
          <p:cNvPr id="20" name="矩形 19"/>
          <p:cNvSpPr/>
          <p:nvPr>
            <p:custDataLst>
              <p:tags r:id="rId8"/>
            </p:custDataLst>
          </p:nvPr>
        </p:nvSpPr>
        <p:spPr>
          <a:xfrm>
            <a:off x="758987" y="2105810"/>
            <a:ext cx="3186200" cy="1762668"/>
          </a:xfrm>
          <a:prstGeom prst="rect">
            <a:avLst/>
          </a:prstGeom>
        </p:spPr>
        <p:txBody>
          <a:bodyPr wrap="square" lIns="0" tIns="0" rIns="0" bIns="0">
            <a:noAutofit/>
          </a:bodyPr>
          <a:p>
            <a:pPr algn="r">
              <a:lnSpc>
                <a:spcPct val="130000"/>
              </a:lnSpc>
              <a:spcBef>
                <a:spcPct val="0"/>
              </a:spcBef>
              <a:spcAft>
                <a:spcPct val="0"/>
              </a:spcAft>
            </a:pPr>
            <a:r>
              <a:rPr lang="zh-CN" altLang="en-US" sz="1200" dirty="0">
                <a:solidFill>
                  <a:schemeClr val="tx1">
                    <a:lumMod val="85000"/>
                    <a:lumOff val="15000"/>
                  </a:schemeClr>
                </a:solidFill>
                <a:latin typeface="+mn-ea"/>
                <a:cs typeface="+mn-ea"/>
              </a:rPr>
              <a:t>红色在建筑中象征着革命的激情与热血。在武汉辛亥革命博物馆的红灰双翼造型里，红色部分寓意着辛亥革命时期革命党人如火般的热情和为理想不惜牺牲的精神。就像1911年武昌起义中，革命党人怀着炽热的爱国之心，毅然打响了推翻封建统治的第一枪。</a:t>
            </a:r>
            <a:endParaRPr lang="zh-CN" altLang="en-US" sz="1200" dirty="0">
              <a:solidFill>
                <a:schemeClr val="tx1">
                  <a:lumMod val="85000"/>
                  <a:lumOff val="15000"/>
                </a:schemeClr>
              </a:solidFill>
              <a:latin typeface="+mn-ea"/>
              <a:cs typeface="+mn-ea"/>
            </a:endParaRPr>
          </a:p>
        </p:txBody>
      </p:sp>
      <p:sp>
        <p:nvSpPr>
          <p:cNvPr id="21" name="矩形 20"/>
          <p:cNvSpPr/>
          <p:nvPr>
            <p:custDataLst>
              <p:tags r:id="rId9"/>
            </p:custDataLst>
          </p:nvPr>
        </p:nvSpPr>
        <p:spPr>
          <a:xfrm>
            <a:off x="758987" y="1644067"/>
            <a:ext cx="3186200" cy="370416"/>
          </a:xfrm>
          <a:prstGeom prst="rect">
            <a:avLst/>
          </a:prstGeom>
          <a:noFill/>
        </p:spPr>
        <p:txBody>
          <a:bodyPr wrap="square" lIns="0" tIns="0" rIns="0" bIns="0" rtlCol="0" anchor="b" anchorCtr="0">
            <a:noAutofit/>
          </a:bodyPr>
          <a:p>
            <a:pPr algn="r">
              <a:spcBef>
                <a:spcPct val="0"/>
              </a:spcBef>
              <a:spcAft>
                <a:spcPct val="0"/>
              </a:spcAft>
            </a:pPr>
            <a:r>
              <a:rPr lang="zh-CN" altLang="en-US" sz="2000" b="1" kern="0">
                <a:solidFill>
                  <a:schemeClr val="accent1"/>
                </a:solidFill>
                <a:latin typeface="+mn-ea"/>
                <a:cs typeface="+mn-ea"/>
              </a:rPr>
              <a:t>红色的激情寓意</a:t>
            </a:r>
            <a:endParaRPr lang="zh-CN" altLang="en-US" sz="2000" b="1" kern="0">
              <a:solidFill>
                <a:schemeClr val="accent1"/>
              </a:solidFill>
              <a:latin typeface="+mn-ea"/>
              <a:cs typeface="+mn-ea"/>
            </a:endParaRPr>
          </a:p>
        </p:txBody>
      </p:sp>
      <p:sp>
        <p:nvSpPr>
          <p:cNvPr id="22" name="椭圆 21"/>
          <p:cNvSpPr/>
          <p:nvPr>
            <p:custDataLst>
              <p:tags r:id="rId10"/>
            </p:custDataLst>
          </p:nvPr>
        </p:nvSpPr>
        <p:spPr>
          <a:xfrm rot="10800000">
            <a:off x="5167574" y="3015245"/>
            <a:ext cx="1898701" cy="1898701"/>
          </a:xfrm>
          <a:prstGeom prst="ellipse">
            <a:avLst/>
          </a:prstGeom>
          <a:solidFill>
            <a:schemeClr val="accent1">
              <a:alpha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4" name="图片 4" descr="343439383331313b343532303032303bb8f6c8cbd0c5cfa2"/>
          <p:cNvPicPr>
            <a:picLocks noChangeAspect="1"/>
          </p:cNvPicPr>
          <p:nvPr>
            <p:custDataLst>
              <p:tags r:id="rId11"/>
            </p:custDataLst>
          </p:nvPr>
        </p:nvPicPr>
        <p:blipFill>
          <a:blip r:embed="rId12">
            <a:extLst>
              <a:ext uri="{96DAC541-7B7A-43D3-8B79-37D633B846F1}">
                <asvg:svgBlip xmlns:asvg="http://schemas.microsoft.com/office/drawing/2016/SVG/main" r:embed="rId13"/>
              </a:ext>
            </a:extLst>
          </a:blip>
          <a:stretch>
            <a:fillRect/>
          </a:stretch>
        </p:blipFill>
        <p:spPr>
          <a:xfrm>
            <a:off x="6698414" y="2428327"/>
            <a:ext cx="391033" cy="391033"/>
          </a:xfrm>
          <a:prstGeom prst="rect">
            <a:avLst/>
          </a:prstGeom>
        </p:spPr>
      </p:pic>
      <p:pic>
        <p:nvPicPr>
          <p:cNvPr id="25" name="图片 3" descr="343439383331313b343532303031393bd2b5bca8b9dcc0ed"/>
          <p:cNvPicPr>
            <a:picLocks noChangeAspect="1"/>
          </p:cNvPicPr>
          <p:nvPr>
            <p:custDataLst>
              <p:tags r:id="rId14"/>
            </p:custDataLst>
          </p:nvPr>
        </p:nvPicPr>
        <p:blipFill>
          <a:blip r:embed="rId15">
            <a:extLst>
              <a:ext uri="{96DAC541-7B7A-43D3-8B79-37D633B846F1}">
                <asvg:svgBlip xmlns:asvg="http://schemas.microsoft.com/office/drawing/2016/SVG/main" r:embed="rId16"/>
              </a:ext>
            </a:extLst>
          </a:blip>
          <a:stretch>
            <a:fillRect/>
          </a:stretch>
        </p:blipFill>
        <p:spPr>
          <a:xfrm>
            <a:off x="5099878" y="2425134"/>
            <a:ext cx="398275" cy="398275"/>
          </a:xfrm>
          <a:prstGeom prst="rect">
            <a:avLst/>
          </a:prstGeom>
        </p:spPr>
      </p:pic>
      <p:pic>
        <p:nvPicPr>
          <p:cNvPr id="26" name="图片 7" descr="343439383331313b343532303032333bc6f3d2b5bcf2bde9"/>
          <p:cNvPicPr>
            <a:picLocks noChangeAspect="1"/>
          </p:cNvPicPr>
          <p:nvPr>
            <p:custDataLst>
              <p:tags r:id="rId17"/>
            </p:custDataLst>
          </p:nvPr>
        </p:nvPicPr>
        <p:blipFill>
          <a:blip r:embed="rId18">
            <a:extLst>
              <a:ext uri="{96DAC541-7B7A-43D3-8B79-37D633B846F1}">
                <asvg:svgBlip xmlns:asvg="http://schemas.microsoft.com/office/drawing/2016/SVG/main" r:embed="rId19"/>
              </a:ext>
            </a:extLst>
          </a:blip>
          <a:stretch>
            <a:fillRect/>
          </a:stretch>
        </p:blipFill>
        <p:spPr>
          <a:xfrm>
            <a:off x="5921179" y="3768850"/>
            <a:ext cx="391034" cy="391034"/>
          </a:xfrm>
          <a:prstGeom prst="rect">
            <a:avLst/>
          </a:prstGeom>
        </p:spPr>
      </p:pic>
    </p:spTree>
    <p:custDataLst>
      <p:tags r:id="rId20"/>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zh-CN" altLang="en-US"/>
              <a:t>常设展览的三维叙事</a:t>
            </a:r>
            <a:endParaRPr lang="zh-CN" altLang="en-US"/>
          </a:p>
        </p:txBody>
      </p:sp>
      <p:sp>
        <p:nvSpPr>
          <p:cNvPr id="3" name="任意多边形: 形状 8"/>
          <p:cNvSpPr>
            <a:spLocks noChangeAspect="1"/>
          </p:cNvSpPr>
          <p:nvPr>
            <p:custDataLst>
              <p:tags r:id="rId2"/>
            </p:custDataLst>
          </p:nvPr>
        </p:nvSpPr>
        <p:spPr>
          <a:xfrm>
            <a:off x="-13319" y="2417575"/>
            <a:ext cx="12205936" cy="4440691"/>
          </a:xfrm>
          <a:custGeom>
            <a:avLst/>
            <a:gdLst>
              <a:gd name="connsiteX0" fmla="*/ 0 w 12205318"/>
              <a:gd name="connsiteY0" fmla="*/ 0 h 4440466"/>
              <a:gd name="connsiteX1" fmla="*/ 1378933 w 12205318"/>
              <a:gd name="connsiteY1" fmla="*/ 0 h 4440466"/>
              <a:gd name="connsiteX2" fmla="*/ 1388136 w 12205318"/>
              <a:gd name="connsiteY2" fmla="*/ 60299 h 4440466"/>
              <a:gd name="connsiteX3" fmla="*/ 2146411 w 12205318"/>
              <a:gd name="connsiteY3" fmla="*/ 678311 h 4440466"/>
              <a:gd name="connsiteX4" fmla="*/ 2904686 w 12205318"/>
              <a:gd name="connsiteY4" fmla="*/ 60299 h 4440466"/>
              <a:gd name="connsiteX5" fmla="*/ 2913889 w 12205318"/>
              <a:gd name="connsiteY5" fmla="*/ 0 h 4440466"/>
              <a:gd name="connsiteX6" fmla="*/ 5341841 w 12205318"/>
              <a:gd name="connsiteY6" fmla="*/ 0 h 4440466"/>
              <a:gd name="connsiteX7" fmla="*/ 5351044 w 12205318"/>
              <a:gd name="connsiteY7" fmla="*/ 60299 h 4440466"/>
              <a:gd name="connsiteX8" fmla="*/ 6109319 w 12205318"/>
              <a:gd name="connsiteY8" fmla="*/ 678311 h 4440466"/>
              <a:gd name="connsiteX9" fmla="*/ 6867594 w 12205318"/>
              <a:gd name="connsiteY9" fmla="*/ 60299 h 4440466"/>
              <a:gd name="connsiteX10" fmla="*/ 6876797 w 12205318"/>
              <a:gd name="connsiteY10" fmla="*/ 0 h 4440466"/>
              <a:gd name="connsiteX11" fmla="*/ 9304749 w 12205318"/>
              <a:gd name="connsiteY11" fmla="*/ 0 h 4440466"/>
              <a:gd name="connsiteX12" fmla="*/ 9313952 w 12205318"/>
              <a:gd name="connsiteY12" fmla="*/ 60299 h 4440466"/>
              <a:gd name="connsiteX13" fmla="*/ 10072227 w 12205318"/>
              <a:gd name="connsiteY13" fmla="*/ 678311 h 4440466"/>
              <a:gd name="connsiteX14" fmla="*/ 10830502 w 12205318"/>
              <a:gd name="connsiteY14" fmla="*/ 60299 h 4440466"/>
              <a:gd name="connsiteX15" fmla="*/ 10839705 w 12205318"/>
              <a:gd name="connsiteY15" fmla="*/ 0 h 4440466"/>
              <a:gd name="connsiteX16" fmla="*/ 12205318 w 12205318"/>
              <a:gd name="connsiteY16" fmla="*/ 0 h 4440466"/>
              <a:gd name="connsiteX17" fmla="*/ 12205318 w 12205318"/>
              <a:gd name="connsiteY17" fmla="*/ 4440466 h 4440466"/>
              <a:gd name="connsiteX18" fmla="*/ 0 w 12205318"/>
              <a:gd name="connsiteY18" fmla="*/ 4440466 h 4440466"/>
              <a:gd name="connsiteX19" fmla="*/ 0 w 12205318"/>
              <a:gd name="connsiteY19" fmla="*/ 0 h 4440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2205318" h="4440466">
                <a:moveTo>
                  <a:pt x="0" y="0"/>
                </a:moveTo>
                <a:lnTo>
                  <a:pt x="1378933" y="0"/>
                </a:lnTo>
                <a:lnTo>
                  <a:pt x="1388136" y="60299"/>
                </a:lnTo>
                <a:cubicBezTo>
                  <a:pt x="1460309" y="412998"/>
                  <a:pt x="1772377" y="678311"/>
                  <a:pt x="2146411" y="678311"/>
                </a:cubicBezTo>
                <a:cubicBezTo>
                  <a:pt x="2520446" y="678311"/>
                  <a:pt x="2832514" y="412998"/>
                  <a:pt x="2904686" y="60299"/>
                </a:cubicBezTo>
                <a:lnTo>
                  <a:pt x="2913889" y="0"/>
                </a:lnTo>
                <a:lnTo>
                  <a:pt x="5341841" y="0"/>
                </a:lnTo>
                <a:lnTo>
                  <a:pt x="5351044" y="60299"/>
                </a:lnTo>
                <a:cubicBezTo>
                  <a:pt x="5423217" y="412998"/>
                  <a:pt x="5735285" y="678311"/>
                  <a:pt x="6109319" y="678311"/>
                </a:cubicBezTo>
                <a:cubicBezTo>
                  <a:pt x="6483354" y="678311"/>
                  <a:pt x="6795422" y="412998"/>
                  <a:pt x="6867594" y="60299"/>
                </a:cubicBezTo>
                <a:lnTo>
                  <a:pt x="6876797" y="0"/>
                </a:lnTo>
                <a:lnTo>
                  <a:pt x="9304749" y="0"/>
                </a:lnTo>
                <a:lnTo>
                  <a:pt x="9313952" y="60299"/>
                </a:lnTo>
                <a:cubicBezTo>
                  <a:pt x="9386125" y="412998"/>
                  <a:pt x="9698193" y="678311"/>
                  <a:pt x="10072227" y="678311"/>
                </a:cubicBezTo>
                <a:cubicBezTo>
                  <a:pt x="10446261" y="678311"/>
                  <a:pt x="10758329" y="412998"/>
                  <a:pt x="10830502" y="60299"/>
                </a:cubicBezTo>
                <a:lnTo>
                  <a:pt x="10839705" y="0"/>
                </a:lnTo>
                <a:lnTo>
                  <a:pt x="12205318" y="0"/>
                </a:lnTo>
                <a:lnTo>
                  <a:pt x="12205318" y="4440466"/>
                </a:lnTo>
                <a:lnTo>
                  <a:pt x="0" y="4440466"/>
                </a:lnTo>
                <a:lnTo>
                  <a:pt x="0" y="0"/>
                </a:lnTo>
                <a:close/>
              </a:path>
            </a:pathLst>
          </a:custGeom>
          <a:gradFill>
            <a:gsLst>
              <a:gs pos="0">
                <a:schemeClr val="accent1"/>
              </a:gs>
              <a:gs pos="100000">
                <a:schemeClr val="accent1">
                  <a:alpha val="80000"/>
                </a:schemeClr>
              </a:gs>
            </a:gsLst>
            <a:lin ang="14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4" name="矩形 3"/>
          <p:cNvSpPr/>
          <p:nvPr>
            <p:custDataLst>
              <p:tags r:id="rId3"/>
            </p:custDataLst>
          </p:nvPr>
        </p:nvSpPr>
        <p:spPr>
          <a:xfrm>
            <a:off x="8405302" y="3864178"/>
            <a:ext cx="3308627" cy="2599572"/>
          </a:xfrm>
          <a:prstGeom prst="rect">
            <a:avLst/>
          </a:prstGeom>
        </p:spPr>
        <p:txBody>
          <a:bodyPr wrap="square" lIns="0" tIns="0" rIns="0" bIns="0" anchor="t" anchorCtr="0">
            <a:noAutofit/>
          </a:bodyPr>
          <a:p>
            <a:pPr algn="just">
              <a:lnSpc>
                <a:spcPct val="140000"/>
              </a:lnSpc>
              <a:spcBef>
                <a:spcPct val="0"/>
              </a:spcBef>
              <a:spcAft>
                <a:spcPct val="0"/>
              </a:spcAft>
            </a:pPr>
            <a:r>
              <a:rPr lang="zh-CN" altLang="en-US" sz="1600">
                <a:solidFill>
                  <a:srgbClr val="FFFFFF"/>
                </a:solidFill>
                <a:latin typeface="+mn-ea"/>
                <a:cs typeface="+mn-ea"/>
                <a:sym typeface="+mn-ea"/>
              </a:rPr>
              <a:t>第三板块“民国建立与影响”，详细介绍了辛亥革命后中华民国的建立及其对中国社会产生的深远影响。辛亥革命推翻了清朝的封建统治，结束了中国两千多年的封建帝制，建立了亚洲第一个民主共和国，使民主共和的观念深入人心，为中国的近代化进程开辟了道路。</a:t>
            </a:r>
            <a:endParaRPr lang="zh-CN" altLang="en-US" sz="1600">
              <a:solidFill>
                <a:srgbClr val="FFFFFF"/>
              </a:solidFill>
              <a:latin typeface="+mn-ea"/>
              <a:cs typeface="+mn-ea"/>
              <a:sym typeface="+mn-ea"/>
            </a:endParaRPr>
          </a:p>
        </p:txBody>
      </p:sp>
      <p:sp>
        <p:nvSpPr>
          <p:cNvPr id="5" name="矩形 4"/>
          <p:cNvSpPr/>
          <p:nvPr>
            <p:custDataLst>
              <p:tags r:id="rId4"/>
            </p:custDataLst>
          </p:nvPr>
        </p:nvSpPr>
        <p:spPr>
          <a:xfrm>
            <a:off x="8405302" y="3217080"/>
            <a:ext cx="3308627" cy="581086"/>
          </a:xfrm>
          <a:prstGeom prst="rect">
            <a:avLst/>
          </a:prstGeom>
        </p:spPr>
        <p:txBody>
          <a:bodyPr wrap="square" anchor="b" anchorCtr="0">
            <a:noAutofit/>
          </a:bodyPr>
          <a:p>
            <a:pPr algn="ctr">
              <a:spcBef>
                <a:spcPct val="0"/>
              </a:spcBef>
              <a:spcAft>
                <a:spcPct val="0"/>
              </a:spcAft>
            </a:pPr>
            <a:r>
              <a:rPr lang="zh-CN" altLang="en-US" sz="2400" b="1">
                <a:solidFill>
                  <a:srgbClr val="FFFFFF"/>
                </a:solidFill>
                <a:latin typeface="+mn-ea"/>
                <a:cs typeface="+mn-ea"/>
              </a:rPr>
              <a:t>历史影响的揭示</a:t>
            </a:r>
            <a:endParaRPr lang="zh-CN" altLang="en-US" sz="2400" b="1">
              <a:solidFill>
                <a:srgbClr val="FFFFFF"/>
              </a:solidFill>
              <a:latin typeface="+mn-ea"/>
              <a:cs typeface="+mn-ea"/>
            </a:endParaRPr>
          </a:p>
        </p:txBody>
      </p:sp>
      <p:sp>
        <p:nvSpPr>
          <p:cNvPr id="16" name="椭圆 15"/>
          <p:cNvSpPr>
            <a:spLocks noChangeAspect="1"/>
          </p:cNvSpPr>
          <p:nvPr>
            <p:custDataLst>
              <p:tags r:id="rId5"/>
            </p:custDataLst>
          </p:nvPr>
        </p:nvSpPr>
        <p:spPr>
          <a:xfrm>
            <a:off x="9501368" y="1751426"/>
            <a:ext cx="1116056" cy="1116056"/>
          </a:xfrm>
          <a:prstGeom prst="ellipse">
            <a:avLst/>
          </a:prstGeom>
          <a:noFill/>
          <a:ln w="31750">
            <a:solidFill>
              <a:schemeClr val="accent1">
                <a:alpha val="8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7" name="矩形 16"/>
          <p:cNvSpPr/>
          <p:nvPr>
            <p:custDataLst>
              <p:tags r:id="rId6"/>
            </p:custDataLst>
          </p:nvPr>
        </p:nvSpPr>
        <p:spPr>
          <a:xfrm>
            <a:off x="478831" y="3864178"/>
            <a:ext cx="3308627" cy="2599572"/>
          </a:xfrm>
          <a:prstGeom prst="rect">
            <a:avLst/>
          </a:prstGeom>
        </p:spPr>
        <p:txBody>
          <a:bodyPr wrap="square" lIns="0" tIns="0" rIns="0" bIns="0" anchor="t" anchorCtr="0">
            <a:noAutofit/>
          </a:bodyPr>
          <a:p>
            <a:pPr algn="just">
              <a:lnSpc>
                <a:spcPct val="140000"/>
              </a:lnSpc>
              <a:spcBef>
                <a:spcPct val="0"/>
              </a:spcBef>
              <a:spcAft>
                <a:spcPct val="0"/>
              </a:spcAft>
            </a:pPr>
            <a:r>
              <a:rPr lang="zh-CN" altLang="en-US" sz="1600">
                <a:solidFill>
                  <a:srgbClr val="FFFFFF"/>
                </a:solidFill>
                <a:latin typeface="+mn-ea"/>
                <a:cs typeface="+mn-ea"/>
              </a:rPr>
              <a:t>《共和之基》展览的第一板块“晚清中国社会”，通过大量历史文物和图片资料，展现了晚清时期中国社会的政治腐败、经济落后、文化保守等状况。如1840年鸦片战争后，中国签订了一系列不平等条约，国家主权丧失，民族危机加深，这为辛亥革命的爆发埋下了伏笔。</a:t>
            </a:r>
            <a:endParaRPr lang="zh-CN" altLang="en-US" sz="1600">
              <a:solidFill>
                <a:srgbClr val="FFFFFF"/>
              </a:solidFill>
              <a:latin typeface="+mn-ea"/>
              <a:cs typeface="+mn-ea"/>
            </a:endParaRPr>
          </a:p>
        </p:txBody>
      </p:sp>
      <p:sp>
        <p:nvSpPr>
          <p:cNvPr id="18" name="矩形 17"/>
          <p:cNvSpPr/>
          <p:nvPr>
            <p:custDataLst>
              <p:tags r:id="rId7"/>
            </p:custDataLst>
          </p:nvPr>
        </p:nvSpPr>
        <p:spPr>
          <a:xfrm>
            <a:off x="478831" y="3217080"/>
            <a:ext cx="3308627" cy="581086"/>
          </a:xfrm>
          <a:prstGeom prst="rect">
            <a:avLst/>
          </a:prstGeom>
        </p:spPr>
        <p:txBody>
          <a:bodyPr wrap="square" anchor="b" anchorCtr="0">
            <a:noAutofit/>
          </a:bodyPr>
          <a:p>
            <a:pPr algn="ctr">
              <a:spcBef>
                <a:spcPct val="0"/>
              </a:spcBef>
              <a:spcAft>
                <a:spcPct val="0"/>
              </a:spcAft>
            </a:pPr>
            <a:r>
              <a:rPr lang="zh-CN" altLang="en-US" sz="2400" b="1">
                <a:solidFill>
                  <a:srgbClr val="FFFFFF"/>
                </a:solidFill>
                <a:latin typeface="+mn-ea"/>
                <a:cs typeface="+mn-ea"/>
              </a:rPr>
              <a:t>社会背景的铺陈</a:t>
            </a:r>
            <a:endParaRPr lang="zh-CN" altLang="en-US" sz="2400" b="1">
              <a:solidFill>
                <a:srgbClr val="FFFFFF"/>
              </a:solidFill>
              <a:latin typeface="+mn-ea"/>
              <a:cs typeface="+mn-ea"/>
            </a:endParaRPr>
          </a:p>
        </p:txBody>
      </p:sp>
      <p:sp>
        <p:nvSpPr>
          <p:cNvPr id="19" name="椭圆 18"/>
          <p:cNvSpPr>
            <a:spLocks noChangeAspect="1"/>
          </p:cNvSpPr>
          <p:nvPr>
            <p:custDataLst>
              <p:tags r:id="rId8"/>
            </p:custDataLst>
          </p:nvPr>
        </p:nvSpPr>
        <p:spPr>
          <a:xfrm>
            <a:off x="1574896" y="1751426"/>
            <a:ext cx="1116056" cy="1116056"/>
          </a:xfrm>
          <a:prstGeom prst="ellipse">
            <a:avLst/>
          </a:prstGeom>
          <a:noFill/>
          <a:ln w="31750">
            <a:solidFill>
              <a:schemeClr val="accent1">
                <a:alpha val="8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0" name="矩形 19"/>
          <p:cNvSpPr/>
          <p:nvPr>
            <p:custDataLst>
              <p:tags r:id="rId9"/>
            </p:custDataLst>
          </p:nvPr>
        </p:nvSpPr>
        <p:spPr>
          <a:xfrm>
            <a:off x="4442067" y="3864178"/>
            <a:ext cx="3308627" cy="2599572"/>
          </a:xfrm>
          <a:prstGeom prst="rect">
            <a:avLst/>
          </a:prstGeom>
        </p:spPr>
        <p:txBody>
          <a:bodyPr wrap="square" lIns="0" tIns="0" rIns="0" bIns="0" anchor="t" anchorCtr="0">
            <a:noAutofit/>
          </a:bodyPr>
          <a:p>
            <a:pPr algn="just">
              <a:lnSpc>
                <a:spcPct val="140000"/>
              </a:lnSpc>
              <a:spcBef>
                <a:spcPct val="0"/>
              </a:spcBef>
              <a:spcAft>
                <a:spcPct val="0"/>
              </a:spcAft>
            </a:pPr>
            <a:r>
              <a:rPr lang="zh-CN" altLang="en-US" sz="1600">
                <a:solidFill>
                  <a:srgbClr val="FFFFFF"/>
                </a:solidFill>
                <a:latin typeface="+mn-ea"/>
                <a:cs typeface="+mn-ea"/>
              </a:rPr>
              <a:t>第二板块“武昌起义全过程”，运用多媒体展示、场景复原等现代科技手段，生动再现了武昌起义的爆发、发展和胜利的全过程。从1911年10月10日武昌新军中革命党人打响第一枪，到起义军迅速占领武昌城，再到汉阳、汉口相继光复，让观众仿佛置身于那个波澜壮阔的历史时刻。</a:t>
            </a:r>
            <a:endParaRPr lang="zh-CN" altLang="en-US" sz="1600">
              <a:solidFill>
                <a:srgbClr val="FFFFFF"/>
              </a:solidFill>
              <a:latin typeface="+mn-ea"/>
              <a:cs typeface="+mn-ea"/>
            </a:endParaRPr>
          </a:p>
        </p:txBody>
      </p:sp>
      <p:sp>
        <p:nvSpPr>
          <p:cNvPr id="21" name="矩形 20"/>
          <p:cNvSpPr/>
          <p:nvPr>
            <p:custDataLst>
              <p:tags r:id="rId10"/>
            </p:custDataLst>
          </p:nvPr>
        </p:nvSpPr>
        <p:spPr>
          <a:xfrm>
            <a:off x="4442067" y="3217080"/>
            <a:ext cx="3308627" cy="581086"/>
          </a:xfrm>
          <a:prstGeom prst="rect">
            <a:avLst/>
          </a:prstGeom>
        </p:spPr>
        <p:txBody>
          <a:bodyPr wrap="square" anchor="b" anchorCtr="0">
            <a:noAutofit/>
          </a:bodyPr>
          <a:p>
            <a:pPr algn="ctr">
              <a:spcBef>
                <a:spcPct val="0"/>
              </a:spcBef>
              <a:spcAft>
                <a:spcPct val="0"/>
              </a:spcAft>
            </a:pPr>
            <a:r>
              <a:rPr lang="zh-CN" altLang="en-US" sz="2400" b="1">
                <a:solidFill>
                  <a:srgbClr val="FFFFFF"/>
                </a:solidFill>
                <a:latin typeface="+mn-ea"/>
                <a:cs typeface="+mn-ea"/>
              </a:rPr>
              <a:t>事件进程的呈现</a:t>
            </a:r>
            <a:endParaRPr lang="zh-CN" altLang="en-US" sz="2400" b="1">
              <a:solidFill>
                <a:srgbClr val="FFFFFF"/>
              </a:solidFill>
              <a:latin typeface="+mn-ea"/>
              <a:cs typeface="+mn-ea"/>
            </a:endParaRPr>
          </a:p>
        </p:txBody>
      </p:sp>
      <p:pic>
        <p:nvPicPr>
          <p:cNvPr id="22" name="图片 3" descr="343439383331313b343532303031393bd2b5bca8b9dcc0ed"/>
          <p:cNvPicPr>
            <a:picLocks noChangeAspect="1"/>
          </p:cNvPicPr>
          <p:nvPr>
            <p:custDataLst>
              <p:tags r:id="rId11"/>
            </p:custDataLst>
          </p:nvPr>
        </p:nvPicPr>
        <p:blipFill>
          <a:blip r:embed="rId12">
            <a:extLst>
              <a:ext uri="{96DAC541-7B7A-43D3-8B79-37D633B846F1}">
                <asvg:svgBlip xmlns:asvg="http://schemas.microsoft.com/office/drawing/2016/SVG/main" r:embed="rId13"/>
              </a:ext>
            </a:extLst>
          </a:blip>
          <a:stretch>
            <a:fillRect/>
          </a:stretch>
        </p:blipFill>
        <p:spPr>
          <a:xfrm>
            <a:off x="1934960" y="2111489"/>
            <a:ext cx="396020" cy="396020"/>
          </a:xfrm>
          <a:prstGeom prst="rect">
            <a:avLst/>
          </a:prstGeom>
        </p:spPr>
      </p:pic>
      <p:sp>
        <p:nvSpPr>
          <p:cNvPr id="23" name="椭圆 22"/>
          <p:cNvSpPr>
            <a:spLocks noChangeAspect="1"/>
          </p:cNvSpPr>
          <p:nvPr>
            <p:custDataLst>
              <p:tags r:id="rId14"/>
            </p:custDataLst>
          </p:nvPr>
        </p:nvSpPr>
        <p:spPr>
          <a:xfrm>
            <a:off x="5538132" y="1751426"/>
            <a:ext cx="1116056" cy="1116056"/>
          </a:xfrm>
          <a:prstGeom prst="ellipse">
            <a:avLst/>
          </a:prstGeom>
          <a:noFill/>
          <a:ln w="31750">
            <a:solidFill>
              <a:schemeClr val="accent1">
                <a:alpha val="8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4" name="图片 4" descr="343439383331313b343532303032303bb8f6c8cbd0c5cfa2"/>
          <p:cNvPicPr>
            <a:picLocks noChangeAspect="1"/>
          </p:cNvPicPr>
          <p:nvPr>
            <p:custDataLst>
              <p:tags r:id="rId15"/>
            </p:custDataLst>
          </p:nvPr>
        </p:nvPicPr>
        <p:blipFill>
          <a:blip r:embed="rId16">
            <a:extLst>
              <a:ext uri="{96DAC541-7B7A-43D3-8B79-37D633B846F1}">
                <asvg:svgBlip xmlns:asvg="http://schemas.microsoft.com/office/drawing/2016/SVG/main" r:embed="rId17"/>
              </a:ext>
            </a:extLst>
          </a:blip>
          <a:stretch>
            <a:fillRect/>
          </a:stretch>
        </p:blipFill>
        <p:spPr>
          <a:xfrm>
            <a:off x="5898195" y="2111489"/>
            <a:ext cx="396020" cy="396020"/>
          </a:xfrm>
          <a:prstGeom prst="rect">
            <a:avLst/>
          </a:prstGeom>
        </p:spPr>
      </p:pic>
      <p:pic>
        <p:nvPicPr>
          <p:cNvPr id="25" name="图片 11" descr="343435383038363b343532323339353bb6d4bbb0b9b5cda8"/>
          <p:cNvPicPr>
            <a:picLocks noChangeAspect="1"/>
          </p:cNvPicPr>
          <p:nvPr>
            <p:custDataLst>
              <p:tags r:id="rId18"/>
            </p:custDataLst>
          </p:nvPr>
        </p:nvPicPr>
        <p:blipFill>
          <a:blip r:embed="rId19">
            <a:extLst>
              <a:ext uri="{96DAC541-7B7A-43D3-8B79-37D633B846F1}">
                <asvg:svgBlip xmlns:asvg="http://schemas.microsoft.com/office/drawing/2016/SVG/main" r:embed="rId20"/>
              </a:ext>
            </a:extLst>
          </a:blip>
          <a:stretch>
            <a:fillRect/>
          </a:stretch>
        </p:blipFill>
        <p:spPr>
          <a:xfrm>
            <a:off x="9861431" y="2111489"/>
            <a:ext cx="396020" cy="396020"/>
          </a:xfrm>
          <a:prstGeom prst="rect">
            <a:avLst/>
          </a:prstGeom>
        </p:spPr>
      </p:pic>
    </p:spTree>
    <p:custDataLst>
      <p:tags r:id="rId2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文物陈列的时空对话</a:t>
            </a:r>
            <a:endParaRPr lang="zh-CN" altLang="en-US"/>
          </a:p>
        </p:txBody>
      </p:sp>
      <p:sp>
        <p:nvSpPr>
          <p:cNvPr id="2" name="矩形 1"/>
          <p:cNvSpPr/>
          <p:nvPr>
            <p:custDataLst>
              <p:tags r:id="rId2"/>
            </p:custDataLst>
          </p:nvPr>
        </p:nvSpPr>
        <p:spPr>
          <a:xfrm>
            <a:off x="3337270" y="2334976"/>
            <a:ext cx="6280829" cy="882701"/>
          </a:xfrm>
          <a:prstGeom prst="rect">
            <a:avLst/>
          </a:prstGeom>
          <a:noFill/>
        </p:spPr>
        <p:txBody>
          <a:bodyPr wrap="square" lIns="0" tIns="0" rIns="0" bIns="0" rtlCol="0" anchor="t" anchorCtr="0">
            <a:noAutofit/>
          </a:bodyPr>
          <a:p>
            <a:pPr>
              <a:lnSpc>
                <a:spcPct val="150000"/>
              </a:lnSpc>
              <a:spcBef>
                <a:spcPct val="0"/>
              </a:spcBef>
              <a:spcAft>
                <a:spcPct val="0"/>
              </a:spcAft>
            </a:pPr>
            <a:r>
              <a:rPr lang="zh-CN" altLang="en-US" sz="1200">
                <a:ln>
                  <a:noFill/>
                  <a:prstDash val="sysDot"/>
                </a:ln>
                <a:solidFill>
                  <a:schemeClr val="tx1">
                    <a:lumMod val="85000"/>
                    <a:lumOff val="15000"/>
                  </a:schemeClr>
                </a:solidFill>
                <a:latin typeface="+mn-ea"/>
                <a:cs typeface="+mn-ea"/>
              </a:rPr>
              <a:t>孙中山手书“博爱”真迹体现了孙中山先生伟大的思想和高尚的情怀。“博爱”精神跨越时代，激励着后人追求民主、平等、博爱的社会理想。在当今社会，这种精神依然是构建和谐社会、促进人类和平发展的重要价值取向。</a:t>
            </a:r>
            <a:endParaRPr lang="zh-CN" altLang="en-US" sz="1200">
              <a:ln>
                <a:noFill/>
                <a:prstDash val="sysDot"/>
              </a:ln>
              <a:solidFill>
                <a:schemeClr val="tx1">
                  <a:lumMod val="85000"/>
                  <a:lumOff val="15000"/>
                </a:schemeClr>
              </a:solidFill>
              <a:latin typeface="+mn-ea"/>
              <a:cs typeface="+mn-ea"/>
            </a:endParaRPr>
          </a:p>
        </p:txBody>
      </p:sp>
      <p:sp>
        <p:nvSpPr>
          <p:cNvPr id="10" name="矩形 9"/>
          <p:cNvSpPr/>
          <p:nvPr>
            <p:custDataLst>
              <p:tags r:id="rId3"/>
            </p:custDataLst>
          </p:nvPr>
        </p:nvSpPr>
        <p:spPr>
          <a:xfrm>
            <a:off x="3337270" y="1918127"/>
            <a:ext cx="6280829" cy="369153"/>
          </a:xfrm>
          <a:prstGeom prst="rect">
            <a:avLst/>
          </a:prstGeom>
          <a:noFill/>
        </p:spPr>
        <p:txBody>
          <a:bodyPr wrap="square" lIns="0" tIns="0" rIns="0" bIns="0" rtlCol="0" anchor="b">
            <a:noAutofit/>
          </a:bodyPr>
          <a:p>
            <a:pPr>
              <a:spcBef>
                <a:spcPct val="0"/>
              </a:spcBef>
              <a:spcAft>
                <a:spcPct val="0"/>
              </a:spcAft>
              <a:buClr>
                <a:schemeClr val="accent1"/>
              </a:buClr>
              <a:buSzPct val="70000"/>
            </a:pPr>
            <a:r>
              <a:rPr lang="zh-CN" altLang="en-US" b="1">
                <a:solidFill>
                  <a:schemeClr val="accent1"/>
                </a:solidFill>
                <a:latin typeface="+mn-ea"/>
                <a:cs typeface="+mn-ea"/>
              </a:rPr>
              <a:t>孙中山手书“博爱”的精神传承</a:t>
            </a:r>
            <a:endParaRPr lang="zh-CN" altLang="en-US" b="1">
              <a:solidFill>
                <a:schemeClr val="accent1"/>
              </a:solidFill>
              <a:latin typeface="+mn-ea"/>
              <a:cs typeface="+mn-ea"/>
            </a:endParaRPr>
          </a:p>
        </p:txBody>
      </p:sp>
      <p:sp>
        <p:nvSpPr>
          <p:cNvPr id="12" name="矩形 11"/>
          <p:cNvSpPr/>
          <p:nvPr>
            <p:custDataLst>
              <p:tags r:id="rId4"/>
            </p:custDataLst>
          </p:nvPr>
        </p:nvSpPr>
        <p:spPr>
          <a:xfrm>
            <a:off x="3337270" y="3767813"/>
            <a:ext cx="6280829" cy="882701"/>
          </a:xfrm>
          <a:prstGeom prst="rect">
            <a:avLst/>
          </a:prstGeom>
          <a:noFill/>
        </p:spPr>
        <p:txBody>
          <a:bodyPr wrap="square" lIns="0" tIns="0" rIns="0" bIns="0" rtlCol="0" anchor="t" anchorCtr="0">
            <a:noAutofit/>
          </a:bodyPr>
          <a:p>
            <a:pPr>
              <a:lnSpc>
                <a:spcPct val="150000"/>
              </a:lnSpc>
              <a:spcBef>
                <a:spcPct val="0"/>
              </a:spcBef>
              <a:spcAft>
                <a:spcPct val="0"/>
              </a:spcAft>
            </a:pPr>
            <a:r>
              <a:rPr lang="zh-CN" altLang="en-US" sz="1200">
                <a:ln>
                  <a:noFill/>
                  <a:prstDash val="sysDot"/>
                </a:ln>
                <a:solidFill>
                  <a:schemeClr val="tx1">
                    <a:lumMod val="85000"/>
                    <a:lumOff val="15000"/>
                  </a:schemeClr>
                </a:solidFill>
                <a:latin typeface="+mn-ea"/>
                <a:cs typeface="+mn-ea"/>
              </a:rPr>
              <a:t>首义十八星旗复制品象征着辛亥革命的火红激情和革命先辈们的英勇奋斗精神。它见证了武昌起义的伟大历史时刻，是辛亥革命的重要标志之一。看到这面旗帜，人们仿佛能感受到当年革命党人冲锋陷阵、奋勇杀敌的场景。</a:t>
            </a:r>
            <a:endParaRPr lang="zh-CN" altLang="en-US" sz="1200">
              <a:ln>
                <a:noFill/>
                <a:prstDash val="sysDot"/>
              </a:ln>
              <a:solidFill>
                <a:schemeClr val="tx1">
                  <a:lumMod val="85000"/>
                  <a:lumOff val="15000"/>
                </a:schemeClr>
              </a:solidFill>
              <a:latin typeface="+mn-ea"/>
              <a:cs typeface="+mn-ea"/>
            </a:endParaRPr>
          </a:p>
        </p:txBody>
      </p:sp>
      <p:sp>
        <p:nvSpPr>
          <p:cNvPr id="14" name="矩形 13"/>
          <p:cNvSpPr/>
          <p:nvPr>
            <p:custDataLst>
              <p:tags r:id="rId5"/>
            </p:custDataLst>
          </p:nvPr>
        </p:nvSpPr>
        <p:spPr>
          <a:xfrm>
            <a:off x="3337270" y="3350964"/>
            <a:ext cx="6280829" cy="369153"/>
          </a:xfrm>
          <a:prstGeom prst="rect">
            <a:avLst/>
          </a:prstGeom>
          <a:noFill/>
        </p:spPr>
        <p:txBody>
          <a:bodyPr wrap="square" lIns="0" tIns="0" rIns="0" bIns="0" rtlCol="0" anchor="b">
            <a:noAutofit/>
          </a:bodyPr>
          <a:p>
            <a:pPr>
              <a:spcBef>
                <a:spcPct val="0"/>
              </a:spcBef>
              <a:spcAft>
                <a:spcPct val="0"/>
              </a:spcAft>
              <a:buClr>
                <a:schemeClr val="accent1"/>
              </a:buClr>
              <a:buSzPct val="70000"/>
            </a:pPr>
            <a:r>
              <a:rPr lang="zh-CN" altLang="en-US" b="1">
                <a:solidFill>
                  <a:schemeClr val="accent1"/>
                </a:solidFill>
                <a:latin typeface="+mn-ea"/>
                <a:cs typeface="+mn-ea"/>
              </a:rPr>
              <a:t>首义十八星旗的历史见证</a:t>
            </a:r>
            <a:endParaRPr lang="zh-CN" altLang="en-US" b="1">
              <a:solidFill>
                <a:schemeClr val="accent1"/>
              </a:solidFill>
              <a:latin typeface="+mn-ea"/>
              <a:cs typeface="+mn-ea"/>
            </a:endParaRPr>
          </a:p>
        </p:txBody>
      </p:sp>
      <p:sp>
        <p:nvSpPr>
          <p:cNvPr id="15" name="矩形 14"/>
          <p:cNvSpPr/>
          <p:nvPr>
            <p:custDataLst>
              <p:tags r:id="rId6"/>
            </p:custDataLst>
          </p:nvPr>
        </p:nvSpPr>
        <p:spPr>
          <a:xfrm>
            <a:off x="3337270" y="5184316"/>
            <a:ext cx="6280829" cy="882701"/>
          </a:xfrm>
          <a:prstGeom prst="rect">
            <a:avLst/>
          </a:prstGeom>
          <a:noFill/>
        </p:spPr>
        <p:txBody>
          <a:bodyPr wrap="square" lIns="0" tIns="0" rIns="0" bIns="0" rtlCol="0" anchor="t" anchorCtr="0">
            <a:noAutofit/>
          </a:bodyPr>
          <a:p>
            <a:pPr>
              <a:lnSpc>
                <a:spcPct val="150000"/>
              </a:lnSpc>
              <a:spcBef>
                <a:spcPct val="0"/>
              </a:spcBef>
              <a:spcAft>
                <a:spcPct val="0"/>
              </a:spcAft>
            </a:pPr>
            <a:r>
              <a:rPr lang="zh-CN" altLang="en-US" sz="1200">
                <a:ln>
                  <a:noFill/>
                  <a:prstDash val="sysDot"/>
                </a:ln>
                <a:solidFill>
                  <a:schemeClr val="tx1">
                    <a:lumMod val="85000"/>
                    <a:lumOff val="15000"/>
                  </a:schemeClr>
                </a:solidFill>
                <a:latin typeface="+mn-ea"/>
                <a:cs typeface="+mn-ea"/>
              </a:rPr>
              <a:t>革命志士家书原件承载着革命先辈们对家人的思念和对革命事业的坚定信念。这些家书跨越时空，让我们感受到了革命先辈们的家国情怀和无私奉献精神。它们是连接过去与现在的情感纽带，激励着我们珍惜今天的幸福生活，为实现中华民族伟大复兴而努力奋斗。</a:t>
            </a:r>
            <a:endParaRPr lang="zh-CN" altLang="en-US" sz="1200">
              <a:ln>
                <a:noFill/>
                <a:prstDash val="sysDot"/>
              </a:ln>
              <a:solidFill>
                <a:schemeClr val="tx1">
                  <a:lumMod val="85000"/>
                  <a:lumOff val="15000"/>
                </a:schemeClr>
              </a:solidFill>
              <a:latin typeface="+mn-ea"/>
              <a:cs typeface="+mn-ea"/>
            </a:endParaRPr>
          </a:p>
        </p:txBody>
      </p:sp>
      <p:sp>
        <p:nvSpPr>
          <p:cNvPr id="16" name="矩形 15"/>
          <p:cNvSpPr/>
          <p:nvPr>
            <p:custDataLst>
              <p:tags r:id="rId7"/>
            </p:custDataLst>
          </p:nvPr>
        </p:nvSpPr>
        <p:spPr>
          <a:xfrm>
            <a:off x="3337270" y="4767467"/>
            <a:ext cx="6280829" cy="369153"/>
          </a:xfrm>
          <a:prstGeom prst="rect">
            <a:avLst/>
          </a:prstGeom>
          <a:noFill/>
        </p:spPr>
        <p:txBody>
          <a:bodyPr wrap="square" lIns="0" tIns="0" rIns="0" bIns="0" rtlCol="0" anchor="b">
            <a:noAutofit/>
          </a:bodyPr>
          <a:p>
            <a:pPr>
              <a:spcBef>
                <a:spcPct val="0"/>
              </a:spcBef>
              <a:spcAft>
                <a:spcPct val="0"/>
              </a:spcAft>
              <a:buClr>
                <a:schemeClr val="accent1"/>
              </a:buClr>
              <a:buSzPct val="70000"/>
            </a:pPr>
            <a:r>
              <a:rPr lang="zh-CN" altLang="en-US" b="1">
                <a:solidFill>
                  <a:schemeClr val="accent1"/>
                </a:solidFill>
                <a:latin typeface="+mn-ea"/>
                <a:cs typeface="+mn-ea"/>
              </a:rPr>
              <a:t>革命志士家书的情感纽带</a:t>
            </a:r>
            <a:endParaRPr lang="zh-CN" altLang="en-US" b="1">
              <a:solidFill>
                <a:schemeClr val="accent1"/>
              </a:solidFill>
              <a:latin typeface="+mn-ea"/>
              <a:cs typeface="+mn-ea"/>
            </a:endParaRPr>
          </a:p>
        </p:txBody>
      </p:sp>
      <p:pic>
        <p:nvPicPr>
          <p:cNvPr id="18" name="图形 11"/>
          <p:cNvPicPr>
            <a:picLocks noChangeAspect="1"/>
          </p:cNvPicPr>
          <p:nvPr>
            <p:custDataLst>
              <p:tags r:id="rId8"/>
            </p:custDataLst>
          </p:nvPr>
        </p:nvPicPr>
        <p:blipFill>
          <a:blip r:embed="rId9">
            <a:extLst>
              <a:ext uri="{96DAC541-7B7A-43D3-8B79-37D633B846F1}">
                <asvg:svgBlip xmlns:asvg="http://schemas.microsoft.com/office/drawing/2016/SVG/main" r:embed="rId10"/>
              </a:ext>
            </a:extLst>
          </a:blip>
          <a:stretch>
            <a:fillRect/>
          </a:stretch>
        </p:blipFill>
        <p:spPr>
          <a:xfrm>
            <a:off x="2521212" y="2020053"/>
            <a:ext cx="471079" cy="471079"/>
          </a:xfrm>
          <a:prstGeom prst="rect">
            <a:avLst/>
          </a:prstGeom>
        </p:spPr>
      </p:pic>
      <p:pic>
        <p:nvPicPr>
          <p:cNvPr id="19" name="图形 18"/>
          <p:cNvPicPr>
            <a:picLocks noChangeAspect="1"/>
          </p:cNvPicPr>
          <p:nvPr>
            <p:custDataLst>
              <p:tags r:id="rId11"/>
            </p:custDataLst>
          </p:nvPr>
        </p:nvPicPr>
        <p:blipFill>
          <a:blip r:embed="rId12">
            <a:extLst>
              <a:ext uri="{96DAC541-7B7A-43D3-8B79-37D633B846F1}">
                <asvg:svgBlip xmlns:asvg="http://schemas.microsoft.com/office/drawing/2016/SVG/main" r:embed="rId13"/>
              </a:ext>
            </a:extLst>
          </a:blip>
          <a:stretch>
            <a:fillRect/>
          </a:stretch>
        </p:blipFill>
        <p:spPr>
          <a:xfrm>
            <a:off x="2540160" y="3454850"/>
            <a:ext cx="451905" cy="448254"/>
          </a:xfrm>
          <a:prstGeom prst="rect">
            <a:avLst/>
          </a:prstGeom>
        </p:spPr>
      </p:pic>
      <p:pic>
        <p:nvPicPr>
          <p:cNvPr id="20" name="图形 23"/>
          <p:cNvPicPr>
            <a:picLocks noChangeAspect="1"/>
          </p:cNvPicPr>
          <p:nvPr>
            <p:custDataLst>
              <p:tags r:id="rId14"/>
            </p:custDataLst>
          </p:nvPr>
        </p:nvPicPr>
        <p:blipFill>
          <a:blip r:embed="rId15">
            <a:extLst>
              <a:ext uri="{96DAC541-7B7A-43D3-8B79-37D633B846F1}">
                <asvg:svgBlip xmlns:asvg="http://schemas.microsoft.com/office/drawing/2016/SVG/main" r:embed="rId16"/>
              </a:ext>
            </a:extLst>
          </a:blip>
          <a:stretch>
            <a:fillRect/>
          </a:stretch>
        </p:blipFill>
        <p:spPr>
          <a:xfrm>
            <a:off x="2540160" y="4856978"/>
            <a:ext cx="451905" cy="451905"/>
          </a:xfrm>
          <a:prstGeom prst="rect">
            <a:avLst/>
          </a:prstGeom>
        </p:spPr>
      </p:pic>
    </p:spTree>
    <p:custDataLst>
      <p:tags r:id="rId17"/>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title"/>
            <p:custDataLst>
              <p:tags r:id="rId1"/>
            </p:custDataLst>
          </p:nvPr>
        </p:nvSpPr>
        <p:spPr/>
        <p:txBody>
          <a:bodyPr/>
          <a:lstStyle/>
          <a:p>
            <a:r>
              <a:rPr lang="zh-CN" altLang="en-US"/>
              <a:t>沉浸式观展体验设计</a:t>
            </a:r>
            <a:endParaRPr lang="zh-CN" altLang="en-US"/>
          </a:p>
        </p:txBody>
      </p:sp>
      <p:sp>
        <p:nvSpPr>
          <p:cNvPr id="5" name="副标题"/>
          <p:cNvSpPr>
            <a:spLocks noGrp="1"/>
          </p:cNvSpPr>
          <p:nvPr>
            <p:ph type="body" idx="1"/>
            <p:custDataLst>
              <p:tags r:id="rId2"/>
            </p:custDataLst>
          </p:nvPr>
        </p:nvSpPr>
        <p:spPr/>
        <p:txBody>
          <a:bodyPr/>
          <a:lstStyle/>
          <a:p>
            <a:r>
              <a:rPr lang="zh-CN" altLang="en-US"/>
              <a:t>章节副标题</a:t>
            </a:r>
            <a:endParaRPr lang="zh-CN" altLang="en-US"/>
          </a:p>
        </p:txBody>
      </p:sp>
      <p:sp>
        <p:nvSpPr>
          <p:cNvPr id="6" name="节编号"/>
          <p:cNvSpPr>
            <a:spLocks noGrp="1"/>
          </p:cNvSpPr>
          <p:nvPr>
            <p:ph type="body" sz="quarter" idx="13"/>
            <p:custDataLst>
              <p:tags r:id="rId3"/>
            </p:custDataLst>
          </p:nvPr>
        </p:nvSpPr>
        <p:spPr/>
        <p:txBody>
          <a:bodyPr/>
          <a:lstStyle/>
          <a:p>
            <a:r>
              <a:rPr lang="zh-CN" altLang="en-US"/>
              <a:t>03</a:t>
            </a:r>
            <a:endParaRPr lang="zh-CN" altLang="en-US"/>
          </a:p>
        </p:txBody>
      </p:sp>
    </p:spTree>
    <p:custDataLst>
      <p:tags r:id="rId4"/>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场景还原的情绪共鸣</a:t>
            </a:r>
            <a:endParaRPr lang="zh-CN" altLang="en-US"/>
          </a:p>
        </p:txBody>
      </p:sp>
      <p:cxnSp>
        <p:nvCxnSpPr>
          <p:cNvPr id="14" name="直接连接符 13"/>
          <p:cNvCxnSpPr/>
          <p:nvPr>
            <p:custDataLst>
              <p:tags r:id="rId2"/>
            </p:custDataLst>
          </p:nvPr>
        </p:nvCxnSpPr>
        <p:spPr>
          <a:xfrm>
            <a:off x="3222308" y="2473857"/>
            <a:ext cx="1908000" cy="0"/>
          </a:xfrm>
          <a:prstGeom prst="line">
            <a:avLst/>
          </a:prstGeom>
          <a:ln>
            <a:solidFill>
              <a:schemeClr val="tx1">
                <a:lumMod val="85000"/>
                <a:lumOff val="15000"/>
              </a:schemeClr>
            </a:solidFill>
          </a:ln>
        </p:spPr>
        <p:style>
          <a:lnRef idx="2">
            <a:schemeClr val="accent1"/>
          </a:lnRef>
          <a:fillRef idx="0">
            <a:srgbClr val="FFFFFF"/>
          </a:fillRef>
          <a:effectRef idx="0">
            <a:srgbClr val="FFFFFF"/>
          </a:effectRef>
          <a:fontRef idx="minor">
            <a:schemeClr val="tx1"/>
          </a:fontRef>
        </p:style>
      </p:cxnSp>
      <p:sp>
        <p:nvSpPr>
          <p:cNvPr id="21" name="矩形 20"/>
          <p:cNvSpPr/>
          <p:nvPr>
            <p:custDataLst>
              <p:tags r:id="rId3"/>
            </p:custDataLst>
          </p:nvPr>
        </p:nvSpPr>
        <p:spPr>
          <a:xfrm>
            <a:off x="695008" y="4489982"/>
            <a:ext cx="3142615" cy="1953260"/>
          </a:xfrm>
          <a:prstGeom prst="rect">
            <a:avLst/>
          </a:prstGeom>
          <a:noFill/>
        </p:spPr>
        <p:txBody>
          <a:bodyPr wrap="square" lIns="0" tIns="0" rIns="0" bIns="0" rtlCol="0" anchor="t" anchorCtr="0">
            <a:noAutofit/>
          </a:bodyPr>
          <a:p>
            <a:pPr algn="ctr">
              <a:lnSpc>
                <a:spcPct val="150000"/>
              </a:lnSpc>
              <a:spcBef>
                <a:spcPct val="0"/>
              </a:spcBef>
              <a:spcAft>
                <a:spcPct val="0"/>
              </a:spcAft>
            </a:pPr>
            <a:r>
              <a:rPr lang="zh-CN" altLang="en-US" sz="1400" dirty="0">
                <a:solidFill>
                  <a:schemeClr val="tx1">
                    <a:lumMod val="85000"/>
                    <a:lumOff val="15000"/>
                  </a:schemeClr>
                </a:solidFill>
                <a:latin typeface="+mn-ea"/>
                <a:cs typeface="+mn-ea"/>
              </a:rPr>
              <a:t>博物馆在起义军指挥部复原场景的布局上，严格遵循历史资料。例如桌椅的摆放、文件的放置等，都力求还原当时的真实状态，让观众仿佛置身于革命先辈们策划起义的紧张时刻，增强了革命临场感。</a:t>
            </a:r>
            <a:endParaRPr lang="zh-CN" altLang="en-US" sz="1400" dirty="0">
              <a:solidFill>
                <a:schemeClr val="tx1">
                  <a:lumMod val="85000"/>
                  <a:lumOff val="15000"/>
                </a:schemeClr>
              </a:solidFill>
              <a:latin typeface="+mn-ea"/>
              <a:cs typeface="+mn-ea"/>
            </a:endParaRPr>
          </a:p>
        </p:txBody>
      </p:sp>
      <p:sp>
        <p:nvSpPr>
          <p:cNvPr id="26" name="矩形 25"/>
          <p:cNvSpPr/>
          <p:nvPr>
            <p:custDataLst>
              <p:tags r:id="rId4"/>
            </p:custDataLst>
          </p:nvPr>
        </p:nvSpPr>
        <p:spPr>
          <a:xfrm>
            <a:off x="695008" y="3928642"/>
            <a:ext cx="3142615" cy="407670"/>
          </a:xfrm>
          <a:prstGeom prst="rect">
            <a:avLst/>
          </a:prstGeom>
          <a:noFill/>
        </p:spPr>
        <p:txBody>
          <a:bodyPr wrap="square" lIns="0" tIns="0" rIns="0" bIns="0" rtlCol="0" anchor="b">
            <a:noAutofit/>
          </a:bodyPr>
          <a:p>
            <a:pPr algn="ctr">
              <a:spcBef>
                <a:spcPct val="0"/>
              </a:spcBef>
              <a:spcAft>
                <a:spcPct val="0"/>
              </a:spcAft>
            </a:pPr>
            <a:r>
              <a:rPr lang="zh-CN" altLang="en-US" sz="2000" b="1" dirty="0">
                <a:solidFill>
                  <a:schemeClr val="accent1"/>
                </a:solidFill>
                <a:latin typeface="+mn-ea"/>
                <a:cs typeface="+mn-ea"/>
              </a:rPr>
              <a:t>场景布局营造临场感</a:t>
            </a:r>
            <a:endParaRPr lang="zh-CN" altLang="en-US" sz="2000" b="1" dirty="0">
              <a:solidFill>
                <a:schemeClr val="accent1"/>
              </a:solidFill>
              <a:latin typeface="+mn-ea"/>
              <a:cs typeface="+mn-ea"/>
            </a:endParaRPr>
          </a:p>
        </p:txBody>
      </p:sp>
      <p:pic>
        <p:nvPicPr>
          <p:cNvPr id="28" name="图片 5" descr="32313538333630393b32313538333731303bbdbbd7f7d2b5"/>
          <p:cNvPicPr>
            <a:picLocks noChangeAspect="1"/>
          </p:cNvPicPr>
          <p:nvPr>
            <p:custDataLst>
              <p:tags r:id="rId5"/>
            </p:custDataLst>
          </p:nvPr>
        </p:nvPicPr>
        <p:blipFill>
          <a:blip r:embed="rId6">
            <a:extLst>
              <a:ext uri="{96DAC541-7B7A-43D3-8B79-37D633B846F1}">
                <asvg:svgBlip xmlns:asvg="http://schemas.microsoft.com/office/drawing/2016/SVG/main" r:embed="rId7"/>
              </a:ext>
            </a:extLst>
          </a:blip>
          <a:stretch>
            <a:fillRect/>
          </a:stretch>
        </p:blipFill>
        <p:spPr>
          <a:xfrm>
            <a:off x="2003743" y="2225572"/>
            <a:ext cx="525600" cy="525600"/>
          </a:xfrm>
          <a:prstGeom prst="rect">
            <a:avLst/>
          </a:prstGeom>
        </p:spPr>
      </p:pic>
      <p:sp>
        <p:nvSpPr>
          <p:cNvPr id="29" name="弧形 28"/>
          <p:cNvSpPr/>
          <p:nvPr>
            <p:custDataLst>
              <p:tags r:id="rId8"/>
            </p:custDataLst>
          </p:nvPr>
        </p:nvSpPr>
        <p:spPr>
          <a:xfrm>
            <a:off x="1307783" y="1515642"/>
            <a:ext cx="1916430" cy="1916430"/>
          </a:xfrm>
          <a:prstGeom prst="arc">
            <a:avLst>
              <a:gd name="adj1" fmla="val 6375916"/>
              <a:gd name="adj2" fmla="val 4453969"/>
            </a:avLst>
          </a:prstGeom>
          <a:noFill/>
          <a:ln>
            <a:solidFill>
              <a:schemeClr val="tx1">
                <a:lumMod val="85000"/>
                <a:lumOff val="1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1" name="椭圆 30"/>
          <p:cNvSpPr/>
          <p:nvPr>
            <p:custDataLst>
              <p:tags r:id="rId9"/>
            </p:custDataLst>
          </p:nvPr>
        </p:nvSpPr>
        <p:spPr>
          <a:xfrm>
            <a:off x="1998028" y="3133622"/>
            <a:ext cx="536575" cy="536575"/>
          </a:xfrm>
          <a:prstGeom prst="ellipse">
            <a:avLst/>
          </a:prstGeom>
          <a:noFill/>
          <a:ln>
            <a:solidFill>
              <a:schemeClr val="tx1">
                <a:lumMod val="85000"/>
                <a:lumOff val="15000"/>
              </a:schemeClr>
            </a:solidFill>
          </a:ln>
        </p:spPr>
        <p:style>
          <a:lnRef idx="2">
            <a:schemeClr val="accent1">
              <a:lumMod val="75000"/>
            </a:schemeClr>
          </a:lnRef>
          <a:fillRef idx="1">
            <a:schemeClr val="accent1"/>
          </a:fillRef>
          <a:effectRef idx="0">
            <a:srgbClr val="FFFFFF"/>
          </a:effectRef>
          <a:fontRef idx="minor">
            <a:schemeClr val="lt1"/>
          </a:fontRef>
        </p:style>
        <p:txBody>
          <a:bodyPr wrap="none" lIns="0" tIns="0" rIns="0" bIns="0" rtlCol="0" anchor="ctr">
            <a:normAutofit/>
          </a:bodyPr>
          <a:p>
            <a:pPr algn="ctr">
              <a:spcBef>
                <a:spcPct val="0"/>
              </a:spcBef>
              <a:spcAft>
                <a:spcPct val="0"/>
              </a:spcAft>
            </a:pPr>
            <a:r>
              <a:rPr lang="en-US" altLang="zh-CN">
                <a:solidFill>
                  <a:schemeClr val="tx1">
                    <a:lumMod val="85000"/>
                    <a:lumOff val="15000"/>
                  </a:schemeClr>
                </a:solidFill>
                <a:latin typeface="+mn-ea"/>
                <a:cs typeface="+mn-ea"/>
                <a:sym typeface="+mn-ea"/>
              </a:rPr>
              <a:t>1</a:t>
            </a:r>
            <a:endParaRPr lang="en-US" altLang="zh-CN">
              <a:solidFill>
                <a:schemeClr val="tx1">
                  <a:lumMod val="85000"/>
                  <a:lumOff val="15000"/>
                </a:schemeClr>
              </a:solidFill>
              <a:latin typeface="+mn-ea"/>
              <a:cs typeface="+mn-ea"/>
              <a:sym typeface="+mn-ea"/>
            </a:endParaRPr>
          </a:p>
        </p:txBody>
      </p:sp>
      <p:sp>
        <p:nvSpPr>
          <p:cNvPr id="32" name="矩形 31"/>
          <p:cNvSpPr/>
          <p:nvPr>
            <p:custDataLst>
              <p:tags r:id="rId10"/>
            </p:custDataLst>
          </p:nvPr>
        </p:nvSpPr>
        <p:spPr>
          <a:xfrm>
            <a:off x="4524058" y="4489982"/>
            <a:ext cx="3142615" cy="1953260"/>
          </a:xfrm>
          <a:prstGeom prst="rect">
            <a:avLst/>
          </a:prstGeom>
          <a:noFill/>
        </p:spPr>
        <p:txBody>
          <a:bodyPr wrap="square" lIns="0" tIns="0" rIns="0" bIns="0" rtlCol="0" anchor="t" anchorCtr="0">
            <a:noAutofit/>
          </a:bodyPr>
          <a:p>
            <a:pPr algn="ctr">
              <a:lnSpc>
                <a:spcPct val="150000"/>
              </a:lnSpc>
              <a:spcBef>
                <a:spcPct val="0"/>
              </a:spcBef>
              <a:spcAft>
                <a:spcPct val="0"/>
              </a:spcAft>
            </a:pPr>
            <a:r>
              <a:rPr lang="zh-CN" altLang="en-US" sz="1400" dirty="0">
                <a:solidFill>
                  <a:schemeClr val="tx1">
                    <a:lumMod val="85000"/>
                    <a:lumOff val="15000"/>
                  </a:schemeClr>
                </a:solidFill>
                <a:latin typeface="+mn-ea"/>
                <a:cs typeface="+mn-ea"/>
              </a:rPr>
              <a:t>在场景中展示了当时使用的武器、文件等实物，这些珍贵的历史遗物具有极高的历史价值。观众可以近距离观察这些实物，触摸历史的痕迹，进一步加深对革命历史的直观感受，引发情绪共鸣。</a:t>
            </a:r>
            <a:endParaRPr lang="zh-CN" altLang="en-US" sz="1400" dirty="0">
              <a:solidFill>
                <a:schemeClr val="tx1">
                  <a:lumMod val="85000"/>
                  <a:lumOff val="15000"/>
                </a:schemeClr>
              </a:solidFill>
              <a:latin typeface="+mn-ea"/>
              <a:cs typeface="+mn-ea"/>
            </a:endParaRPr>
          </a:p>
        </p:txBody>
      </p:sp>
      <p:sp>
        <p:nvSpPr>
          <p:cNvPr id="33" name="矩形 32"/>
          <p:cNvSpPr/>
          <p:nvPr>
            <p:custDataLst>
              <p:tags r:id="rId11"/>
            </p:custDataLst>
          </p:nvPr>
        </p:nvSpPr>
        <p:spPr>
          <a:xfrm>
            <a:off x="4630738" y="3928642"/>
            <a:ext cx="2928620" cy="407670"/>
          </a:xfrm>
          <a:prstGeom prst="rect">
            <a:avLst/>
          </a:prstGeom>
          <a:noFill/>
        </p:spPr>
        <p:txBody>
          <a:bodyPr wrap="square" lIns="0" tIns="0" rIns="0" bIns="0" rtlCol="0" anchor="b">
            <a:noAutofit/>
          </a:bodyPr>
          <a:p>
            <a:pPr algn="ctr">
              <a:spcBef>
                <a:spcPct val="0"/>
              </a:spcBef>
              <a:spcAft>
                <a:spcPct val="0"/>
              </a:spcAft>
            </a:pPr>
            <a:r>
              <a:rPr lang="zh-CN" altLang="en-US" sz="2000" b="1" dirty="0">
                <a:solidFill>
                  <a:schemeClr val="accent1"/>
                </a:solidFill>
                <a:latin typeface="+mn-ea"/>
                <a:cs typeface="+mn-ea"/>
              </a:rPr>
              <a:t>实物展示增强真实感</a:t>
            </a:r>
            <a:endParaRPr lang="zh-CN" altLang="en-US" sz="2000" b="1" dirty="0">
              <a:solidFill>
                <a:schemeClr val="accent1"/>
              </a:solidFill>
              <a:latin typeface="+mn-ea"/>
              <a:cs typeface="+mn-ea"/>
            </a:endParaRPr>
          </a:p>
        </p:txBody>
      </p:sp>
      <p:sp>
        <p:nvSpPr>
          <p:cNvPr id="34" name="弧形 33"/>
          <p:cNvSpPr/>
          <p:nvPr>
            <p:custDataLst>
              <p:tags r:id="rId12"/>
            </p:custDataLst>
          </p:nvPr>
        </p:nvSpPr>
        <p:spPr>
          <a:xfrm>
            <a:off x="5136833" y="1515642"/>
            <a:ext cx="1916430" cy="1916430"/>
          </a:xfrm>
          <a:prstGeom prst="arc">
            <a:avLst>
              <a:gd name="adj1" fmla="val 6375851"/>
              <a:gd name="adj2" fmla="val 4457771"/>
            </a:avLst>
          </a:prstGeom>
          <a:noFill/>
          <a:ln>
            <a:solidFill>
              <a:schemeClr val="tx1">
                <a:lumMod val="85000"/>
                <a:lumOff val="1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5" name="椭圆 34"/>
          <p:cNvSpPr/>
          <p:nvPr>
            <p:custDataLst>
              <p:tags r:id="rId13"/>
            </p:custDataLst>
          </p:nvPr>
        </p:nvSpPr>
        <p:spPr>
          <a:xfrm>
            <a:off x="5827078" y="3133622"/>
            <a:ext cx="536575" cy="536575"/>
          </a:xfrm>
          <a:prstGeom prst="ellipse">
            <a:avLst/>
          </a:prstGeom>
          <a:noFill/>
          <a:ln>
            <a:solidFill>
              <a:schemeClr val="tx1">
                <a:lumMod val="85000"/>
                <a:lumOff val="15000"/>
              </a:schemeClr>
            </a:solidFill>
          </a:ln>
        </p:spPr>
        <p:style>
          <a:lnRef idx="2">
            <a:schemeClr val="accent1">
              <a:lumMod val="75000"/>
            </a:schemeClr>
          </a:lnRef>
          <a:fillRef idx="1">
            <a:schemeClr val="accent1"/>
          </a:fillRef>
          <a:effectRef idx="0">
            <a:srgbClr val="FFFFFF"/>
          </a:effectRef>
          <a:fontRef idx="minor">
            <a:schemeClr val="lt1"/>
          </a:fontRef>
        </p:style>
        <p:txBody>
          <a:bodyPr wrap="none" lIns="0" tIns="0" rIns="0" bIns="0" rtlCol="0" anchor="ctr">
            <a:normAutofit/>
          </a:bodyPr>
          <a:p>
            <a:pPr algn="ctr">
              <a:spcBef>
                <a:spcPct val="0"/>
              </a:spcBef>
              <a:spcAft>
                <a:spcPct val="0"/>
              </a:spcAft>
            </a:pPr>
            <a:r>
              <a:rPr lang="en-US" altLang="zh-CN">
                <a:solidFill>
                  <a:schemeClr val="tx1">
                    <a:lumMod val="85000"/>
                    <a:lumOff val="15000"/>
                  </a:schemeClr>
                </a:solidFill>
                <a:latin typeface="+mn-ea"/>
                <a:cs typeface="+mn-ea"/>
                <a:sym typeface="+mn-ea"/>
              </a:rPr>
              <a:t>2</a:t>
            </a:r>
            <a:endParaRPr lang="en-US" altLang="zh-CN">
              <a:solidFill>
                <a:schemeClr val="tx1">
                  <a:lumMod val="85000"/>
                  <a:lumOff val="15000"/>
                </a:schemeClr>
              </a:solidFill>
              <a:latin typeface="+mn-ea"/>
              <a:cs typeface="+mn-ea"/>
              <a:sym typeface="+mn-ea"/>
            </a:endParaRPr>
          </a:p>
        </p:txBody>
      </p:sp>
      <p:sp>
        <p:nvSpPr>
          <p:cNvPr id="36" name="矩形 35"/>
          <p:cNvSpPr/>
          <p:nvPr>
            <p:custDataLst>
              <p:tags r:id="rId14"/>
            </p:custDataLst>
          </p:nvPr>
        </p:nvSpPr>
        <p:spPr>
          <a:xfrm>
            <a:off x="8354378" y="4489982"/>
            <a:ext cx="3142615" cy="1953260"/>
          </a:xfrm>
          <a:prstGeom prst="rect">
            <a:avLst/>
          </a:prstGeom>
          <a:noFill/>
        </p:spPr>
        <p:txBody>
          <a:bodyPr wrap="square" lIns="0" tIns="0" rIns="0" bIns="0" rtlCol="0" anchor="t" anchorCtr="0">
            <a:noAutofit/>
          </a:bodyPr>
          <a:p>
            <a:pPr algn="ctr">
              <a:lnSpc>
                <a:spcPct val="150000"/>
              </a:lnSpc>
              <a:spcBef>
                <a:spcPct val="0"/>
              </a:spcBef>
              <a:spcAft>
                <a:spcPct val="0"/>
              </a:spcAft>
            </a:pPr>
            <a:r>
              <a:rPr lang="zh-CN" altLang="en-US" sz="1400" dirty="0">
                <a:solidFill>
                  <a:schemeClr val="tx1">
                    <a:lumMod val="85000"/>
                    <a:lumOff val="15000"/>
                  </a:schemeClr>
                </a:solidFill>
                <a:latin typeface="+mn-ea"/>
                <a:cs typeface="+mn-ea"/>
              </a:rPr>
              <a:t>通过灯光、音效等手段营造出紧张、严肃的氛围。昏暗的灯光模拟当时的环境，枪炮声、喊杀声等音效让观众仿佛能听到革命的号角，激发观众对革命先辈们的崇敬之情和对那段历史的深刻思考。</a:t>
            </a:r>
            <a:endParaRPr lang="zh-CN" altLang="en-US" sz="1400" dirty="0">
              <a:solidFill>
                <a:schemeClr val="tx1">
                  <a:lumMod val="85000"/>
                  <a:lumOff val="15000"/>
                </a:schemeClr>
              </a:solidFill>
              <a:latin typeface="+mn-ea"/>
              <a:cs typeface="+mn-ea"/>
            </a:endParaRPr>
          </a:p>
        </p:txBody>
      </p:sp>
      <p:sp>
        <p:nvSpPr>
          <p:cNvPr id="37" name="矩形 36"/>
          <p:cNvSpPr/>
          <p:nvPr>
            <p:custDataLst>
              <p:tags r:id="rId15"/>
            </p:custDataLst>
          </p:nvPr>
        </p:nvSpPr>
        <p:spPr>
          <a:xfrm>
            <a:off x="8353108" y="3928642"/>
            <a:ext cx="3145154" cy="407670"/>
          </a:xfrm>
          <a:prstGeom prst="rect">
            <a:avLst/>
          </a:prstGeom>
          <a:noFill/>
        </p:spPr>
        <p:txBody>
          <a:bodyPr wrap="square" lIns="0" tIns="0" rIns="0" bIns="0" rtlCol="0" anchor="b">
            <a:noAutofit/>
          </a:bodyPr>
          <a:p>
            <a:pPr algn="ctr">
              <a:spcBef>
                <a:spcPct val="0"/>
              </a:spcBef>
              <a:spcAft>
                <a:spcPct val="0"/>
              </a:spcAft>
            </a:pPr>
            <a:r>
              <a:rPr lang="zh-CN" altLang="en-US" sz="2000" b="1" dirty="0">
                <a:solidFill>
                  <a:schemeClr val="accent1"/>
                </a:solidFill>
                <a:latin typeface="+mn-ea"/>
                <a:cs typeface="+mn-ea"/>
              </a:rPr>
              <a:t>氛围渲染激发情感</a:t>
            </a:r>
            <a:endParaRPr lang="zh-CN" altLang="en-US" sz="2000" b="1" dirty="0">
              <a:solidFill>
                <a:schemeClr val="accent1"/>
              </a:solidFill>
              <a:latin typeface="+mn-ea"/>
              <a:cs typeface="+mn-ea"/>
            </a:endParaRPr>
          </a:p>
        </p:txBody>
      </p:sp>
      <p:sp>
        <p:nvSpPr>
          <p:cNvPr id="38" name="弧形 37"/>
          <p:cNvSpPr/>
          <p:nvPr>
            <p:custDataLst>
              <p:tags r:id="rId16"/>
            </p:custDataLst>
          </p:nvPr>
        </p:nvSpPr>
        <p:spPr>
          <a:xfrm>
            <a:off x="8967153" y="1515642"/>
            <a:ext cx="1916430" cy="1916430"/>
          </a:xfrm>
          <a:prstGeom prst="arc">
            <a:avLst>
              <a:gd name="adj1" fmla="val 6392578"/>
              <a:gd name="adj2" fmla="val 4437989"/>
            </a:avLst>
          </a:prstGeom>
          <a:noFill/>
          <a:ln>
            <a:solidFill>
              <a:schemeClr val="tx1">
                <a:lumMod val="85000"/>
                <a:lumOff val="1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9" name="椭圆 38"/>
          <p:cNvSpPr/>
          <p:nvPr>
            <p:custDataLst>
              <p:tags r:id="rId17"/>
            </p:custDataLst>
          </p:nvPr>
        </p:nvSpPr>
        <p:spPr>
          <a:xfrm>
            <a:off x="9657398" y="3133622"/>
            <a:ext cx="536575" cy="536575"/>
          </a:xfrm>
          <a:prstGeom prst="ellipse">
            <a:avLst/>
          </a:prstGeom>
          <a:noFill/>
          <a:ln>
            <a:solidFill>
              <a:schemeClr val="tx1">
                <a:lumMod val="85000"/>
                <a:lumOff val="15000"/>
              </a:schemeClr>
            </a:solidFill>
          </a:ln>
        </p:spPr>
        <p:style>
          <a:lnRef idx="2">
            <a:schemeClr val="accent1">
              <a:lumMod val="75000"/>
            </a:schemeClr>
          </a:lnRef>
          <a:fillRef idx="1">
            <a:schemeClr val="accent1"/>
          </a:fillRef>
          <a:effectRef idx="0">
            <a:srgbClr val="FFFFFF"/>
          </a:effectRef>
          <a:fontRef idx="minor">
            <a:schemeClr val="lt1"/>
          </a:fontRef>
        </p:style>
        <p:txBody>
          <a:bodyPr wrap="none" lIns="0" tIns="0" rIns="0" bIns="0" rtlCol="0" anchor="ctr">
            <a:normAutofit/>
          </a:bodyPr>
          <a:p>
            <a:pPr algn="ctr">
              <a:spcBef>
                <a:spcPct val="0"/>
              </a:spcBef>
              <a:spcAft>
                <a:spcPct val="0"/>
              </a:spcAft>
            </a:pPr>
            <a:r>
              <a:rPr lang="en-US" altLang="zh-CN">
                <a:solidFill>
                  <a:schemeClr val="tx1">
                    <a:lumMod val="85000"/>
                    <a:lumOff val="15000"/>
                  </a:schemeClr>
                </a:solidFill>
                <a:latin typeface="+mn-ea"/>
                <a:cs typeface="+mn-ea"/>
                <a:sym typeface="+mn-ea"/>
              </a:rPr>
              <a:t>3</a:t>
            </a:r>
            <a:endParaRPr lang="en-US" altLang="zh-CN">
              <a:solidFill>
                <a:schemeClr val="tx1">
                  <a:lumMod val="85000"/>
                  <a:lumOff val="15000"/>
                </a:schemeClr>
              </a:solidFill>
              <a:latin typeface="+mn-ea"/>
              <a:cs typeface="+mn-ea"/>
              <a:sym typeface="+mn-ea"/>
            </a:endParaRPr>
          </a:p>
        </p:txBody>
      </p:sp>
      <p:pic>
        <p:nvPicPr>
          <p:cNvPr id="40" name="图片 13" descr="32313538333630393b32313538333732303bcad5b2d8bfceb3cc"/>
          <p:cNvPicPr>
            <a:picLocks noChangeAspect="1"/>
          </p:cNvPicPr>
          <p:nvPr>
            <p:custDataLst>
              <p:tags r:id="rId18"/>
            </p:custDataLst>
          </p:nvPr>
        </p:nvPicPr>
        <p:blipFill>
          <a:blip r:embed="rId19">
            <a:extLst>
              <a:ext uri="{96DAC541-7B7A-43D3-8B79-37D633B846F1}">
                <asvg:svgBlip xmlns:asvg="http://schemas.microsoft.com/office/drawing/2016/SVG/main" r:embed="rId20"/>
              </a:ext>
            </a:extLst>
          </a:blip>
          <a:stretch>
            <a:fillRect/>
          </a:stretch>
        </p:blipFill>
        <p:spPr>
          <a:xfrm>
            <a:off x="9635808" y="2221762"/>
            <a:ext cx="579600" cy="579600"/>
          </a:xfrm>
          <a:prstGeom prst="rect">
            <a:avLst/>
          </a:prstGeom>
        </p:spPr>
      </p:pic>
      <p:pic>
        <p:nvPicPr>
          <p:cNvPr id="41" name="图片 14" descr="32313538333630393b32313538333732313bb6fac2f3"/>
          <p:cNvPicPr>
            <a:picLocks noChangeAspect="1"/>
          </p:cNvPicPr>
          <p:nvPr>
            <p:custDataLst>
              <p:tags r:id="rId21"/>
            </p:custDataLst>
          </p:nvPr>
        </p:nvPicPr>
        <p:blipFill>
          <a:blip r:embed="rId22">
            <a:extLst>
              <a:ext uri="{96DAC541-7B7A-43D3-8B79-37D633B846F1}">
                <asvg:svgBlip xmlns:asvg="http://schemas.microsoft.com/office/drawing/2016/SVG/main" r:embed="rId23"/>
              </a:ext>
            </a:extLst>
          </a:blip>
          <a:stretch>
            <a:fillRect/>
          </a:stretch>
        </p:blipFill>
        <p:spPr>
          <a:xfrm>
            <a:off x="5805488" y="2184932"/>
            <a:ext cx="579600" cy="579600"/>
          </a:xfrm>
          <a:prstGeom prst="rect">
            <a:avLst/>
          </a:prstGeom>
        </p:spPr>
      </p:pic>
      <p:cxnSp>
        <p:nvCxnSpPr>
          <p:cNvPr id="42" name="直接连接符 41"/>
          <p:cNvCxnSpPr/>
          <p:nvPr>
            <p:custDataLst>
              <p:tags r:id="rId24"/>
            </p:custDataLst>
          </p:nvPr>
        </p:nvCxnSpPr>
        <p:spPr>
          <a:xfrm>
            <a:off x="7059613" y="2473857"/>
            <a:ext cx="1908000" cy="0"/>
          </a:xfrm>
          <a:prstGeom prst="line">
            <a:avLst/>
          </a:prstGeom>
          <a:ln>
            <a:solidFill>
              <a:schemeClr val="tx1">
                <a:lumMod val="85000"/>
                <a:lumOff val="15000"/>
              </a:schemeClr>
            </a:solidFill>
          </a:ln>
        </p:spPr>
        <p:style>
          <a:lnRef idx="2">
            <a:schemeClr val="accent1"/>
          </a:lnRef>
          <a:fillRef idx="0">
            <a:srgbClr val="FFFFFF"/>
          </a:fillRef>
          <a:effectRef idx="0">
            <a:srgbClr val="FFFFFF"/>
          </a:effectRef>
          <a:fontRef idx="minor">
            <a:schemeClr val="tx1"/>
          </a:fontRef>
        </p:style>
      </p:cxnSp>
    </p:spTree>
    <p:custDataLst>
      <p:tags r:id="rId25"/>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环幕影像的时空折叠</a:t>
            </a:r>
            <a:endParaRPr lang="zh-CN" altLang="en-US"/>
          </a:p>
        </p:txBody>
      </p:sp>
      <p:sp>
        <p:nvSpPr>
          <p:cNvPr id="7" name="椭圆 6"/>
          <p:cNvSpPr/>
          <p:nvPr>
            <p:custDataLst>
              <p:tags r:id="rId2"/>
            </p:custDataLst>
          </p:nvPr>
        </p:nvSpPr>
        <p:spPr>
          <a:xfrm rot="10800000">
            <a:off x="5944809" y="1674722"/>
            <a:ext cx="1898701" cy="1898701"/>
          </a:xfrm>
          <a:prstGeom prst="ellipse">
            <a:avLst/>
          </a:prstGeom>
          <a:solidFill>
            <a:schemeClr val="accent1">
              <a:alpha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椭圆 8"/>
          <p:cNvSpPr/>
          <p:nvPr>
            <p:custDataLst>
              <p:tags r:id="rId3"/>
            </p:custDataLst>
          </p:nvPr>
        </p:nvSpPr>
        <p:spPr>
          <a:xfrm rot="10800000">
            <a:off x="4349466" y="1674722"/>
            <a:ext cx="1898701" cy="1898701"/>
          </a:xfrm>
          <a:prstGeom prst="ellipse">
            <a:avLst/>
          </a:prstGeom>
          <a:solidFill>
            <a:schemeClr val="accent1">
              <a:alpha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3" name="矩形 12"/>
          <p:cNvSpPr/>
          <p:nvPr>
            <p:custDataLst>
              <p:tags r:id="rId4"/>
            </p:custDataLst>
          </p:nvPr>
        </p:nvSpPr>
        <p:spPr>
          <a:xfrm>
            <a:off x="2609789" y="5518107"/>
            <a:ext cx="6972740" cy="776595"/>
          </a:xfrm>
          <a:prstGeom prst="rect">
            <a:avLst/>
          </a:prstGeom>
        </p:spPr>
        <p:txBody>
          <a:bodyPr wrap="square" lIns="0" tIns="0" rIns="0" bIns="0">
            <a:noAutofit/>
          </a:bodyPr>
          <a:p>
            <a:pPr algn="just">
              <a:lnSpc>
                <a:spcPct val="130000"/>
              </a:lnSpc>
              <a:spcBef>
                <a:spcPct val="0"/>
              </a:spcBef>
              <a:spcAft>
                <a:spcPct val="0"/>
              </a:spcAft>
            </a:pPr>
            <a:r>
              <a:rPr lang="zh-CN" altLang="en-US" sz="1200" dirty="0">
                <a:solidFill>
                  <a:schemeClr val="tx1">
                    <a:lumMod val="85000"/>
                    <a:lumOff val="15000"/>
                  </a:schemeClr>
                </a:solidFill>
                <a:latin typeface="+mn-ea"/>
                <a:cs typeface="+mn-ea"/>
              </a:rPr>
              <a:t>环幕影像不仅仅是对历史场景的简单重现，还通过现代的叙事手法和表现形式，深入挖掘历史事件背后的故事和意义。它将历史与现代相结合，让观众在感受历史的同时，也能对当下有所思考。</a:t>
            </a:r>
            <a:endParaRPr lang="zh-CN" altLang="en-US" sz="1200" dirty="0">
              <a:solidFill>
                <a:schemeClr val="tx1">
                  <a:lumMod val="85000"/>
                  <a:lumOff val="15000"/>
                </a:schemeClr>
              </a:solidFill>
              <a:latin typeface="+mn-ea"/>
              <a:cs typeface="+mn-ea"/>
            </a:endParaRPr>
          </a:p>
        </p:txBody>
      </p:sp>
      <p:sp>
        <p:nvSpPr>
          <p:cNvPr id="14" name="矩形 13"/>
          <p:cNvSpPr/>
          <p:nvPr>
            <p:custDataLst>
              <p:tags r:id="rId5"/>
            </p:custDataLst>
          </p:nvPr>
        </p:nvSpPr>
        <p:spPr>
          <a:xfrm>
            <a:off x="2609789" y="5074885"/>
            <a:ext cx="6972740" cy="370416"/>
          </a:xfrm>
          <a:prstGeom prst="rect">
            <a:avLst/>
          </a:prstGeom>
          <a:noFill/>
        </p:spPr>
        <p:txBody>
          <a:bodyPr wrap="square" lIns="0" tIns="0" rIns="0" bIns="0" rtlCol="0" anchor="b" anchorCtr="0">
            <a:noAutofit/>
          </a:bodyPr>
          <a:p>
            <a:pPr algn="ctr">
              <a:spcBef>
                <a:spcPct val="0"/>
              </a:spcBef>
              <a:spcAft>
                <a:spcPct val="0"/>
              </a:spcAft>
            </a:pPr>
            <a:r>
              <a:rPr lang="zh-CN" altLang="en-US" sz="2000" b="1" kern="0">
                <a:solidFill>
                  <a:schemeClr val="accent1"/>
                </a:solidFill>
                <a:latin typeface="+mn-ea"/>
                <a:cs typeface="+mn-ea"/>
              </a:rPr>
              <a:t>现代重构展现历史深度</a:t>
            </a:r>
            <a:endParaRPr lang="zh-CN" altLang="en-US" sz="2000" b="1" kern="0">
              <a:solidFill>
                <a:schemeClr val="accent1"/>
              </a:solidFill>
              <a:latin typeface="+mn-ea"/>
              <a:cs typeface="+mn-ea"/>
            </a:endParaRPr>
          </a:p>
        </p:txBody>
      </p:sp>
      <p:sp>
        <p:nvSpPr>
          <p:cNvPr id="15" name="矩形 14"/>
          <p:cNvSpPr/>
          <p:nvPr>
            <p:custDataLst>
              <p:tags r:id="rId6"/>
            </p:custDataLst>
          </p:nvPr>
        </p:nvSpPr>
        <p:spPr>
          <a:xfrm>
            <a:off x="8245220" y="2105810"/>
            <a:ext cx="3186200" cy="1762668"/>
          </a:xfrm>
          <a:prstGeom prst="rect">
            <a:avLst/>
          </a:prstGeom>
        </p:spPr>
        <p:txBody>
          <a:bodyPr wrap="square" lIns="0" tIns="0" rIns="0" bIns="0">
            <a:noAutofit/>
          </a:bodyPr>
          <a:p>
            <a:pPr>
              <a:lnSpc>
                <a:spcPct val="130000"/>
              </a:lnSpc>
              <a:spcBef>
                <a:spcPct val="0"/>
              </a:spcBef>
              <a:spcAft>
                <a:spcPct val="0"/>
              </a:spcAft>
            </a:pPr>
            <a:r>
              <a:rPr lang="zh-CN" altLang="en-US" sz="1200" dirty="0">
                <a:solidFill>
                  <a:schemeClr val="tx1">
                    <a:lumMod val="85000"/>
                    <a:lumOff val="15000"/>
                  </a:schemeClr>
                </a:solidFill>
                <a:latin typeface="+mn-ea"/>
                <a:cs typeface="+mn-ea"/>
              </a:rPr>
              <a:t>运用先进的多媒体技术，将画面、音效、光影等元素完美融合。逼真的画面让观众清晰地看到战士们的冲锋陷阵，震撼的音效让观众感受到枪炮的轰鸣，光影的变化营造出战争的氛围，增强了观众的沉浸式体验。</a:t>
            </a:r>
            <a:endParaRPr lang="zh-CN" altLang="en-US" sz="1200" dirty="0">
              <a:solidFill>
                <a:schemeClr val="tx1">
                  <a:lumMod val="85000"/>
                  <a:lumOff val="15000"/>
                </a:schemeClr>
              </a:solidFill>
              <a:latin typeface="+mn-ea"/>
              <a:cs typeface="+mn-ea"/>
            </a:endParaRPr>
          </a:p>
        </p:txBody>
      </p:sp>
      <p:sp>
        <p:nvSpPr>
          <p:cNvPr id="19" name="矩形 18"/>
          <p:cNvSpPr/>
          <p:nvPr>
            <p:custDataLst>
              <p:tags r:id="rId7"/>
            </p:custDataLst>
          </p:nvPr>
        </p:nvSpPr>
        <p:spPr>
          <a:xfrm>
            <a:off x="8245220" y="1644067"/>
            <a:ext cx="3186200" cy="370416"/>
          </a:xfrm>
          <a:prstGeom prst="rect">
            <a:avLst/>
          </a:prstGeom>
          <a:noFill/>
        </p:spPr>
        <p:txBody>
          <a:bodyPr wrap="square" lIns="0" tIns="0" rIns="0" bIns="0" rtlCol="0" anchor="b" anchorCtr="0">
            <a:noAutofit/>
          </a:bodyPr>
          <a:p>
            <a:pPr>
              <a:spcBef>
                <a:spcPct val="0"/>
              </a:spcBef>
              <a:spcAft>
                <a:spcPct val="0"/>
              </a:spcAft>
            </a:pPr>
            <a:r>
              <a:rPr lang="zh-CN" altLang="en-US" sz="2000" b="1" kern="0">
                <a:solidFill>
                  <a:schemeClr val="accent1"/>
                </a:solidFill>
                <a:latin typeface="+mn-ea"/>
                <a:cs typeface="+mn-ea"/>
              </a:rPr>
              <a:t>多媒体融合增强体验</a:t>
            </a:r>
            <a:endParaRPr lang="zh-CN" altLang="en-US" sz="2000" b="1" kern="0">
              <a:solidFill>
                <a:schemeClr val="accent1"/>
              </a:solidFill>
              <a:latin typeface="+mn-ea"/>
              <a:cs typeface="+mn-ea"/>
            </a:endParaRPr>
          </a:p>
        </p:txBody>
      </p:sp>
      <p:sp>
        <p:nvSpPr>
          <p:cNvPr id="20" name="矩形 19"/>
          <p:cNvSpPr/>
          <p:nvPr>
            <p:custDataLst>
              <p:tags r:id="rId8"/>
            </p:custDataLst>
          </p:nvPr>
        </p:nvSpPr>
        <p:spPr>
          <a:xfrm>
            <a:off x="758987" y="2105810"/>
            <a:ext cx="3186200" cy="1762668"/>
          </a:xfrm>
          <a:prstGeom prst="rect">
            <a:avLst/>
          </a:prstGeom>
        </p:spPr>
        <p:txBody>
          <a:bodyPr wrap="square" lIns="0" tIns="0" rIns="0" bIns="0">
            <a:noAutofit/>
          </a:bodyPr>
          <a:p>
            <a:pPr algn="r">
              <a:lnSpc>
                <a:spcPct val="130000"/>
              </a:lnSpc>
              <a:spcBef>
                <a:spcPct val="0"/>
              </a:spcBef>
              <a:spcAft>
                <a:spcPct val="0"/>
              </a:spcAft>
            </a:pPr>
            <a:r>
              <a:rPr lang="zh-CN" altLang="en-US" sz="1200" dirty="0">
                <a:solidFill>
                  <a:schemeClr val="tx1">
                    <a:lumMod val="85000"/>
                    <a:lumOff val="15000"/>
                  </a:schemeClr>
                </a:solidFill>
                <a:latin typeface="+mn-ea"/>
                <a:cs typeface="+mn-ea"/>
              </a:rPr>
              <a:t>300°环幕战场影像采用全景展示的方式，将武昌起义的激烈战斗场面全方位地呈现给观众。观众无需转头，就能看到整个战场的动态，仿佛穿越时空，回到了那个战火纷飞的年代。</a:t>
            </a:r>
            <a:endParaRPr lang="zh-CN" altLang="en-US" sz="1200" dirty="0">
              <a:solidFill>
                <a:schemeClr val="tx1">
                  <a:lumMod val="85000"/>
                  <a:lumOff val="15000"/>
                </a:schemeClr>
              </a:solidFill>
              <a:latin typeface="+mn-ea"/>
              <a:cs typeface="+mn-ea"/>
            </a:endParaRPr>
          </a:p>
        </p:txBody>
      </p:sp>
      <p:sp>
        <p:nvSpPr>
          <p:cNvPr id="21" name="矩形 20"/>
          <p:cNvSpPr/>
          <p:nvPr>
            <p:custDataLst>
              <p:tags r:id="rId9"/>
            </p:custDataLst>
          </p:nvPr>
        </p:nvSpPr>
        <p:spPr>
          <a:xfrm>
            <a:off x="758987" y="1644067"/>
            <a:ext cx="3186200" cy="370416"/>
          </a:xfrm>
          <a:prstGeom prst="rect">
            <a:avLst/>
          </a:prstGeom>
          <a:noFill/>
        </p:spPr>
        <p:txBody>
          <a:bodyPr wrap="square" lIns="0" tIns="0" rIns="0" bIns="0" rtlCol="0" anchor="b" anchorCtr="0">
            <a:noAutofit/>
          </a:bodyPr>
          <a:p>
            <a:pPr algn="r">
              <a:spcBef>
                <a:spcPct val="0"/>
              </a:spcBef>
              <a:spcAft>
                <a:spcPct val="0"/>
              </a:spcAft>
            </a:pPr>
            <a:r>
              <a:rPr lang="zh-CN" altLang="en-US" sz="2000" b="1" kern="0">
                <a:solidFill>
                  <a:schemeClr val="accent1"/>
                </a:solidFill>
                <a:latin typeface="+mn-ea"/>
                <a:cs typeface="+mn-ea"/>
              </a:rPr>
              <a:t>全景展示重现历史</a:t>
            </a:r>
            <a:endParaRPr lang="zh-CN" altLang="en-US" sz="2000" b="1" kern="0">
              <a:solidFill>
                <a:schemeClr val="accent1"/>
              </a:solidFill>
              <a:latin typeface="+mn-ea"/>
              <a:cs typeface="+mn-ea"/>
            </a:endParaRPr>
          </a:p>
        </p:txBody>
      </p:sp>
      <p:sp>
        <p:nvSpPr>
          <p:cNvPr id="22" name="椭圆 21"/>
          <p:cNvSpPr/>
          <p:nvPr>
            <p:custDataLst>
              <p:tags r:id="rId10"/>
            </p:custDataLst>
          </p:nvPr>
        </p:nvSpPr>
        <p:spPr>
          <a:xfrm rot="10800000">
            <a:off x="5167574" y="3015245"/>
            <a:ext cx="1898701" cy="1898701"/>
          </a:xfrm>
          <a:prstGeom prst="ellipse">
            <a:avLst/>
          </a:prstGeom>
          <a:solidFill>
            <a:schemeClr val="accent1">
              <a:alpha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4" name="图片 4" descr="343439383331313b343532303032303bb8f6c8cbd0c5cfa2"/>
          <p:cNvPicPr>
            <a:picLocks noChangeAspect="1"/>
          </p:cNvPicPr>
          <p:nvPr>
            <p:custDataLst>
              <p:tags r:id="rId11"/>
            </p:custDataLst>
          </p:nvPr>
        </p:nvPicPr>
        <p:blipFill>
          <a:blip r:embed="rId12">
            <a:extLst>
              <a:ext uri="{96DAC541-7B7A-43D3-8B79-37D633B846F1}">
                <asvg:svgBlip xmlns:asvg="http://schemas.microsoft.com/office/drawing/2016/SVG/main" r:embed="rId13"/>
              </a:ext>
            </a:extLst>
          </a:blip>
          <a:stretch>
            <a:fillRect/>
          </a:stretch>
        </p:blipFill>
        <p:spPr>
          <a:xfrm>
            <a:off x="6698414" y="2428327"/>
            <a:ext cx="391033" cy="391033"/>
          </a:xfrm>
          <a:prstGeom prst="rect">
            <a:avLst/>
          </a:prstGeom>
        </p:spPr>
      </p:pic>
      <p:pic>
        <p:nvPicPr>
          <p:cNvPr id="25" name="图片 3" descr="343439383331313b343532303031393bd2b5bca8b9dcc0ed"/>
          <p:cNvPicPr>
            <a:picLocks noChangeAspect="1"/>
          </p:cNvPicPr>
          <p:nvPr>
            <p:custDataLst>
              <p:tags r:id="rId14"/>
            </p:custDataLst>
          </p:nvPr>
        </p:nvPicPr>
        <p:blipFill>
          <a:blip r:embed="rId15">
            <a:extLst>
              <a:ext uri="{96DAC541-7B7A-43D3-8B79-37D633B846F1}">
                <asvg:svgBlip xmlns:asvg="http://schemas.microsoft.com/office/drawing/2016/SVG/main" r:embed="rId16"/>
              </a:ext>
            </a:extLst>
          </a:blip>
          <a:stretch>
            <a:fillRect/>
          </a:stretch>
        </p:blipFill>
        <p:spPr>
          <a:xfrm>
            <a:off x="5099878" y="2425134"/>
            <a:ext cx="398275" cy="398275"/>
          </a:xfrm>
          <a:prstGeom prst="rect">
            <a:avLst/>
          </a:prstGeom>
        </p:spPr>
      </p:pic>
      <p:pic>
        <p:nvPicPr>
          <p:cNvPr id="26" name="图片 7" descr="343439383331313b343532303032333bc6f3d2b5bcf2bde9"/>
          <p:cNvPicPr>
            <a:picLocks noChangeAspect="1"/>
          </p:cNvPicPr>
          <p:nvPr>
            <p:custDataLst>
              <p:tags r:id="rId17"/>
            </p:custDataLst>
          </p:nvPr>
        </p:nvPicPr>
        <p:blipFill>
          <a:blip r:embed="rId18">
            <a:extLst>
              <a:ext uri="{96DAC541-7B7A-43D3-8B79-37D633B846F1}">
                <asvg:svgBlip xmlns:asvg="http://schemas.microsoft.com/office/drawing/2016/SVG/main" r:embed="rId19"/>
              </a:ext>
            </a:extLst>
          </a:blip>
          <a:stretch>
            <a:fillRect/>
          </a:stretch>
        </p:blipFill>
        <p:spPr>
          <a:xfrm>
            <a:off x="5921179" y="3768850"/>
            <a:ext cx="391034" cy="391034"/>
          </a:xfrm>
          <a:prstGeom prst="rect">
            <a:avLst/>
          </a:prstGeom>
        </p:spPr>
      </p:pic>
    </p:spTree>
    <p:custDataLst>
      <p:tags r:id="rId20"/>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互动装置的认知唤醒</a:t>
            </a:r>
            <a:endParaRPr lang="zh-CN" altLang="en-US"/>
          </a:p>
        </p:txBody>
      </p:sp>
      <p:sp>
        <p:nvSpPr>
          <p:cNvPr id="2" name="矩形 1"/>
          <p:cNvSpPr/>
          <p:nvPr>
            <p:custDataLst>
              <p:tags r:id="rId2"/>
            </p:custDataLst>
          </p:nvPr>
        </p:nvSpPr>
        <p:spPr>
          <a:xfrm>
            <a:off x="3337270" y="2334976"/>
            <a:ext cx="6280829" cy="882701"/>
          </a:xfrm>
          <a:prstGeom prst="rect">
            <a:avLst/>
          </a:prstGeom>
          <a:noFill/>
        </p:spPr>
        <p:txBody>
          <a:bodyPr wrap="square" lIns="0" tIns="0" rIns="0" bIns="0" rtlCol="0" anchor="t" anchorCtr="0">
            <a:noAutofit/>
          </a:bodyPr>
          <a:p>
            <a:pPr>
              <a:lnSpc>
                <a:spcPct val="150000"/>
              </a:lnSpc>
              <a:spcBef>
                <a:spcPct val="0"/>
              </a:spcBef>
              <a:spcAft>
                <a:spcPct val="0"/>
              </a:spcAft>
            </a:pPr>
            <a:r>
              <a:rPr lang="zh-CN" altLang="en-US" sz="1200">
                <a:ln>
                  <a:noFill/>
                  <a:prstDash val="sysDot"/>
                </a:ln>
                <a:solidFill>
                  <a:schemeClr val="tx1">
                    <a:lumMod val="85000"/>
                    <a:lumOff val="15000"/>
                  </a:schemeClr>
                </a:solidFill>
                <a:latin typeface="+mn-ea"/>
                <a:cs typeface="+mn-ea"/>
              </a:rPr>
              <a:t>博物馆设置的电子档案查询台，收录了大量辛亥革命时期的历史人物资料。观众可以通过简单的操作，查询到自己感兴趣的人物信息，深入了解他们的生平事迹和贡献，拓展了对辛亥革命历史的认知边界。</a:t>
            </a:r>
            <a:endParaRPr lang="zh-CN" altLang="en-US" sz="1200">
              <a:ln>
                <a:noFill/>
                <a:prstDash val="sysDot"/>
              </a:ln>
              <a:solidFill>
                <a:schemeClr val="tx1">
                  <a:lumMod val="85000"/>
                  <a:lumOff val="15000"/>
                </a:schemeClr>
              </a:solidFill>
              <a:latin typeface="+mn-ea"/>
              <a:cs typeface="+mn-ea"/>
            </a:endParaRPr>
          </a:p>
        </p:txBody>
      </p:sp>
      <p:sp>
        <p:nvSpPr>
          <p:cNvPr id="10" name="矩形 9"/>
          <p:cNvSpPr/>
          <p:nvPr>
            <p:custDataLst>
              <p:tags r:id="rId3"/>
            </p:custDataLst>
          </p:nvPr>
        </p:nvSpPr>
        <p:spPr>
          <a:xfrm>
            <a:off x="3337270" y="1918127"/>
            <a:ext cx="6280829" cy="369153"/>
          </a:xfrm>
          <a:prstGeom prst="rect">
            <a:avLst/>
          </a:prstGeom>
          <a:noFill/>
        </p:spPr>
        <p:txBody>
          <a:bodyPr wrap="square" lIns="0" tIns="0" rIns="0" bIns="0" rtlCol="0" anchor="b">
            <a:noAutofit/>
          </a:bodyPr>
          <a:p>
            <a:pPr>
              <a:spcBef>
                <a:spcPct val="0"/>
              </a:spcBef>
              <a:spcAft>
                <a:spcPct val="0"/>
              </a:spcAft>
              <a:buClr>
                <a:schemeClr val="accent1"/>
              </a:buClr>
              <a:buSzPct val="70000"/>
            </a:pPr>
            <a:r>
              <a:rPr lang="zh-CN" altLang="en-US" b="1">
                <a:solidFill>
                  <a:schemeClr val="accent1"/>
                </a:solidFill>
                <a:latin typeface="+mn-ea"/>
                <a:cs typeface="+mn-ea"/>
              </a:rPr>
              <a:t>电子档案拓展知识边界</a:t>
            </a:r>
            <a:endParaRPr lang="zh-CN" altLang="en-US" b="1">
              <a:solidFill>
                <a:schemeClr val="accent1"/>
              </a:solidFill>
              <a:latin typeface="+mn-ea"/>
              <a:cs typeface="+mn-ea"/>
            </a:endParaRPr>
          </a:p>
        </p:txBody>
      </p:sp>
      <p:sp>
        <p:nvSpPr>
          <p:cNvPr id="12" name="矩形 11"/>
          <p:cNvSpPr/>
          <p:nvPr>
            <p:custDataLst>
              <p:tags r:id="rId4"/>
            </p:custDataLst>
          </p:nvPr>
        </p:nvSpPr>
        <p:spPr>
          <a:xfrm>
            <a:off x="3337270" y="3767813"/>
            <a:ext cx="6280829" cy="882701"/>
          </a:xfrm>
          <a:prstGeom prst="rect">
            <a:avLst/>
          </a:prstGeom>
          <a:noFill/>
        </p:spPr>
        <p:txBody>
          <a:bodyPr wrap="square" lIns="0" tIns="0" rIns="0" bIns="0" rtlCol="0" anchor="t" anchorCtr="0">
            <a:noAutofit/>
          </a:bodyPr>
          <a:p>
            <a:pPr>
              <a:lnSpc>
                <a:spcPct val="150000"/>
              </a:lnSpc>
              <a:spcBef>
                <a:spcPct val="0"/>
              </a:spcBef>
              <a:spcAft>
                <a:spcPct val="0"/>
              </a:spcAft>
            </a:pPr>
            <a:r>
              <a:rPr lang="zh-CN" altLang="en-US" sz="1200">
                <a:ln>
                  <a:noFill/>
                  <a:prstDash val="sysDot"/>
                </a:ln>
                <a:solidFill>
                  <a:schemeClr val="tx1">
                    <a:lumMod val="85000"/>
                    <a:lumOff val="15000"/>
                  </a:schemeClr>
                </a:solidFill>
                <a:latin typeface="+mn-ea"/>
                <a:cs typeface="+mn-ea"/>
              </a:rPr>
              <a:t>辛亥知识问答屏以趣味问答的形式，吸引观众积极参与。观众在回答问题的过程中，不仅能够检验自己对辛亥革命历史知识的掌握程度，还能在答错后获得正确答案和相关解释，激发了学习的兴趣和积极性。</a:t>
            </a:r>
            <a:endParaRPr lang="zh-CN" altLang="en-US" sz="1200">
              <a:ln>
                <a:noFill/>
                <a:prstDash val="sysDot"/>
              </a:ln>
              <a:solidFill>
                <a:schemeClr val="tx1">
                  <a:lumMod val="85000"/>
                  <a:lumOff val="15000"/>
                </a:schemeClr>
              </a:solidFill>
              <a:latin typeface="+mn-ea"/>
              <a:cs typeface="+mn-ea"/>
            </a:endParaRPr>
          </a:p>
        </p:txBody>
      </p:sp>
      <p:sp>
        <p:nvSpPr>
          <p:cNvPr id="14" name="矩形 13"/>
          <p:cNvSpPr/>
          <p:nvPr>
            <p:custDataLst>
              <p:tags r:id="rId5"/>
            </p:custDataLst>
          </p:nvPr>
        </p:nvSpPr>
        <p:spPr>
          <a:xfrm>
            <a:off x="3337270" y="3350964"/>
            <a:ext cx="6280829" cy="369153"/>
          </a:xfrm>
          <a:prstGeom prst="rect">
            <a:avLst/>
          </a:prstGeom>
          <a:noFill/>
        </p:spPr>
        <p:txBody>
          <a:bodyPr wrap="square" lIns="0" tIns="0" rIns="0" bIns="0" rtlCol="0" anchor="b">
            <a:noAutofit/>
          </a:bodyPr>
          <a:p>
            <a:pPr>
              <a:spcBef>
                <a:spcPct val="0"/>
              </a:spcBef>
              <a:spcAft>
                <a:spcPct val="0"/>
              </a:spcAft>
              <a:buClr>
                <a:schemeClr val="accent1"/>
              </a:buClr>
              <a:buSzPct val="70000"/>
            </a:pPr>
            <a:r>
              <a:rPr lang="zh-CN" altLang="en-US" b="1">
                <a:solidFill>
                  <a:schemeClr val="accent1"/>
                </a:solidFill>
                <a:latin typeface="+mn-ea"/>
                <a:cs typeface="+mn-ea"/>
              </a:rPr>
              <a:t>知识问答激发学习兴趣</a:t>
            </a:r>
            <a:endParaRPr lang="zh-CN" altLang="en-US" b="1">
              <a:solidFill>
                <a:schemeClr val="accent1"/>
              </a:solidFill>
              <a:latin typeface="+mn-ea"/>
              <a:cs typeface="+mn-ea"/>
            </a:endParaRPr>
          </a:p>
        </p:txBody>
      </p:sp>
      <p:sp>
        <p:nvSpPr>
          <p:cNvPr id="15" name="矩形 14"/>
          <p:cNvSpPr/>
          <p:nvPr>
            <p:custDataLst>
              <p:tags r:id="rId6"/>
            </p:custDataLst>
          </p:nvPr>
        </p:nvSpPr>
        <p:spPr>
          <a:xfrm>
            <a:off x="3337270" y="5184316"/>
            <a:ext cx="6280829" cy="882701"/>
          </a:xfrm>
          <a:prstGeom prst="rect">
            <a:avLst/>
          </a:prstGeom>
          <a:noFill/>
        </p:spPr>
        <p:txBody>
          <a:bodyPr wrap="square" lIns="0" tIns="0" rIns="0" bIns="0" rtlCol="0" anchor="t" anchorCtr="0">
            <a:noAutofit/>
          </a:bodyPr>
          <a:p>
            <a:pPr>
              <a:lnSpc>
                <a:spcPct val="150000"/>
              </a:lnSpc>
              <a:spcBef>
                <a:spcPct val="0"/>
              </a:spcBef>
              <a:spcAft>
                <a:spcPct val="0"/>
              </a:spcAft>
            </a:pPr>
            <a:r>
              <a:rPr lang="zh-CN" altLang="en-US" sz="1200">
                <a:ln>
                  <a:noFill/>
                  <a:prstDash val="sysDot"/>
                </a:ln>
                <a:solidFill>
                  <a:schemeClr val="tx1">
                    <a:lumMod val="85000"/>
                    <a:lumOff val="15000"/>
                  </a:schemeClr>
                </a:solidFill>
                <a:latin typeface="+mn-ea"/>
                <a:cs typeface="+mn-ea"/>
              </a:rPr>
              <a:t>电子档案和知识问答屏都采用了参与式学习机制，让观众从被动的参观者转变为主动的学习者。通过与互动装置的互动，观众能够更加深入地理解辛亥革命的历史背景、过程和意义，促进了认知的深化。</a:t>
            </a:r>
            <a:endParaRPr lang="zh-CN" altLang="en-US" sz="1200">
              <a:ln>
                <a:noFill/>
                <a:prstDash val="sysDot"/>
              </a:ln>
              <a:solidFill>
                <a:schemeClr val="tx1">
                  <a:lumMod val="85000"/>
                  <a:lumOff val="15000"/>
                </a:schemeClr>
              </a:solidFill>
              <a:latin typeface="+mn-ea"/>
              <a:cs typeface="+mn-ea"/>
            </a:endParaRPr>
          </a:p>
        </p:txBody>
      </p:sp>
      <p:sp>
        <p:nvSpPr>
          <p:cNvPr id="16" name="矩形 15"/>
          <p:cNvSpPr/>
          <p:nvPr>
            <p:custDataLst>
              <p:tags r:id="rId7"/>
            </p:custDataLst>
          </p:nvPr>
        </p:nvSpPr>
        <p:spPr>
          <a:xfrm>
            <a:off x="3337270" y="4767467"/>
            <a:ext cx="6280829" cy="369153"/>
          </a:xfrm>
          <a:prstGeom prst="rect">
            <a:avLst/>
          </a:prstGeom>
          <a:noFill/>
        </p:spPr>
        <p:txBody>
          <a:bodyPr wrap="square" lIns="0" tIns="0" rIns="0" bIns="0" rtlCol="0" anchor="b">
            <a:noAutofit/>
          </a:bodyPr>
          <a:p>
            <a:pPr>
              <a:spcBef>
                <a:spcPct val="0"/>
              </a:spcBef>
              <a:spcAft>
                <a:spcPct val="0"/>
              </a:spcAft>
              <a:buClr>
                <a:schemeClr val="accent1"/>
              </a:buClr>
              <a:buSzPct val="70000"/>
            </a:pPr>
            <a:r>
              <a:rPr lang="zh-CN" altLang="en-US" b="1">
                <a:solidFill>
                  <a:schemeClr val="accent1"/>
                </a:solidFill>
                <a:latin typeface="+mn-ea"/>
                <a:cs typeface="+mn-ea"/>
              </a:rPr>
              <a:t>参与式学习促进认知深化</a:t>
            </a:r>
            <a:endParaRPr lang="zh-CN" altLang="en-US" b="1">
              <a:solidFill>
                <a:schemeClr val="accent1"/>
              </a:solidFill>
              <a:latin typeface="+mn-ea"/>
              <a:cs typeface="+mn-ea"/>
            </a:endParaRPr>
          </a:p>
        </p:txBody>
      </p:sp>
      <p:pic>
        <p:nvPicPr>
          <p:cNvPr id="18" name="图形 11"/>
          <p:cNvPicPr>
            <a:picLocks noChangeAspect="1"/>
          </p:cNvPicPr>
          <p:nvPr>
            <p:custDataLst>
              <p:tags r:id="rId8"/>
            </p:custDataLst>
          </p:nvPr>
        </p:nvPicPr>
        <p:blipFill>
          <a:blip r:embed="rId9">
            <a:extLst>
              <a:ext uri="{96DAC541-7B7A-43D3-8B79-37D633B846F1}">
                <asvg:svgBlip xmlns:asvg="http://schemas.microsoft.com/office/drawing/2016/SVG/main" r:embed="rId10"/>
              </a:ext>
            </a:extLst>
          </a:blip>
          <a:stretch>
            <a:fillRect/>
          </a:stretch>
        </p:blipFill>
        <p:spPr>
          <a:xfrm>
            <a:off x="2521212" y="2020053"/>
            <a:ext cx="471079" cy="471079"/>
          </a:xfrm>
          <a:prstGeom prst="rect">
            <a:avLst/>
          </a:prstGeom>
        </p:spPr>
      </p:pic>
      <p:pic>
        <p:nvPicPr>
          <p:cNvPr id="19" name="图形 18"/>
          <p:cNvPicPr>
            <a:picLocks noChangeAspect="1"/>
          </p:cNvPicPr>
          <p:nvPr>
            <p:custDataLst>
              <p:tags r:id="rId11"/>
            </p:custDataLst>
          </p:nvPr>
        </p:nvPicPr>
        <p:blipFill>
          <a:blip r:embed="rId12">
            <a:extLst>
              <a:ext uri="{96DAC541-7B7A-43D3-8B79-37D633B846F1}">
                <asvg:svgBlip xmlns:asvg="http://schemas.microsoft.com/office/drawing/2016/SVG/main" r:embed="rId13"/>
              </a:ext>
            </a:extLst>
          </a:blip>
          <a:stretch>
            <a:fillRect/>
          </a:stretch>
        </p:blipFill>
        <p:spPr>
          <a:xfrm>
            <a:off x="2540160" y="3454850"/>
            <a:ext cx="451905" cy="448254"/>
          </a:xfrm>
          <a:prstGeom prst="rect">
            <a:avLst/>
          </a:prstGeom>
        </p:spPr>
      </p:pic>
      <p:pic>
        <p:nvPicPr>
          <p:cNvPr id="20" name="图形 23"/>
          <p:cNvPicPr>
            <a:picLocks noChangeAspect="1"/>
          </p:cNvPicPr>
          <p:nvPr>
            <p:custDataLst>
              <p:tags r:id="rId14"/>
            </p:custDataLst>
          </p:nvPr>
        </p:nvPicPr>
        <p:blipFill>
          <a:blip r:embed="rId15">
            <a:extLst>
              <a:ext uri="{96DAC541-7B7A-43D3-8B79-37D633B846F1}">
                <asvg:svgBlip xmlns:asvg="http://schemas.microsoft.com/office/drawing/2016/SVG/main" r:embed="rId16"/>
              </a:ext>
            </a:extLst>
          </a:blip>
          <a:stretch>
            <a:fillRect/>
          </a:stretch>
        </p:blipFill>
        <p:spPr>
          <a:xfrm>
            <a:off x="2540160" y="4856978"/>
            <a:ext cx="451905" cy="451905"/>
          </a:xfrm>
          <a:prstGeom prst="rect">
            <a:avLst/>
          </a:prstGeom>
        </p:spPr>
      </p:pic>
    </p:spTree>
    <p:custDataLst>
      <p:tags r:id="rId17"/>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title"/>
            <p:custDataLst>
              <p:tags r:id="rId1"/>
            </p:custDataLst>
          </p:nvPr>
        </p:nvSpPr>
        <p:spPr/>
        <p:txBody>
          <a:bodyPr/>
          <a:lstStyle/>
          <a:p>
            <a:r>
              <a:rPr lang="zh-CN" altLang="en-US"/>
              <a:t>历史记忆的当代激活</a:t>
            </a:r>
            <a:endParaRPr lang="zh-CN" altLang="en-US"/>
          </a:p>
        </p:txBody>
      </p:sp>
      <p:sp>
        <p:nvSpPr>
          <p:cNvPr id="5" name="副标题"/>
          <p:cNvSpPr>
            <a:spLocks noGrp="1"/>
          </p:cNvSpPr>
          <p:nvPr>
            <p:ph type="body" idx="1"/>
            <p:custDataLst>
              <p:tags r:id="rId2"/>
            </p:custDataLst>
          </p:nvPr>
        </p:nvSpPr>
        <p:spPr/>
        <p:txBody>
          <a:bodyPr/>
          <a:lstStyle/>
          <a:p>
            <a:r>
              <a:rPr lang="zh-CN" altLang="en-US"/>
              <a:t>章节副标题</a:t>
            </a:r>
            <a:endParaRPr lang="zh-CN" altLang="en-US"/>
          </a:p>
        </p:txBody>
      </p:sp>
      <p:sp>
        <p:nvSpPr>
          <p:cNvPr id="6" name="节编号"/>
          <p:cNvSpPr>
            <a:spLocks noGrp="1"/>
          </p:cNvSpPr>
          <p:nvPr>
            <p:ph type="body" sz="quarter" idx="13"/>
            <p:custDataLst>
              <p:tags r:id="rId3"/>
            </p:custDataLst>
          </p:nvPr>
        </p:nvSpPr>
        <p:spPr/>
        <p:txBody>
          <a:bodyPr/>
          <a:lstStyle/>
          <a:p>
            <a:r>
              <a:rPr lang="zh-CN" altLang="en-US"/>
              <a:t>04</a:t>
            </a:r>
            <a:endParaRPr lang="zh-CN" altLang="en-US"/>
          </a:p>
        </p:txBody>
      </p:sp>
    </p:spTree>
    <p:custDataLst>
      <p:tags r:id="rId4"/>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首义精神的三维解码</a:t>
            </a:r>
            <a:endParaRPr lang="zh-CN" altLang="en-US"/>
          </a:p>
        </p:txBody>
      </p:sp>
      <p:cxnSp>
        <p:nvCxnSpPr>
          <p:cNvPr id="14" name="直接连接符 13"/>
          <p:cNvCxnSpPr/>
          <p:nvPr>
            <p:custDataLst>
              <p:tags r:id="rId2"/>
            </p:custDataLst>
          </p:nvPr>
        </p:nvCxnSpPr>
        <p:spPr>
          <a:xfrm>
            <a:off x="3222308" y="2473857"/>
            <a:ext cx="1908000" cy="0"/>
          </a:xfrm>
          <a:prstGeom prst="line">
            <a:avLst/>
          </a:prstGeom>
          <a:ln>
            <a:solidFill>
              <a:schemeClr val="tx1">
                <a:lumMod val="85000"/>
                <a:lumOff val="15000"/>
              </a:schemeClr>
            </a:solidFill>
          </a:ln>
        </p:spPr>
        <p:style>
          <a:lnRef idx="2">
            <a:schemeClr val="accent1"/>
          </a:lnRef>
          <a:fillRef idx="0">
            <a:srgbClr val="FFFFFF"/>
          </a:fillRef>
          <a:effectRef idx="0">
            <a:srgbClr val="FFFFFF"/>
          </a:effectRef>
          <a:fontRef idx="minor">
            <a:schemeClr val="tx1"/>
          </a:fontRef>
        </p:style>
      </p:cxnSp>
      <p:sp>
        <p:nvSpPr>
          <p:cNvPr id="21" name="矩形 20"/>
          <p:cNvSpPr/>
          <p:nvPr>
            <p:custDataLst>
              <p:tags r:id="rId3"/>
            </p:custDataLst>
          </p:nvPr>
        </p:nvSpPr>
        <p:spPr>
          <a:xfrm>
            <a:off x="695008" y="4489982"/>
            <a:ext cx="3142615" cy="1953260"/>
          </a:xfrm>
          <a:prstGeom prst="rect">
            <a:avLst/>
          </a:prstGeom>
          <a:noFill/>
        </p:spPr>
        <p:txBody>
          <a:bodyPr wrap="square" lIns="0" tIns="0" rIns="0" bIns="0" rtlCol="0" anchor="t" anchorCtr="0">
            <a:noAutofit/>
          </a:bodyPr>
          <a:p>
            <a:pPr algn="ctr">
              <a:lnSpc>
                <a:spcPct val="150000"/>
              </a:lnSpc>
              <a:spcBef>
                <a:spcPct val="0"/>
              </a:spcBef>
              <a:spcAft>
                <a:spcPct val="0"/>
              </a:spcAft>
            </a:pPr>
            <a:r>
              <a:rPr lang="zh-CN" altLang="en-US" sz="1400" dirty="0">
                <a:solidFill>
                  <a:schemeClr val="tx1">
                    <a:lumMod val="85000"/>
                    <a:lumOff val="15000"/>
                  </a:schemeClr>
                </a:solidFill>
                <a:latin typeface="+mn-ea"/>
                <a:cs typeface="+mn-ea"/>
              </a:rPr>
              <a:t>1911年武昌起义，革命党人在封建统治根深蒂固之时，率先打响第一枪，冲破思想禁锢，开启中国近代民主革命先河，体现了勇于探索、敢于创新的精神。</a:t>
            </a:r>
            <a:endParaRPr lang="zh-CN" altLang="en-US" sz="1400" dirty="0">
              <a:solidFill>
                <a:schemeClr val="tx1">
                  <a:lumMod val="85000"/>
                  <a:lumOff val="15000"/>
                </a:schemeClr>
              </a:solidFill>
              <a:latin typeface="+mn-ea"/>
              <a:cs typeface="+mn-ea"/>
            </a:endParaRPr>
          </a:p>
        </p:txBody>
      </p:sp>
      <p:sp>
        <p:nvSpPr>
          <p:cNvPr id="26" name="矩形 25"/>
          <p:cNvSpPr/>
          <p:nvPr>
            <p:custDataLst>
              <p:tags r:id="rId4"/>
            </p:custDataLst>
          </p:nvPr>
        </p:nvSpPr>
        <p:spPr>
          <a:xfrm>
            <a:off x="695008" y="3928642"/>
            <a:ext cx="3142615" cy="407670"/>
          </a:xfrm>
          <a:prstGeom prst="rect">
            <a:avLst/>
          </a:prstGeom>
          <a:noFill/>
        </p:spPr>
        <p:txBody>
          <a:bodyPr wrap="square" lIns="0" tIns="0" rIns="0" bIns="0" rtlCol="0" anchor="b">
            <a:noAutofit/>
          </a:bodyPr>
          <a:p>
            <a:pPr algn="ctr">
              <a:spcBef>
                <a:spcPct val="0"/>
              </a:spcBef>
              <a:spcAft>
                <a:spcPct val="0"/>
              </a:spcAft>
            </a:pPr>
            <a:r>
              <a:rPr lang="zh-CN" altLang="en-US" sz="2000" b="1" dirty="0">
                <a:solidFill>
                  <a:schemeClr val="accent1"/>
                </a:solidFill>
                <a:latin typeface="+mn-ea"/>
                <a:cs typeface="+mn-ea"/>
              </a:rPr>
              <a:t>敢为人先的勇气</a:t>
            </a:r>
            <a:endParaRPr lang="zh-CN" altLang="en-US" sz="2000" b="1" dirty="0">
              <a:solidFill>
                <a:schemeClr val="accent1"/>
              </a:solidFill>
              <a:latin typeface="+mn-ea"/>
              <a:cs typeface="+mn-ea"/>
            </a:endParaRPr>
          </a:p>
        </p:txBody>
      </p:sp>
      <p:pic>
        <p:nvPicPr>
          <p:cNvPr id="28" name="图片 5" descr="32313538333630393b32313538333731303bbdbbd7f7d2b5"/>
          <p:cNvPicPr>
            <a:picLocks noChangeAspect="1"/>
          </p:cNvPicPr>
          <p:nvPr>
            <p:custDataLst>
              <p:tags r:id="rId5"/>
            </p:custDataLst>
          </p:nvPr>
        </p:nvPicPr>
        <p:blipFill>
          <a:blip r:embed="rId6">
            <a:extLst>
              <a:ext uri="{96DAC541-7B7A-43D3-8B79-37D633B846F1}">
                <asvg:svgBlip xmlns:asvg="http://schemas.microsoft.com/office/drawing/2016/SVG/main" r:embed="rId7"/>
              </a:ext>
            </a:extLst>
          </a:blip>
          <a:stretch>
            <a:fillRect/>
          </a:stretch>
        </p:blipFill>
        <p:spPr>
          <a:xfrm>
            <a:off x="2003743" y="2225572"/>
            <a:ext cx="525600" cy="525600"/>
          </a:xfrm>
          <a:prstGeom prst="rect">
            <a:avLst/>
          </a:prstGeom>
        </p:spPr>
      </p:pic>
      <p:sp>
        <p:nvSpPr>
          <p:cNvPr id="29" name="弧形 28"/>
          <p:cNvSpPr/>
          <p:nvPr>
            <p:custDataLst>
              <p:tags r:id="rId8"/>
            </p:custDataLst>
          </p:nvPr>
        </p:nvSpPr>
        <p:spPr>
          <a:xfrm>
            <a:off x="1307783" y="1515642"/>
            <a:ext cx="1916430" cy="1916430"/>
          </a:xfrm>
          <a:prstGeom prst="arc">
            <a:avLst>
              <a:gd name="adj1" fmla="val 6375916"/>
              <a:gd name="adj2" fmla="val 4453969"/>
            </a:avLst>
          </a:prstGeom>
          <a:noFill/>
          <a:ln>
            <a:solidFill>
              <a:schemeClr val="tx1">
                <a:lumMod val="85000"/>
                <a:lumOff val="1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1" name="椭圆 30"/>
          <p:cNvSpPr/>
          <p:nvPr>
            <p:custDataLst>
              <p:tags r:id="rId9"/>
            </p:custDataLst>
          </p:nvPr>
        </p:nvSpPr>
        <p:spPr>
          <a:xfrm>
            <a:off x="1998028" y="3133622"/>
            <a:ext cx="536575" cy="536575"/>
          </a:xfrm>
          <a:prstGeom prst="ellipse">
            <a:avLst/>
          </a:prstGeom>
          <a:noFill/>
          <a:ln>
            <a:solidFill>
              <a:schemeClr val="tx1">
                <a:lumMod val="85000"/>
                <a:lumOff val="15000"/>
              </a:schemeClr>
            </a:solidFill>
          </a:ln>
        </p:spPr>
        <p:style>
          <a:lnRef idx="2">
            <a:schemeClr val="accent1">
              <a:lumMod val="75000"/>
            </a:schemeClr>
          </a:lnRef>
          <a:fillRef idx="1">
            <a:schemeClr val="accent1"/>
          </a:fillRef>
          <a:effectRef idx="0">
            <a:srgbClr val="FFFFFF"/>
          </a:effectRef>
          <a:fontRef idx="minor">
            <a:schemeClr val="lt1"/>
          </a:fontRef>
        </p:style>
        <p:txBody>
          <a:bodyPr wrap="none" lIns="0" tIns="0" rIns="0" bIns="0" rtlCol="0" anchor="ctr">
            <a:normAutofit/>
          </a:bodyPr>
          <a:p>
            <a:pPr algn="ctr">
              <a:spcBef>
                <a:spcPct val="0"/>
              </a:spcBef>
              <a:spcAft>
                <a:spcPct val="0"/>
              </a:spcAft>
            </a:pPr>
            <a:r>
              <a:rPr lang="en-US" altLang="zh-CN">
                <a:solidFill>
                  <a:schemeClr val="tx1">
                    <a:lumMod val="85000"/>
                    <a:lumOff val="15000"/>
                  </a:schemeClr>
                </a:solidFill>
                <a:latin typeface="+mn-ea"/>
                <a:cs typeface="+mn-ea"/>
                <a:sym typeface="+mn-ea"/>
              </a:rPr>
              <a:t>1</a:t>
            </a:r>
            <a:endParaRPr lang="en-US" altLang="zh-CN">
              <a:solidFill>
                <a:schemeClr val="tx1">
                  <a:lumMod val="85000"/>
                  <a:lumOff val="15000"/>
                </a:schemeClr>
              </a:solidFill>
              <a:latin typeface="+mn-ea"/>
              <a:cs typeface="+mn-ea"/>
              <a:sym typeface="+mn-ea"/>
            </a:endParaRPr>
          </a:p>
        </p:txBody>
      </p:sp>
      <p:sp>
        <p:nvSpPr>
          <p:cNvPr id="32" name="矩形 31"/>
          <p:cNvSpPr/>
          <p:nvPr>
            <p:custDataLst>
              <p:tags r:id="rId10"/>
            </p:custDataLst>
          </p:nvPr>
        </p:nvSpPr>
        <p:spPr>
          <a:xfrm>
            <a:off x="4524058" y="4489982"/>
            <a:ext cx="3142615" cy="1953260"/>
          </a:xfrm>
          <a:prstGeom prst="rect">
            <a:avLst/>
          </a:prstGeom>
          <a:noFill/>
        </p:spPr>
        <p:txBody>
          <a:bodyPr wrap="square" lIns="0" tIns="0" rIns="0" bIns="0" rtlCol="0" anchor="t" anchorCtr="0">
            <a:noAutofit/>
          </a:bodyPr>
          <a:p>
            <a:pPr algn="ctr">
              <a:lnSpc>
                <a:spcPct val="150000"/>
              </a:lnSpc>
              <a:spcBef>
                <a:spcPct val="0"/>
              </a:spcBef>
              <a:spcAft>
                <a:spcPct val="0"/>
              </a:spcAft>
            </a:pPr>
            <a:r>
              <a:rPr lang="zh-CN" altLang="en-US" sz="1400" dirty="0">
                <a:solidFill>
                  <a:schemeClr val="tx1">
                    <a:lumMod val="85000"/>
                    <a:lumOff val="15000"/>
                  </a:schemeClr>
                </a:solidFill>
                <a:latin typeface="+mn-ea"/>
                <a:cs typeface="+mn-ea"/>
              </a:rPr>
              <a:t>辛亥革命中，兴中会、华兴会等革命团体联合起来，各方力量共同抗击清政府，如武昌起义时新军与革命党人团结协作，展现顽强拼搏精神。</a:t>
            </a:r>
            <a:endParaRPr lang="zh-CN" altLang="en-US" sz="1400" dirty="0">
              <a:solidFill>
                <a:schemeClr val="tx1">
                  <a:lumMod val="85000"/>
                  <a:lumOff val="15000"/>
                </a:schemeClr>
              </a:solidFill>
              <a:latin typeface="+mn-ea"/>
              <a:cs typeface="+mn-ea"/>
            </a:endParaRPr>
          </a:p>
        </p:txBody>
      </p:sp>
      <p:sp>
        <p:nvSpPr>
          <p:cNvPr id="33" name="矩形 32"/>
          <p:cNvSpPr/>
          <p:nvPr>
            <p:custDataLst>
              <p:tags r:id="rId11"/>
            </p:custDataLst>
          </p:nvPr>
        </p:nvSpPr>
        <p:spPr>
          <a:xfrm>
            <a:off x="4630738" y="3928642"/>
            <a:ext cx="2928620" cy="407670"/>
          </a:xfrm>
          <a:prstGeom prst="rect">
            <a:avLst/>
          </a:prstGeom>
          <a:noFill/>
        </p:spPr>
        <p:txBody>
          <a:bodyPr wrap="square" lIns="0" tIns="0" rIns="0" bIns="0" rtlCol="0" anchor="b">
            <a:noAutofit/>
          </a:bodyPr>
          <a:p>
            <a:pPr algn="ctr">
              <a:spcBef>
                <a:spcPct val="0"/>
              </a:spcBef>
              <a:spcAft>
                <a:spcPct val="0"/>
              </a:spcAft>
            </a:pPr>
            <a:r>
              <a:rPr lang="zh-CN" altLang="en-US" sz="2000" b="1" dirty="0">
                <a:solidFill>
                  <a:schemeClr val="accent1"/>
                </a:solidFill>
                <a:latin typeface="+mn-ea"/>
                <a:cs typeface="+mn-ea"/>
              </a:rPr>
              <a:t>团结抗争的力量</a:t>
            </a:r>
            <a:endParaRPr lang="zh-CN" altLang="en-US" sz="2000" b="1" dirty="0">
              <a:solidFill>
                <a:schemeClr val="accent1"/>
              </a:solidFill>
              <a:latin typeface="+mn-ea"/>
              <a:cs typeface="+mn-ea"/>
            </a:endParaRPr>
          </a:p>
        </p:txBody>
      </p:sp>
      <p:sp>
        <p:nvSpPr>
          <p:cNvPr id="34" name="弧形 33"/>
          <p:cNvSpPr/>
          <p:nvPr>
            <p:custDataLst>
              <p:tags r:id="rId12"/>
            </p:custDataLst>
          </p:nvPr>
        </p:nvSpPr>
        <p:spPr>
          <a:xfrm>
            <a:off x="5136833" y="1515642"/>
            <a:ext cx="1916430" cy="1916430"/>
          </a:xfrm>
          <a:prstGeom prst="arc">
            <a:avLst>
              <a:gd name="adj1" fmla="val 6375851"/>
              <a:gd name="adj2" fmla="val 4457771"/>
            </a:avLst>
          </a:prstGeom>
          <a:noFill/>
          <a:ln>
            <a:solidFill>
              <a:schemeClr val="tx1">
                <a:lumMod val="85000"/>
                <a:lumOff val="1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5" name="椭圆 34"/>
          <p:cNvSpPr/>
          <p:nvPr>
            <p:custDataLst>
              <p:tags r:id="rId13"/>
            </p:custDataLst>
          </p:nvPr>
        </p:nvSpPr>
        <p:spPr>
          <a:xfrm>
            <a:off x="5827078" y="3133622"/>
            <a:ext cx="536575" cy="536575"/>
          </a:xfrm>
          <a:prstGeom prst="ellipse">
            <a:avLst/>
          </a:prstGeom>
          <a:noFill/>
          <a:ln>
            <a:solidFill>
              <a:schemeClr val="tx1">
                <a:lumMod val="85000"/>
                <a:lumOff val="15000"/>
              </a:schemeClr>
            </a:solidFill>
          </a:ln>
        </p:spPr>
        <p:style>
          <a:lnRef idx="2">
            <a:schemeClr val="accent1">
              <a:lumMod val="75000"/>
            </a:schemeClr>
          </a:lnRef>
          <a:fillRef idx="1">
            <a:schemeClr val="accent1"/>
          </a:fillRef>
          <a:effectRef idx="0">
            <a:srgbClr val="FFFFFF"/>
          </a:effectRef>
          <a:fontRef idx="minor">
            <a:schemeClr val="lt1"/>
          </a:fontRef>
        </p:style>
        <p:txBody>
          <a:bodyPr wrap="none" lIns="0" tIns="0" rIns="0" bIns="0" rtlCol="0" anchor="ctr">
            <a:normAutofit/>
          </a:bodyPr>
          <a:p>
            <a:pPr algn="ctr">
              <a:spcBef>
                <a:spcPct val="0"/>
              </a:spcBef>
              <a:spcAft>
                <a:spcPct val="0"/>
              </a:spcAft>
            </a:pPr>
            <a:r>
              <a:rPr lang="en-US" altLang="zh-CN">
                <a:solidFill>
                  <a:schemeClr val="tx1">
                    <a:lumMod val="85000"/>
                    <a:lumOff val="15000"/>
                  </a:schemeClr>
                </a:solidFill>
                <a:latin typeface="+mn-ea"/>
                <a:cs typeface="+mn-ea"/>
                <a:sym typeface="+mn-ea"/>
              </a:rPr>
              <a:t>2</a:t>
            </a:r>
            <a:endParaRPr lang="en-US" altLang="zh-CN">
              <a:solidFill>
                <a:schemeClr val="tx1">
                  <a:lumMod val="85000"/>
                  <a:lumOff val="15000"/>
                </a:schemeClr>
              </a:solidFill>
              <a:latin typeface="+mn-ea"/>
              <a:cs typeface="+mn-ea"/>
              <a:sym typeface="+mn-ea"/>
            </a:endParaRPr>
          </a:p>
        </p:txBody>
      </p:sp>
      <p:sp>
        <p:nvSpPr>
          <p:cNvPr id="36" name="矩形 35"/>
          <p:cNvSpPr/>
          <p:nvPr>
            <p:custDataLst>
              <p:tags r:id="rId14"/>
            </p:custDataLst>
          </p:nvPr>
        </p:nvSpPr>
        <p:spPr>
          <a:xfrm>
            <a:off x="8354378" y="4489982"/>
            <a:ext cx="3142615" cy="1953260"/>
          </a:xfrm>
          <a:prstGeom prst="rect">
            <a:avLst/>
          </a:prstGeom>
          <a:noFill/>
        </p:spPr>
        <p:txBody>
          <a:bodyPr wrap="square" lIns="0" tIns="0" rIns="0" bIns="0" rtlCol="0" anchor="t" anchorCtr="0">
            <a:noAutofit/>
          </a:bodyPr>
          <a:p>
            <a:pPr algn="ctr">
              <a:lnSpc>
                <a:spcPct val="150000"/>
              </a:lnSpc>
              <a:spcBef>
                <a:spcPct val="0"/>
              </a:spcBef>
              <a:spcAft>
                <a:spcPct val="0"/>
              </a:spcAft>
            </a:pPr>
            <a:r>
              <a:rPr lang="zh-CN" altLang="en-US" sz="1400" dirty="0">
                <a:solidFill>
                  <a:schemeClr val="tx1">
                    <a:lumMod val="85000"/>
                    <a:lumOff val="15000"/>
                  </a:schemeClr>
                </a:solidFill>
                <a:latin typeface="+mn-ea"/>
                <a:cs typeface="+mn-ea"/>
              </a:rPr>
              <a:t>革命先辈们以“驱除鞑虏，恢复中华，创立民国，平均地权”为纲领，推翻封建帝制，建立中华民国，反映了对民主自由的渴望与追求。</a:t>
            </a:r>
            <a:endParaRPr lang="zh-CN" altLang="en-US" sz="1400" dirty="0">
              <a:solidFill>
                <a:schemeClr val="tx1">
                  <a:lumMod val="85000"/>
                  <a:lumOff val="15000"/>
                </a:schemeClr>
              </a:solidFill>
              <a:latin typeface="+mn-ea"/>
              <a:cs typeface="+mn-ea"/>
            </a:endParaRPr>
          </a:p>
        </p:txBody>
      </p:sp>
      <p:sp>
        <p:nvSpPr>
          <p:cNvPr id="37" name="矩形 36"/>
          <p:cNvSpPr/>
          <p:nvPr>
            <p:custDataLst>
              <p:tags r:id="rId15"/>
            </p:custDataLst>
          </p:nvPr>
        </p:nvSpPr>
        <p:spPr>
          <a:xfrm>
            <a:off x="8353108" y="3928642"/>
            <a:ext cx="3145154" cy="407670"/>
          </a:xfrm>
          <a:prstGeom prst="rect">
            <a:avLst/>
          </a:prstGeom>
          <a:noFill/>
        </p:spPr>
        <p:txBody>
          <a:bodyPr wrap="square" lIns="0" tIns="0" rIns="0" bIns="0" rtlCol="0" anchor="b">
            <a:noAutofit/>
          </a:bodyPr>
          <a:p>
            <a:pPr algn="ctr">
              <a:spcBef>
                <a:spcPct val="0"/>
              </a:spcBef>
              <a:spcAft>
                <a:spcPct val="0"/>
              </a:spcAft>
            </a:pPr>
            <a:r>
              <a:rPr lang="zh-CN" altLang="en-US" sz="2000" b="1" dirty="0">
                <a:solidFill>
                  <a:schemeClr val="accent1"/>
                </a:solidFill>
                <a:latin typeface="+mn-ea"/>
                <a:cs typeface="+mn-ea"/>
              </a:rPr>
              <a:t>追求民主的信念</a:t>
            </a:r>
            <a:endParaRPr lang="zh-CN" altLang="en-US" sz="2000" b="1" dirty="0">
              <a:solidFill>
                <a:schemeClr val="accent1"/>
              </a:solidFill>
              <a:latin typeface="+mn-ea"/>
              <a:cs typeface="+mn-ea"/>
            </a:endParaRPr>
          </a:p>
        </p:txBody>
      </p:sp>
      <p:sp>
        <p:nvSpPr>
          <p:cNvPr id="38" name="弧形 37"/>
          <p:cNvSpPr/>
          <p:nvPr>
            <p:custDataLst>
              <p:tags r:id="rId16"/>
            </p:custDataLst>
          </p:nvPr>
        </p:nvSpPr>
        <p:spPr>
          <a:xfrm>
            <a:off x="8967153" y="1515642"/>
            <a:ext cx="1916430" cy="1916430"/>
          </a:xfrm>
          <a:prstGeom prst="arc">
            <a:avLst>
              <a:gd name="adj1" fmla="val 6392578"/>
              <a:gd name="adj2" fmla="val 4437989"/>
            </a:avLst>
          </a:prstGeom>
          <a:noFill/>
          <a:ln>
            <a:solidFill>
              <a:schemeClr val="tx1">
                <a:lumMod val="85000"/>
                <a:lumOff val="1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9" name="椭圆 38"/>
          <p:cNvSpPr/>
          <p:nvPr>
            <p:custDataLst>
              <p:tags r:id="rId17"/>
            </p:custDataLst>
          </p:nvPr>
        </p:nvSpPr>
        <p:spPr>
          <a:xfrm>
            <a:off x="9657398" y="3133622"/>
            <a:ext cx="536575" cy="536575"/>
          </a:xfrm>
          <a:prstGeom prst="ellipse">
            <a:avLst/>
          </a:prstGeom>
          <a:noFill/>
          <a:ln>
            <a:solidFill>
              <a:schemeClr val="tx1">
                <a:lumMod val="85000"/>
                <a:lumOff val="15000"/>
              </a:schemeClr>
            </a:solidFill>
          </a:ln>
        </p:spPr>
        <p:style>
          <a:lnRef idx="2">
            <a:schemeClr val="accent1">
              <a:lumMod val="75000"/>
            </a:schemeClr>
          </a:lnRef>
          <a:fillRef idx="1">
            <a:schemeClr val="accent1"/>
          </a:fillRef>
          <a:effectRef idx="0">
            <a:srgbClr val="FFFFFF"/>
          </a:effectRef>
          <a:fontRef idx="minor">
            <a:schemeClr val="lt1"/>
          </a:fontRef>
        </p:style>
        <p:txBody>
          <a:bodyPr wrap="none" lIns="0" tIns="0" rIns="0" bIns="0" rtlCol="0" anchor="ctr">
            <a:normAutofit/>
          </a:bodyPr>
          <a:p>
            <a:pPr algn="ctr">
              <a:spcBef>
                <a:spcPct val="0"/>
              </a:spcBef>
              <a:spcAft>
                <a:spcPct val="0"/>
              </a:spcAft>
            </a:pPr>
            <a:r>
              <a:rPr lang="en-US" altLang="zh-CN">
                <a:solidFill>
                  <a:schemeClr val="tx1">
                    <a:lumMod val="85000"/>
                    <a:lumOff val="15000"/>
                  </a:schemeClr>
                </a:solidFill>
                <a:latin typeface="+mn-ea"/>
                <a:cs typeface="+mn-ea"/>
                <a:sym typeface="+mn-ea"/>
              </a:rPr>
              <a:t>3</a:t>
            </a:r>
            <a:endParaRPr lang="en-US" altLang="zh-CN">
              <a:solidFill>
                <a:schemeClr val="tx1">
                  <a:lumMod val="85000"/>
                  <a:lumOff val="15000"/>
                </a:schemeClr>
              </a:solidFill>
              <a:latin typeface="+mn-ea"/>
              <a:cs typeface="+mn-ea"/>
              <a:sym typeface="+mn-ea"/>
            </a:endParaRPr>
          </a:p>
        </p:txBody>
      </p:sp>
      <p:pic>
        <p:nvPicPr>
          <p:cNvPr id="40" name="图片 13" descr="32313538333630393b32313538333732303bcad5b2d8bfceb3cc"/>
          <p:cNvPicPr>
            <a:picLocks noChangeAspect="1"/>
          </p:cNvPicPr>
          <p:nvPr>
            <p:custDataLst>
              <p:tags r:id="rId18"/>
            </p:custDataLst>
          </p:nvPr>
        </p:nvPicPr>
        <p:blipFill>
          <a:blip r:embed="rId19">
            <a:extLst>
              <a:ext uri="{96DAC541-7B7A-43D3-8B79-37D633B846F1}">
                <asvg:svgBlip xmlns:asvg="http://schemas.microsoft.com/office/drawing/2016/SVG/main" r:embed="rId20"/>
              </a:ext>
            </a:extLst>
          </a:blip>
          <a:stretch>
            <a:fillRect/>
          </a:stretch>
        </p:blipFill>
        <p:spPr>
          <a:xfrm>
            <a:off x="9635808" y="2221762"/>
            <a:ext cx="579600" cy="579600"/>
          </a:xfrm>
          <a:prstGeom prst="rect">
            <a:avLst/>
          </a:prstGeom>
        </p:spPr>
      </p:pic>
      <p:pic>
        <p:nvPicPr>
          <p:cNvPr id="41" name="图片 14" descr="32313538333630393b32313538333732313bb6fac2f3"/>
          <p:cNvPicPr>
            <a:picLocks noChangeAspect="1"/>
          </p:cNvPicPr>
          <p:nvPr>
            <p:custDataLst>
              <p:tags r:id="rId21"/>
            </p:custDataLst>
          </p:nvPr>
        </p:nvPicPr>
        <p:blipFill>
          <a:blip r:embed="rId22">
            <a:extLst>
              <a:ext uri="{96DAC541-7B7A-43D3-8B79-37D633B846F1}">
                <asvg:svgBlip xmlns:asvg="http://schemas.microsoft.com/office/drawing/2016/SVG/main" r:embed="rId23"/>
              </a:ext>
            </a:extLst>
          </a:blip>
          <a:stretch>
            <a:fillRect/>
          </a:stretch>
        </p:blipFill>
        <p:spPr>
          <a:xfrm>
            <a:off x="5805488" y="2184932"/>
            <a:ext cx="579600" cy="579600"/>
          </a:xfrm>
          <a:prstGeom prst="rect">
            <a:avLst/>
          </a:prstGeom>
        </p:spPr>
      </p:pic>
      <p:cxnSp>
        <p:nvCxnSpPr>
          <p:cNvPr id="42" name="直接连接符 41"/>
          <p:cNvCxnSpPr/>
          <p:nvPr>
            <p:custDataLst>
              <p:tags r:id="rId24"/>
            </p:custDataLst>
          </p:nvPr>
        </p:nvCxnSpPr>
        <p:spPr>
          <a:xfrm>
            <a:off x="7059613" y="2473857"/>
            <a:ext cx="1908000" cy="0"/>
          </a:xfrm>
          <a:prstGeom prst="line">
            <a:avLst/>
          </a:prstGeom>
          <a:ln>
            <a:solidFill>
              <a:schemeClr val="tx1">
                <a:lumMod val="85000"/>
                <a:lumOff val="15000"/>
              </a:schemeClr>
            </a:solidFill>
          </a:ln>
        </p:spPr>
        <p:style>
          <a:lnRef idx="2">
            <a:schemeClr val="accent1"/>
          </a:lnRef>
          <a:fillRef idx="0">
            <a:srgbClr val="FFFFFF"/>
          </a:fillRef>
          <a:effectRef idx="0">
            <a:srgbClr val="FFFFFF"/>
          </a:effectRef>
          <a:fontRef idx="minor">
            <a:schemeClr val="tx1"/>
          </a:fontRef>
        </p:style>
      </p:cxnSp>
    </p:spTree>
    <p:custDataLst>
      <p:tags r:id="rId25"/>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抗疫精神的世纪回响</a:t>
            </a:r>
            <a:endParaRPr lang="zh-CN" altLang="en-US"/>
          </a:p>
        </p:txBody>
      </p:sp>
      <p:sp>
        <p:nvSpPr>
          <p:cNvPr id="4" name="圆角矩形 3"/>
          <p:cNvSpPr/>
          <p:nvPr>
            <p:custDataLst>
              <p:tags r:id="rId2"/>
            </p:custDataLst>
          </p:nvPr>
        </p:nvSpPr>
        <p:spPr>
          <a:xfrm>
            <a:off x="720725" y="1928787"/>
            <a:ext cx="3270342" cy="4241947"/>
          </a:xfrm>
          <a:prstGeom prst="roundRect">
            <a:avLst>
              <a:gd name="adj" fmla="val 2258"/>
            </a:avLst>
          </a:prstGeom>
          <a:noFill/>
          <a:ln w="25400">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 name="圆角矩形 1"/>
          <p:cNvSpPr/>
          <p:nvPr>
            <p:custDataLst>
              <p:tags r:id="rId3"/>
            </p:custDataLst>
          </p:nvPr>
        </p:nvSpPr>
        <p:spPr>
          <a:xfrm>
            <a:off x="4427455" y="1928787"/>
            <a:ext cx="3270342" cy="4241947"/>
          </a:xfrm>
          <a:prstGeom prst="roundRect">
            <a:avLst>
              <a:gd name="adj" fmla="val 2258"/>
            </a:avLst>
          </a:prstGeom>
          <a:noFill/>
          <a:ln w="25400">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矩形 6"/>
          <p:cNvSpPr/>
          <p:nvPr>
            <p:custDataLst>
              <p:tags r:id="rId4"/>
            </p:custDataLst>
          </p:nvPr>
        </p:nvSpPr>
        <p:spPr>
          <a:xfrm>
            <a:off x="1028764" y="3247577"/>
            <a:ext cx="2635013" cy="2360345"/>
          </a:xfrm>
          <a:prstGeom prst="rect">
            <a:avLst/>
          </a:prstGeom>
        </p:spPr>
        <p:txBody>
          <a:bodyPr wrap="square" lIns="0" tIns="0" rIns="0" bIns="0">
            <a:noAutofit/>
          </a:bodyPr>
          <a:p>
            <a:pPr algn="ctr">
              <a:lnSpc>
                <a:spcPct val="150000"/>
              </a:lnSpc>
              <a:spcBef>
                <a:spcPct val="0"/>
              </a:spcBef>
              <a:spcAft>
                <a:spcPct val="0"/>
              </a:spcAft>
            </a:pPr>
            <a:r>
              <a:rPr lang="zh-CN" altLang="en-US" sz="1200" dirty="0">
                <a:ln>
                  <a:noFill/>
                  <a:prstDash val="sysDot"/>
                </a:ln>
                <a:solidFill>
                  <a:schemeClr val="tx1">
                    <a:lumMod val="85000"/>
                    <a:lumOff val="15000"/>
                  </a:schemeClr>
                </a:solidFill>
                <a:latin typeface="+mn-ea"/>
                <a:cs typeface="+mn-ea"/>
              </a:rPr>
              <a:t>武汉抗疫中，医护人员、志愿者等群体无畏逆行，如同辛亥革命先辈们敢为人先；大家团结一心抗击疫情，与革命时期团结抗争精神一致；为守护人民生命健康努力，体现对人民民主权利的维护。</a:t>
            </a:r>
            <a:endParaRPr lang="zh-CN" altLang="en-US" sz="1200" dirty="0">
              <a:ln>
                <a:noFill/>
                <a:prstDash val="sysDot"/>
              </a:ln>
              <a:solidFill>
                <a:schemeClr val="tx1">
                  <a:lumMod val="85000"/>
                  <a:lumOff val="15000"/>
                </a:schemeClr>
              </a:solidFill>
              <a:latin typeface="+mn-ea"/>
              <a:cs typeface="+mn-ea"/>
            </a:endParaRPr>
          </a:p>
        </p:txBody>
      </p:sp>
      <p:sp>
        <p:nvSpPr>
          <p:cNvPr id="13" name="矩形 12"/>
          <p:cNvSpPr/>
          <p:nvPr>
            <p:custDataLst>
              <p:tags r:id="rId5"/>
            </p:custDataLst>
          </p:nvPr>
        </p:nvSpPr>
        <p:spPr>
          <a:xfrm>
            <a:off x="951112" y="2616740"/>
            <a:ext cx="2809568" cy="447298"/>
          </a:xfrm>
          <a:prstGeom prst="rect">
            <a:avLst/>
          </a:prstGeom>
          <a:noFill/>
        </p:spPr>
        <p:txBody>
          <a:bodyPr wrap="square" lIns="0" tIns="0" rIns="0" bIns="0" rtlCol="0" anchor="b" anchorCtr="0">
            <a:noAutofit/>
          </a:bodyPr>
          <a:p>
            <a:pPr algn="ctr">
              <a:spcBef>
                <a:spcPct val="0"/>
              </a:spcBef>
              <a:spcAft>
                <a:spcPct val="0"/>
              </a:spcAft>
            </a:pPr>
            <a:r>
              <a:rPr lang="zh-CN" altLang="en-US" sz="2400" b="1" kern="0">
                <a:solidFill>
                  <a:schemeClr val="accent1"/>
                </a:solidFill>
                <a:latin typeface="+mn-ea"/>
                <a:cs typeface="+mn-ea"/>
              </a:rPr>
              <a:t>精神内核的呼应</a:t>
            </a:r>
            <a:endParaRPr lang="zh-CN" altLang="en-US" sz="2400" b="1" kern="0">
              <a:solidFill>
                <a:schemeClr val="accent1"/>
              </a:solidFill>
              <a:latin typeface="+mn-ea"/>
              <a:cs typeface="+mn-ea"/>
            </a:endParaRPr>
          </a:p>
        </p:txBody>
      </p:sp>
      <p:sp>
        <p:nvSpPr>
          <p:cNvPr id="14" name="矩形 13"/>
          <p:cNvSpPr/>
          <p:nvPr>
            <p:custDataLst>
              <p:tags r:id="rId6"/>
            </p:custDataLst>
          </p:nvPr>
        </p:nvSpPr>
        <p:spPr>
          <a:xfrm>
            <a:off x="4779132" y="3247577"/>
            <a:ext cx="2635013" cy="2360345"/>
          </a:xfrm>
          <a:prstGeom prst="rect">
            <a:avLst/>
          </a:prstGeom>
        </p:spPr>
        <p:txBody>
          <a:bodyPr wrap="square" lIns="0" tIns="0" rIns="0" bIns="0">
            <a:noAutofit/>
          </a:bodyPr>
          <a:p>
            <a:pPr algn="ctr">
              <a:lnSpc>
                <a:spcPct val="150000"/>
              </a:lnSpc>
              <a:spcBef>
                <a:spcPct val="0"/>
              </a:spcBef>
              <a:spcAft>
                <a:spcPct val="0"/>
              </a:spcAft>
            </a:pPr>
            <a:r>
              <a:rPr lang="zh-CN" altLang="en-US" sz="1200">
                <a:ln>
                  <a:noFill/>
                  <a:prstDash val="sysDot"/>
                </a:ln>
                <a:solidFill>
                  <a:schemeClr val="tx1">
                    <a:lumMod val="85000"/>
                    <a:lumOff val="15000"/>
                  </a:schemeClr>
                </a:solidFill>
                <a:latin typeface="+mn-ea"/>
                <a:cs typeface="+mn-ea"/>
              </a:rPr>
              <a:t>辛亥革命为民族解放而战，武汉抗疫为人民生命安全而战，都是在不同时代背景下，肩负起守护国家和人民的使命，展现中国人民的担当。</a:t>
            </a:r>
            <a:endParaRPr lang="zh-CN" altLang="en-US" sz="1200">
              <a:ln>
                <a:noFill/>
                <a:prstDash val="sysDot"/>
              </a:ln>
              <a:solidFill>
                <a:schemeClr val="tx1">
                  <a:lumMod val="85000"/>
                  <a:lumOff val="15000"/>
                </a:schemeClr>
              </a:solidFill>
              <a:latin typeface="+mn-ea"/>
              <a:cs typeface="+mn-ea"/>
            </a:endParaRPr>
          </a:p>
        </p:txBody>
      </p:sp>
      <p:sp>
        <p:nvSpPr>
          <p:cNvPr id="15" name="矩形 14"/>
          <p:cNvSpPr/>
          <p:nvPr>
            <p:custDataLst>
              <p:tags r:id="rId7"/>
            </p:custDataLst>
          </p:nvPr>
        </p:nvSpPr>
        <p:spPr>
          <a:xfrm>
            <a:off x="4657842" y="2616740"/>
            <a:ext cx="2809568" cy="447298"/>
          </a:xfrm>
          <a:prstGeom prst="rect">
            <a:avLst/>
          </a:prstGeom>
          <a:noFill/>
        </p:spPr>
        <p:txBody>
          <a:bodyPr wrap="square" lIns="0" tIns="0" rIns="0" bIns="0" rtlCol="0" anchor="b" anchorCtr="0">
            <a:noAutofit/>
          </a:bodyPr>
          <a:p>
            <a:pPr algn="ctr">
              <a:spcBef>
                <a:spcPct val="0"/>
              </a:spcBef>
              <a:spcAft>
                <a:spcPct val="0"/>
              </a:spcAft>
            </a:pPr>
            <a:r>
              <a:rPr lang="zh-CN" altLang="en-US" sz="2400" b="1" kern="0">
                <a:solidFill>
                  <a:schemeClr val="accent1"/>
                </a:solidFill>
                <a:latin typeface="+mn-ea"/>
                <a:cs typeface="+mn-ea"/>
              </a:rPr>
              <a:t>时代使命的延续</a:t>
            </a:r>
            <a:endParaRPr lang="zh-CN" altLang="en-US" sz="2400" b="1" kern="0">
              <a:solidFill>
                <a:schemeClr val="accent1"/>
              </a:solidFill>
              <a:latin typeface="+mn-ea"/>
              <a:cs typeface="+mn-ea"/>
            </a:endParaRPr>
          </a:p>
        </p:txBody>
      </p:sp>
      <p:sp>
        <p:nvSpPr>
          <p:cNvPr id="16" name="圆角矩形 15"/>
          <p:cNvSpPr/>
          <p:nvPr>
            <p:custDataLst>
              <p:tags r:id="rId8"/>
            </p:custDataLst>
          </p:nvPr>
        </p:nvSpPr>
        <p:spPr>
          <a:xfrm>
            <a:off x="8201568" y="1928787"/>
            <a:ext cx="3270342" cy="4241947"/>
          </a:xfrm>
          <a:prstGeom prst="roundRect">
            <a:avLst>
              <a:gd name="adj" fmla="val 2258"/>
            </a:avLst>
          </a:prstGeom>
          <a:noFill/>
          <a:ln w="25400">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8" name="矩形 17"/>
          <p:cNvSpPr/>
          <p:nvPr>
            <p:custDataLst>
              <p:tags r:id="rId9"/>
            </p:custDataLst>
          </p:nvPr>
        </p:nvSpPr>
        <p:spPr>
          <a:xfrm>
            <a:off x="8529501" y="3247577"/>
            <a:ext cx="2635013" cy="2360345"/>
          </a:xfrm>
          <a:prstGeom prst="rect">
            <a:avLst/>
          </a:prstGeom>
        </p:spPr>
        <p:txBody>
          <a:bodyPr wrap="square" lIns="0" tIns="0" rIns="0" bIns="0">
            <a:noAutofit/>
          </a:bodyPr>
          <a:p>
            <a:pPr algn="ctr">
              <a:lnSpc>
                <a:spcPct val="150000"/>
              </a:lnSpc>
              <a:spcBef>
                <a:spcPct val="0"/>
              </a:spcBef>
              <a:spcAft>
                <a:spcPct val="0"/>
              </a:spcAft>
            </a:pPr>
            <a:r>
              <a:rPr lang="zh-CN" altLang="en-US" sz="1200">
                <a:ln>
                  <a:noFill/>
                  <a:prstDash val="sysDot"/>
                </a:ln>
                <a:solidFill>
                  <a:schemeClr val="tx1">
                    <a:lumMod val="85000"/>
                    <a:lumOff val="15000"/>
                  </a:schemeClr>
                </a:solidFill>
                <a:latin typeface="+mn-ea"/>
                <a:cs typeface="+mn-ea"/>
              </a:rPr>
              <a:t>抗疫精神传承了辛亥精神，激励着人们在新时代面对困难时，继续发扬英勇无畏、团结协作的精神，为国家发展和社会进步贡献力量。</a:t>
            </a:r>
            <a:endParaRPr lang="zh-CN" altLang="en-US" sz="1200">
              <a:ln>
                <a:noFill/>
                <a:prstDash val="sysDot"/>
              </a:ln>
              <a:solidFill>
                <a:schemeClr val="tx1">
                  <a:lumMod val="85000"/>
                  <a:lumOff val="15000"/>
                </a:schemeClr>
              </a:solidFill>
              <a:latin typeface="+mn-ea"/>
              <a:cs typeface="+mn-ea"/>
            </a:endParaRPr>
          </a:p>
        </p:txBody>
      </p:sp>
      <p:sp>
        <p:nvSpPr>
          <p:cNvPr id="19" name="矩形 18"/>
          <p:cNvSpPr/>
          <p:nvPr>
            <p:custDataLst>
              <p:tags r:id="rId10"/>
            </p:custDataLst>
          </p:nvPr>
        </p:nvSpPr>
        <p:spPr>
          <a:xfrm>
            <a:off x="8431955" y="2616740"/>
            <a:ext cx="2809568" cy="447298"/>
          </a:xfrm>
          <a:prstGeom prst="rect">
            <a:avLst/>
          </a:prstGeom>
          <a:noFill/>
        </p:spPr>
        <p:txBody>
          <a:bodyPr wrap="square" lIns="0" tIns="0" rIns="0" bIns="0" rtlCol="0" anchor="b" anchorCtr="0">
            <a:noAutofit/>
          </a:bodyPr>
          <a:p>
            <a:pPr algn="ctr">
              <a:spcBef>
                <a:spcPct val="0"/>
              </a:spcBef>
              <a:spcAft>
                <a:spcPct val="0"/>
              </a:spcAft>
            </a:pPr>
            <a:r>
              <a:rPr lang="zh-CN" altLang="en-US" sz="2400" b="1" kern="0">
                <a:solidFill>
                  <a:schemeClr val="accent1"/>
                </a:solidFill>
                <a:latin typeface="+mn-ea"/>
                <a:cs typeface="+mn-ea"/>
              </a:rPr>
              <a:t>价值传承的体现</a:t>
            </a:r>
            <a:endParaRPr lang="zh-CN" altLang="en-US" sz="2400" b="1" kern="0">
              <a:solidFill>
                <a:schemeClr val="accent1"/>
              </a:solidFill>
              <a:latin typeface="+mn-ea"/>
              <a:cs typeface="+mn-ea"/>
            </a:endParaRPr>
          </a:p>
        </p:txBody>
      </p:sp>
      <p:cxnSp>
        <p:nvCxnSpPr>
          <p:cNvPr id="30" name="直接连接符 29"/>
          <p:cNvCxnSpPr/>
          <p:nvPr>
            <p:custDataLst>
              <p:tags r:id="rId11"/>
            </p:custDataLst>
          </p:nvPr>
        </p:nvCxnSpPr>
        <p:spPr>
          <a:xfrm>
            <a:off x="2185191" y="5849218"/>
            <a:ext cx="341409" cy="0"/>
          </a:xfrm>
          <a:prstGeom prst="line">
            <a:avLst/>
          </a:prstGeom>
          <a:ln w="47625" cap="rnd">
            <a:solidFill>
              <a:schemeClr val="accent1"/>
            </a:solidFill>
          </a:ln>
        </p:spPr>
        <p:style>
          <a:lnRef idx="2">
            <a:schemeClr val="accent1"/>
          </a:lnRef>
          <a:fillRef idx="0">
            <a:srgbClr val="FFFFFF"/>
          </a:fillRef>
          <a:effectRef idx="0">
            <a:srgbClr val="FFFFFF"/>
          </a:effectRef>
          <a:fontRef idx="minor">
            <a:schemeClr val="tx1"/>
          </a:fontRef>
        </p:style>
      </p:cxnSp>
      <p:cxnSp>
        <p:nvCxnSpPr>
          <p:cNvPr id="20" name="直接连接符 19"/>
          <p:cNvCxnSpPr/>
          <p:nvPr>
            <p:custDataLst>
              <p:tags r:id="rId12"/>
            </p:custDataLst>
          </p:nvPr>
        </p:nvCxnSpPr>
        <p:spPr>
          <a:xfrm>
            <a:off x="5891921" y="5849218"/>
            <a:ext cx="341409" cy="0"/>
          </a:xfrm>
          <a:prstGeom prst="line">
            <a:avLst/>
          </a:prstGeom>
          <a:ln w="47625" cap="rnd">
            <a:solidFill>
              <a:schemeClr val="accent1"/>
            </a:solidFill>
          </a:ln>
        </p:spPr>
        <p:style>
          <a:lnRef idx="2">
            <a:schemeClr val="accent1"/>
          </a:lnRef>
          <a:fillRef idx="0">
            <a:srgbClr val="FFFFFF"/>
          </a:fillRef>
          <a:effectRef idx="0">
            <a:srgbClr val="FFFFFF"/>
          </a:effectRef>
          <a:fontRef idx="minor">
            <a:schemeClr val="tx1"/>
          </a:fontRef>
        </p:style>
      </p:cxnSp>
      <p:cxnSp>
        <p:nvCxnSpPr>
          <p:cNvPr id="21" name="直接连接符 20"/>
          <p:cNvCxnSpPr/>
          <p:nvPr>
            <p:custDataLst>
              <p:tags r:id="rId13"/>
            </p:custDataLst>
          </p:nvPr>
        </p:nvCxnSpPr>
        <p:spPr>
          <a:xfrm>
            <a:off x="9666034" y="5849218"/>
            <a:ext cx="341409" cy="0"/>
          </a:xfrm>
          <a:prstGeom prst="line">
            <a:avLst/>
          </a:prstGeom>
          <a:ln w="47625" cap="rnd">
            <a:solidFill>
              <a:schemeClr val="accent1"/>
            </a:solidFill>
          </a:ln>
        </p:spPr>
        <p:style>
          <a:lnRef idx="2">
            <a:schemeClr val="accent1"/>
          </a:lnRef>
          <a:fillRef idx="0">
            <a:srgbClr val="FFFFFF"/>
          </a:fillRef>
          <a:effectRef idx="0">
            <a:srgbClr val="FFFFFF"/>
          </a:effectRef>
          <a:fontRef idx="minor">
            <a:schemeClr val="tx1"/>
          </a:fontRef>
        </p:style>
      </p:cxnSp>
      <p:sp>
        <p:nvSpPr>
          <p:cNvPr id="22" name="椭圆 21"/>
          <p:cNvSpPr/>
          <p:nvPr>
            <p:custDataLst>
              <p:tags r:id="rId14"/>
            </p:custDataLst>
          </p:nvPr>
        </p:nvSpPr>
        <p:spPr>
          <a:xfrm>
            <a:off x="1943895" y="1497533"/>
            <a:ext cx="899729" cy="899729"/>
          </a:xfrm>
          <a:prstGeom prst="ellipse">
            <a:avLst/>
          </a:prstGeom>
          <a:solidFill>
            <a:schemeClr val="accent1">
              <a:alpha val="15000"/>
            </a:schemeClr>
          </a:solidFill>
          <a:ln w="38100">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3" name="椭圆 22"/>
          <p:cNvSpPr/>
          <p:nvPr>
            <p:custDataLst>
              <p:tags r:id="rId15"/>
            </p:custDataLst>
          </p:nvPr>
        </p:nvSpPr>
        <p:spPr>
          <a:xfrm>
            <a:off x="1974057" y="1496891"/>
            <a:ext cx="838763" cy="838763"/>
          </a:xfrm>
          <a:prstGeom prst="ellipse">
            <a:avLst/>
          </a:prstGeom>
          <a:ln w="38100">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4" name="椭圆 23"/>
          <p:cNvSpPr/>
          <p:nvPr>
            <p:custDataLst>
              <p:tags r:id="rId16"/>
            </p:custDataLst>
          </p:nvPr>
        </p:nvSpPr>
        <p:spPr>
          <a:xfrm>
            <a:off x="5612761" y="1497533"/>
            <a:ext cx="899729" cy="899729"/>
          </a:xfrm>
          <a:prstGeom prst="ellipse">
            <a:avLst/>
          </a:prstGeom>
          <a:solidFill>
            <a:schemeClr val="accent1">
              <a:alpha val="15000"/>
            </a:schemeClr>
          </a:solidFill>
          <a:ln w="38100">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5" name="椭圆 24"/>
          <p:cNvSpPr/>
          <p:nvPr>
            <p:custDataLst>
              <p:tags r:id="rId17"/>
            </p:custDataLst>
          </p:nvPr>
        </p:nvSpPr>
        <p:spPr>
          <a:xfrm>
            <a:off x="5642923" y="1496891"/>
            <a:ext cx="838763" cy="838763"/>
          </a:xfrm>
          <a:prstGeom prst="ellipse">
            <a:avLst/>
          </a:prstGeom>
          <a:ln w="38100">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6" name="椭圆 25"/>
          <p:cNvSpPr/>
          <p:nvPr>
            <p:custDataLst>
              <p:tags r:id="rId18"/>
            </p:custDataLst>
          </p:nvPr>
        </p:nvSpPr>
        <p:spPr>
          <a:xfrm>
            <a:off x="9386874" y="1497533"/>
            <a:ext cx="899729" cy="899729"/>
          </a:xfrm>
          <a:prstGeom prst="ellipse">
            <a:avLst/>
          </a:prstGeom>
          <a:solidFill>
            <a:schemeClr val="accent1">
              <a:alpha val="15000"/>
            </a:schemeClr>
          </a:solidFill>
          <a:ln w="38100">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7" name="椭圆 26"/>
          <p:cNvSpPr/>
          <p:nvPr>
            <p:custDataLst>
              <p:tags r:id="rId19"/>
            </p:custDataLst>
          </p:nvPr>
        </p:nvSpPr>
        <p:spPr>
          <a:xfrm>
            <a:off x="9417037" y="1497533"/>
            <a:ext cx="838763" cy="838763"/>
          </a:xfrm>
          <a:prstGeom prst="ellipse">
            <a:avLst/>
          </a:prstGeom>
          <a:ln w="38100">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8" name="图形 23" descr="333438303937363b333438313038303bd7e9d6afbcdcb9b9"/>
          <p:cNvPicPr>
            <a:picLocks noChangeAspect="1"/>
          </p:cNvPicPr>
          <p:nvPr>
            <p:custDataLst>
              <p:tags r:id="rId20"/>
            </p:custDataLst>
          </p:nvPr>
        </p:nvPicPr>
        <p:blipFill>
          <a:blip r:embed="rId21">
            <a:extLst>
              <a:ext uri="{96DAC541-7B7A-43D3-8B79-37D633B846F1}">
                <asvg:svgBlip xmlns:asvg="http://schemas.microsoft.com/office/drawing/2016/SVG/main" r:embed="rId22"/>
              </a:ext>
            </a:extLst>
          </a:blip>
          <a:stretch>
            <a:fillRect/>
          </a:stretch>
        </p:blipFill>
        <p:spPr>
          <a:xfrm>
            <a:off x="2229472" y="1752307"/>
            <a:ext cx="327933" cy="327933"/>
          </a:xfrm>
          <a:prstGeom prst="rect">
            <a:avLst/>
          </a:prstGeom>
        </p:spPr>
      </p:pic>
      <p:pic>
        <p:nvPicPr>
          <p:cNvPr id="29" name="图形 25" descr="333438303937363b333438313039323bcfeec4bfbcc6bbae"/>
          <p:cNvPicPr>
            <a:picLocks noChangeAspect="1"/>
          </p:cNvPicPr>
          <p:nvPr>
            <p:custDataLst>
              <p:tags r:id="rId23"/>
            </p:custDataLst>
          </p:nvPr>
        </p:nvPicPr>
        <p:blipFill>
          <a:blip r:embed="rId24">
            <a:extLst>
              <a:ext uri="{96DAC541-7B7A-43D3-8B79-37D633B846F1}">
                <asvg:svgBlip xmlns:asvg="http://schemas.microsoft.com/office/drawing/2016/SVG/main" r:embed="rId25"/>
              </a:ext>
            </a:extLst>
          </a:blip>
          <a:stretch>
            <a:fillRect/>
          </a:stretch>
        </p:blipFill>
        <p:spPr>
          <a:xfrm>
            <a:off x="5898339" y="1752307"/>
            <a:ext cx="327291" cy="327291"/>
          </a:xfrm>
          <a:prstGeom prst="rect">
            <a:avLst/>
          </a:prstGeom>
        </p:spPr>
      </p:pic>
      <p:pic>
        <p:nvPicPr>
          <p:cNvPr id="35" name="图形 26" descr="333438303937363b333438313037333bcad0b3a1bebad5f9"/>
          <p:cNvPicPr>
            <a:picLocks noChangeAspect="1"/>
          </p:cNvPicPr>
          <p:nvPr>
            <p:custDataLst>
              <p:tags r:id="rId26"/>
            </p:custDataLst>
          </p:nvPr>
        </p:nvPicPr>
        <p:blipFill>
          <a:blip r:embed="rId27">
            <a:extLst>
              <a:ext uri="{96DAC541-7B7A-43D3-8B79-37D633B846F1}">
                <asvg:svgBlip xmlns:asvg="http://schemas.microsoft.com/office/drawing/2016/SVG/main" r:embed="rId28"/>
              </a:ext>
            </a:extLst>
          </a:blip>
          <a:stretch>
            <a:fillRect/>
          </a:stretch>
        </p:blipFill>
        <p:spPr>
          <a:xfrm>
            <a:off x="9689779" y="1770917"/>
            <a:ext cx="292637" cy="292637"/>
          </a:xfrm>
          <a:prstGeom prst="rect">
            <a:avLst/>
          </a:prstGeom>
        </p:spPr>
      </p:pic>
    </p:spTree>
    <p:custDataLst>
      <p:tags r:id="rId29"/>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青年使命的传承路径</a:t>
            </a:r>
            <a:endParaRPr lang="zh-CN" altLang="en-US"/>
          </a:p>
        </p:txBody>
      </p:sp>
      <p:sp>
        <p:nvSpPr>
          <p:cNvPr id="2" name="矩形 1"/>
          <p:cNvSpPr/>
          <p:nvPr>
            <p:custDataLst>
              <p:tags r:id="rId2"/>
            </p:custDataLst>
          </p:nvPr>
        </p:nvSpPr>
        <p:spPr>
          <a:xfrm>
            <a:off x="3337270" y="2334976"/>
            <a:ext cx="6280829" cy="882701"/>
          </a:xfrm>
          <a:prstGeom prst="rect">
            <a:avLst/>
          </a:prstGeom>
          <a:noFill/>
        </p:spPr>
        <p:txBody>
          <a:bodyPr wrap="square" lIns="0" tIns="0" rIns="0" bIns="0" rtlCol="0" anchor="t" anchorCtr="0">
            <a:noAutofit/>
          </a:bodyPr>
          <a:p>
            <a:pPr>
              <a:lnSpc>
                <a:spcPct val="150000"/>
              </a:lnSpc>
              <a:spcBef>
                <a:spcPct val="0"/>
              </a:spcBef>
              <a:spcAft>
                <a:spcPct val="0"/>
              </a:spcAft>
            </a:pPr>
            <a:r>
              <a:rPr lang="zh-CN" altLang="en-US" sz="1200">
                <a:ln>
                  <a:noFill/>
                  <a:prstDash val="sysDot"/>
                </a:ln>
                <a:solidFill>
                  <a:schemeClr val="tx1">
                    <a:lumMod val="85000"/>
                    <a:lumOff val="15000"/>
                  </a:schemeClr>
                </a:solidFill>
                <a:latin typeface="+mn-ea"/>
                <a:cs typeface="+mn-ea"/>
              </a:rPr>
              <a:t>青年应深入学习辛亥革命历史，了解其背景、过程和意义，通过阅读书籍、参观博物馆等方式，奠定对历史的认知基础。</a:t>
            </a:r>
            <a:endParaRPr lang="zh-CN" altLang="en-US" sz="1200">
              <a:ln>
                <a:noFill/>
                <a:prstDash val="sysDot"/>
              </a:ln>
              <a:solidFill>
                <a:schemeClr val="tx1">
                  <a:lumMod val="85000"/>
                  <a:lumOff val="15000"/>
                </a:schemeClr>
              </a:solidFill>
              <a:latin typeface="+mn-ea"/>
              <a:cs typeface="+mn-ea"/>
            </a:endParaRPr>
          </a:p>
        </p:txBody>
      </p:sp>
      <p:sp>
        <p:nvSpPr>
          <p:cNvPr id="10" name="矩形 9"/>
          <p:cNvSpPr/>
          <p:nvPr>
            <p:custDataLst>
              <p:tags r:id="rId3"/>
            </p:custDataLst>
          </p:nvPr>
        </p:nvSpPr>
        <p:spPr>
          <a:xfrm>
            <a:off x="3337270" y="1918127"/>
            <a:ext cx="6280829" cy="369153"/>
          </a:xfrm>
          <a:prstGeom prst="rect">
            <a:avLst/>
          </a:prstGeom>
          <a:noFill/>
        </p:spPr>
        <p:txBody>
          <a:bodyPr wrap="square" lIns="0" tIns="0" rIns="0" bIns="0" rtlCol="0" anchor="b">
            <a:noAutofit/>
          </a:bodyPr>
          <a:p>
            <a:pPr>
              <a:spcBef>
                <a:spcPct val="0"/>
              </a:spcBef>
              <a:spcAft>
                <a:spcPct val="0"/>
              </a:spcAft>
              <a:buClr>
                <a:schemeClr val="accent1"/>
              </a:buClr>
              <a:buSzPct val="70000"/>
            </a:pPr>
            <a:r>
              <a:rPr lang="zh-CN" altLang="en-US" b="1">
                <a:solidFill>
                  <a:schemeClr val="accent1"/>
                </a:solidFill>
                <a:latin typeface="+mn-ea"/>
                <a:cs typeface="+mn-ea"/>
              </a:rPr>
              <a:t>历史认知的奠基</a:t>
            </a:r>
            <a:endParaRPr lang="zh-CN" altLang="en-US" b="1">
              <a:solidFill>
                <a:schemeClr val="accent1"/>
              </a:solidFill>
              <a:latin typeface="+mn-ea"/>
              <a:cs typeface="+mn-ea"/>
            </a:endParaRPr>
          </a:p>
        </p:txBody>
      </p:sp>
      <p:sp>
        <p:nvSpPr>
          <p:cNvPr id="12" name="矩形 11"/>
          <p:cNvSpPr/>
          <p:nvPr>
            <p:custDataLst>
              <p:tags r:id="rId4"/>
            </p:custDataLst>
          </p:nvPr>
        </p:nvSpPr>
        <p:spPr>
          <a:xfrm>
            <a:off x="3337270" y="3767813"/>
            <a:ext cx="6280829" cy="882701"/>
          </a:xfrm>
          <a:prstGeom prst="rect">
            <a:avLst/>
          </a:prstGeom>
          <a:noFill/>
        </p:spPr>
        <p:txBody>
          <a:bodyPr wrap="square" lIns="0" tIns="0" rIns="0" bIns="0" rtlCol="0" anchor="t" anchorCtr="0">
            <a:noAutofit/>
          </a:bodyPr>
          <a:p>
            <a:pPr>
              <a:lnSpc>
                <a:spcPct val="150000"/>
              </a:lnSpc>
              <a:spcBef>
                <a:spcPct val="0"/>
              </a:spcBef>
              <a:spcAft>
                <a:spcPct val="0"/>
              </a:spcAft>
            </a:pPr>
            <a:r>
              <a:rPr lang="zh-CN" altLang="en-US" sz="1200">
                <a:ln>
                  <a:noFill/>
                  <a:prstDash val="sysDot"/>
                </a:ln>
                <a:solidFill>
                  <a:schemeClr val="tx1">
                    <a:lumMod val="85000"/>
                    <a:lumOff val="15000"/>
                  </a:schemeClr>
                </a:solidFill>
                <a:latin typeface="+mn-ea"/>
                <a:cs typeface="+mn-ea"/>
              </a:rPr>
              <a:t>在认知历史的基础上，理解首义精神的内涵，认同其敢为人先、团结抗争、追求民主的价值，将其内化为自身的精神追求。</a:t>
            </a:r>
            <a:endParaRPr lang="zh-CN" altLang="en-US" sz="1200">
              <a:ln>
                <a:noFill/>
                <a:prstDash val="sysDot"/>
              </a:ln>
              <a:solidFill>
                <a:schemeClr val="tx1">
                  <a:lumMod val="85000"/>
                  <a:lumOff val="15000"/>
                </a:schemeClr>
              </a:solidFill>
              <a:latin typeface="+mn-ea"/>
              <a:cs typeface="+mn-ea"/>
            </a:endParaRPr>
          </a:p>
        </p:txBody>
      </p:sp>
      <p:sp>
        <p:nvSpPr>
          <p:cNvPr id="14" name="矩形 13"/>
          <p:cNvSpPr/>
          <p:nvPr>
            <p:custDataLst>
              <p:tags r:id="rId5"/>
            </p:custDataLst>
          </p:nvPr>
        </p:nvSpPr>
        <p:spPr>
          <a:xfrm>
            <a:off x="3337270" y="3350964"/>
            <a:ext cx="6280829" cy="369153"/>
          </a:xfrm>
          <a:prstGeom prst="rect">
            <a:avLst/>
          </a:prstGeom>
          <a:noFill/>
        </p:spPr>
        <p:txBody>
          <a:bodyPr wrap="square" lIns="0" tIns="0" rIns="0" bIns="0" rtlCol="0" anchor="b">
            <a:noAutofit/>
          </a:bodyPr>
          <a:p>
            <a:pPr>
              <a:spcBef>
                <a:spcPct val="0"/>
              </a:spcBef>
              <a:spcAft>
                <a:spcPct val="0"/>
              </a:spcAft>
              <a:buClr>
                <a:schemeClr val="accent1"/>
              </a:buClr>
              <a:buSzPct val="70000"/>
            </a:pPr>
            <a:r>
              <a:rPr lang="zh-CN" altLang="en-US" b="1">
                <a:solidFill>
                  <a:schemeClr val="accent1"/>
                </a:solidFill>
                <a:latin typeface="+mn-ea"/>
                <a:cs typeface="+mn-ea"/>
              </a:rPr>
              <a:t>价值认同的深化</a:t>
            </a:r>
            <a:endParaRPr lang="zh-CN" altLang="en-US" b="1">
              <a:solidFill>
                <a:schemeClr val="accent1"/>
              </a:solidFill>
              <a:latin typeface="+mn-ea"/>
              <a:cs typeface="+mn-ea"/>
            </a:endParaRPr>
          </a:p>
        </p:txBody>
      </p:sp>
      <p:sp>
        <p:nvSpPr>
          <p:cNvPr id="15" name="矩形 14"/>
          <p:cNvSpPr/>
          <p:nvPr>
            <p:custDataLst>
              <p:tags r:id="rId6"/>
            </p:custDataLst>
          </p:nvPr>
        </p:nvSpPr>
        <p:spPr>
          <a:xfrm>
            <a:off x="3337270" y="5184316"/>
            <a:ext cx="6280829" cy="882701"/>
          </a:xfrm>
          <a:prstGeom prst="rect">
            <a:avLst/>
          </a:prstGeom>
          <a:noFill/>
        </p:spPr>
        <p:txBody>
          <a:bodyPr wrap="square" lIns="0" tIns="0" rIns="0" bIns="0" rtlCol="0" anchor="t" anchorCtr="0">
            <a:noAutofit/>
          </a:bodyPr>
          <a:p>
            <a:pPr>
              <a:lnSpc>
                <a:spcPct val="150000"/>
              </a:lnSpc>
              <a:spcBef>
                <a:spcPct val="0"/>
              </a:spcBef>
              <a:spcAft>
                <a:spcPct val="0"/>
              </a:spcAft>
            </a:pPr>
            <a:r>
              <a:rPr lang="zh-CN" altLang="en-US" sz="1200">
                <a:ln>
                  <a:noFill/>
                  <a:prstDash val="sysDot"/>
                </a:ln>
                <a:solidFill>
                  <a:schemeClr val="tx1">
                    <a:lumMod val="85000"/>
                    <a:lumOff val="15000"/>
                  </a:schemeClr>
                </a:solidFill>
                <a:latin typeface="+mn-ea"/>
                <a:cs typeface="+mn-ea"/>
              </a:rPr>
              <a:t>青年要将对历史的认知和价值认同转化为实际行动，在学习和工作中勇于创新、团结协作，为实现中华民族伟大复兴的中国梦贡献力量。</a:t>
            </a:r>
            <a:endParaRPr lang="zh-CN" altLang="en-US" sz="1200">
              <a:ln>
                <a:noFill/>
                <a:prstDash val="sysDot"/>
              </a:ln>
              <a:solidFill>
                <a:schemeClr val="tx1">
                  <a:lumMod val="85000"/>
                  <a:lumOff val="15000"/>
                </a:schemeClr>
              </a:solidFill>
              <a:latin typeface="+mn-ea"/>
              <a:cs typeface="+mn-ea"/>
            </a:endParaRPr>
          </a:p>
        </p:txBody>
      </p:sp>
      <p:sp>
        <p:nvSpPr>
          <p:cNvPr id="16" name="矩形 15"/>
          <p:cNvSpPr/>
          <p:nvPr>
            <p:custDataLst>
              <p:tags r:id="rId7"/>
            </p:custDataLst>
          </p:nvPr>
        </p:nvSpPr>
        <p:spPr>
          <a:xfrm>
            <a:off x="3337270" y="4767467"/>
            <a:ext cx="6280829" cy="369153"/>
          </a:xfrm>
          <a:prstGeom prst="rect">
            <a:avLst/>
          </a:prstGeom>
          <a:noFill/>
        </p:spPr>
        <p:txBody>
          <a:bodyPr wrap="square" lIns="0" tIns="0" rIns="0" bIns="0" rtlCol="0" anchor="b">
            <a:noAutofit/>
          </a:bodyPr>
          <a:p>
            <a:pPr>
              <a:spcBef>
                <a:spcPct val="0"/>
              </a:spcBef>
              <a:spcAft>
                <a:spcPct val="0"/>
              </a:spcAft>
              <a:buClr>
                <a:schemeClr val="accent1"/>
              </a:buClr>
              <a:buSzPct val="70000"/>
            </a:pPr>
            <a:r>
              <a:rPr lang="zh-CN" altLang="en-US" b="1">
                <a:solidFill>
                  <a:schemeClr val="accent1"/>
                </a:solidFill>
                <a:latin typeface="+mn-ea"/>
                <a:cs typeface="+mn-ea"/>
              </a:rPr>
              <a:t>实践行动的转化</a:t>
            </a:r>
            <a:endParaRPr lang="zh-CN" altLang="en-US" b="1">
              <a:solidFill>
                <a:schemeClr val="accent1"/>
              </a:solidFill>
              <a:latin typeface="+mn-ea"/>
              <a:cs typeface="+mn-ea"/>
            </a:endParaRPr>
          </a:p>
        </p:txBody>
      </p:sp>
      <p:pic>
        <p:nvPicPr>
          <p:cNvPr id="18" name="图形 11"/>
          <p:cNvPicPr>
            <a:picLocks noChangeAspect="1"/>
          </p:cNvPicPr>
          <p:nvPr>
            <p:custDataLst>
              <p:tags r:id="rId8"/>
            </p:custDataLst>
          </p:nvPr>
        </p:nvPicPr>
        <p:blipFill>
          <a:blip r:embed="rId9">
            <a:extLst>
              <a:ext uri="{96DAC541-7B7A-43D3-8B79-37D633B846F1}">
                <asvg:svgBlip xmlns:asvg="http://schemas.microsoft.com/office/drawing/2016/SVG/main" r:embed="rId10"/>
              </a:ext>
            </a:extLst>
          </a:blip>
          <a:stretch>
            <a:fillRect/>
          </a:stretch>
        </p:blipFill>
        <p:spPr>
          <a:xfrm>
            <a:off x="2521212" y="2020053"/>
            <a:ext cx="471079" cy="471079"/>
          </a:xfrm>
          <a:prstGeom prst="rect">
            <a:avLst/>
          </a:prstGeom>
        </p:spPr>
      </p:pic>
      <p:pic>
        <p:nvPicPr>
          <p:cNvPr id="19" name="图形 18"/>
          <p:cNvPicPr>
            <a:picLocks noChangeAspect="1"/>
          </p:cNvPicPr>
          <p:nvPr>
            <p:custDataLst>
              <p:tags r:id="rId11"/>
            </p:custDataLst>
          </p:nvPr>
        </p:nvPicPr>
        <p:blipFill>
          <a:blip r:embed="rId12">
            <a:extLst>
              <a:ext uri="{96DAC541-7B7A-43D3-8B79-37D633B846F1}">
                <asvg:svgBlip xmlns:asvg="http://schemas.microsoft.com/office/drawing/2016/SVG/main" r:embed="rId13"/>
              </a:ext>
            </a:extLst>
          </a:blip>
          <a:stretch>
            <a:fillRect/>
          </a:stretch>
        </p:blipFill>
        <p:spPr>
          <a:xfrm>
            <a:off x="2540160" y="3454850"/>
            <a:ext cx="451905" cy="448254"/>
          </a:xfrm>
          <a:prstGeom prst="rect">
            <a:avLst/>
          </a:prstGeom>
        </p:spPr>
      </p:pic>
      <p:pic>
        <p:nvPicPr>
          <p:cNvPr id="20" name="图形 23"/>
          <p:cNvPicPr>
            <a:picLocks noChangeAspect="1"/>
          </p:cNvPicPr>
          <p:nvPr>
            <p:custDataLst>
              <p:tags r:id="rId14"/>
            </p:custDataLst>
          </p:nvPr>
        </p:nvPicPr>
        <p:blipFill>
          <a:blip r:embed="rId15">
            <a:extLst>
              <a:ext uri="{96DAC541-7B7A-43D3-8B79-37D633B846F1}">
                <asvg:svgBlip xmlns:asvg="http://schemas.microsoft.com/office/drawing/2016/SVG/main" r:embed="rId16"/>
              </a:ext>
            </a:extLst>
          </a:blip>
          <a:stretch>
            <a:fillRect/>
          </a:stretch>
        </p:blipFill>
        <p:spPr>
          <a:xfrm>
            <a:off x="2540160" y="4856978"/>
            <a:ext cx="451905" cy="451905"/>
          </a:xfrm>
          <a:prstGeom prst="rect">
            <a:avLst/>
          </a:prstGeom>
        </p:spPr>
      </p:pic>
    </p:spTree>
    <p:custDataLst>
      <p:tags r:id="rId17"/>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custDataLst>
              <p:tags r:id="rId1"/>
            </p:custDataLst>
          </p:nvPr>
        </p:nvSpPr>
        <p:spPr/>
        <p:txBody>
          <a:bodyPr/>
          <a:lstStyle/>
          <a:p>
            <a:r>
              <a:rPr lang="zh-CN" altLang="en-US"/>
              <a:t>文物保护的科技赋能</a:t>
            </a:r>
            <a:endParaRPr lang="zh-CN" altLang="en-US"/>
          </a:p>
        </p:txBody>
      </p:sp>
      <p:sp>
        <p:nvSpPr>
          <p:cNvPr id="4" name="任意多边形 3"/>
          <p:cNvSpPr/>
          <p:nvPr>
            <p:custDataLst>
              <p:tags r:id="rId2"/>
            </p:custDataLst>
          </p:nvPr>
        </p:nvSpPr>
        <p:spPr>
          <a:xfrm>
            <a:off x="1767862" y="3587571"/>
            <a:ext cx="2885001" cy="358796"/>
          </a:xfrm>
          <a:custGeom>
            <a:avLst/>
            <a:gdLst>
              <a:gd name="connsiteX0" fmla="*/ 0 w 2879725"/>
              <a:gd name="connsiteY0" fmla="*/ 89535 h 358140"/>
              <a:gd name="connsiteX1" fmla="*/ 1020324 w 2879725"/>
              <a:gd name="connsiteY1" fmla="*/ 89535 h 358140"/>
              <a:gd name="connsiteX2" fmla="*/ 1019622 w 2879725"/>
              <a:gd name="connsiteY2" fmla="*/ 91798 h 358140"/>
              <a:gd name="connsiteX3" fmla="*/ 1010920 w 2879725"/>
              <a:gd name="connsiteY3" fmla="*/ 178117 h 358140"/>
              <a:gd name="connsiteX4" fmla="*/ 1019622 w 2879725"/>
              <a:gd name="connsiteY4" fmla="*/ 264436 h 358140"/>
              <a:gd name="connsiteX5" fmla="*/ 1020916 w 2879725"/>
              <a:gd name="connsiteY5" fmla="*/ 268605 h 358140"/>
              <a:gd name="connsiteX6" fmla="*/ 0 w 2879725"/>
              <a:gd name="connsiteY6" fmla="*/ 268605 h 358140"/>
              <a:gd name="connsiteX7" fmla="*/ 89535 w 2879725"/>
              <a:gd name="connsiteY7" fmla="*/ 179070 h 358140"/>
              <a:gd name="connsiteX8" fmla="*/ 2700655 w 2879725"/>
              <a:gd name="connsiteY8" fmla="*/ 0 h 358140"/>
              <a:gd name="connsiteX9" fmla="*/ 2879725 w 2879725"/>
              <a:gd name="connsiteY9" fmla="*/ 179070 h 358140"/>
              <a:gd name="connsiteX10" fmla="*/ 2700655 w 2879725"/>
              <a:gd name="connsiteY10" fmla="*/ 358140 h 358140"/>
              <a:gd name="connsiteX11" fmla="*/ 2700655 w 2879725"/>
              <a:gd name="connsiteY11" fmla="*/ 268605 h 358140"/>
              <a:gd name="connsiteX12" fmla="*/ 1857538 w 2879725"/>
              <a:gd name="connsiteY12" fmla="*/ 268605 h 358140"/>
              <a:gd name="connsiteX13" fmla="*/ 1858832 w 2879725"/>
              <a:gd name="connsiteY13" fmla="*/ 264436 h 358140"/>
              <a:gd name="connsiteX14" fmla="*/ 1867534 w 2879725"/>
              <a:gd name="connsiteY14" fmla="*/ 178117 h 358140"/>
              <a:gd name="connsiteX15" fmla="*/ 1858832 w 2879725"/>
              <a:gd name="connsiteY15" fmla="*/ 91798 h 358140"/>
              <a:gd name="connsiteX16" fmla="*/ 1858130 w 2879725"/>
              <a:gd name="connsiteY16" fmla="*/ 89535 h 358140"/>
              <a:gd name="connsiteX17" fmla="*/ 2700655 w 2879725"/>
              <a:gd name="connsiteY17" fmla="*/ 89535 h 358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879725" h="358140">
                <a:moveTo>
                  <a:pt x="0" y="89535"/>
                </a:moveTo>
                <a:lnTo>
                  <a:pt x="1020324" y="89535"/>
                </a:lnTo>
                <a:lnTo>
                  <a:pt x="1019622" y="91798"/>
                </a:lnTo>
                <a:cubicBezTo>
                  <a:pt x="1013916" y="119680"/>
                  <a:pt x="1010920" y="148549"/>
                  <a:pt x="1010920" y="178117"/>
                </a:cubicBezTo>
                <a:cubicBezTo>
                  <a:pt x="1010920" y="207685"/>
                  <a:pt x="1013916" y="236554"/>
                  <a:pt x="1019622" y="264436"/>
                </a:cubicBezTo>
                <a:lnTo>
                  <a:pt x="1020916" y="268605"/>
                </a:lnTo>
                <a:lnTo>
                  <a:pt x="0" y="268605"/>
                </a:lnTo>
                <a:lnTo>
                  <a:pt x="89535" y="179070"/>
                </a:lnTo>
                <a:close/>
                <a:moveTo>
                  <a:pt x="2700655" y="0"/>
                </a:moveTo>
                <a:lnTo>
                  <a:pt x="2879725" y="179070"/>
                </a:lnTo>
                <a:lnTo>
                  <a:pt x="2700655" y="358140"/>
                </a:lnTo>
                <a:lnTo>
                  <a:pt x="2700655" y="268605"/>
                </a:lnTo>
                <a:lnTo>
                  <a:pt x="1857538" y="268605"/>
                </a:lnTo>
                <a:lnTo>
                  <a:pt x="1858832" y="264436"/>
                </a:lnTo>
                <a:cubicBezTo>
                  <a:pt x="1864538" y="236554"/>
                  <a:pt x="1867534" y="207685"/>
                  <a:pt x="1867534" y="178117"/>
                </a:cubicBezTo>
                <a:cubicBezTo>
                  <a:pt x="1867534" y="148549"/>
                  <a:pt x="1864538" y="119680"/>
                  <a:pt x="1858832" y="91798"/>
                </a:cubicBezTo>
                <a:lnTo>
                  <a:pt x="1858130" y="89535"/>
                </a:lnTo>
                <a:lnTo>
                  <a:pt x="2700655" y="89535"/>
                </a:lnTo>
                <a:close/>
              </a:path>
            </a:pathLst>
          </a:cu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5" name="任意多边形 4"/>
          <p:cNvSpPr/>
          <p:nvPr>
            <p:custDataLst>
              <p:tags r:id="rId3"/>
            </p:custDataLst>
          </p:nvPr>
        </p:nvSpPr>
        <p:spPr>
          <a:xfrm>
            <a:off x="4652864" y="3586935"/>
            <a:ext cx="2885001" cy="358796"/>
          </a:xfrm>
          <a:custGeom>
            <a:avLst/>
            <a:gdLst>
              <a:gd name="connsiteX0" fmla="*/ 0 w 2879725"/>
              <a:gd name="connsiteY0" fmla="*/ 89535 h 358140"/>
              <a:gd name="connsiteX1" fmla="*/ 1020522 w 2879725"/>
              <a:gd name="connsiteY1" fmla="*/ 89535 h 358140"/>
              <a:gd name="connsiteX2" fmla="*/ 1019622 w 2879725"/>
              <a:gd name="connsiteY2" fmla="*/ 92433 h 358140"/>
              <a:gd name="connsiteX3" fmla="*/ 1010920 w 2879725"/>
              <a:gd name="connsiteY3" fmla="*/ 178752 h 358140"/>
              <a:gd name="connsiteX4" fmla="*/ 1019622 w 2879725"/>
              <a:gd name="connsiteY4" fmla="*/ 265071 h 358140"/>
              <a:gd name="connsiteX5" fmla="*/ 1020719 w 2879725"/>
              <a:gd name="connsiteY5" fmla="*/ 268605 h 358140"/>
              <a:gd name="connsiteX6" fmla="*/ 0 w 2879725"/>
              <a:gd name="connsiteY6" fmla="*/ 268605 h 358140"/>
              <a:gd name="connsiteX7" fmla="*/ 89535 w 2879725"/>
              <a:gd name="connsiteY7" fmla="*/ 179070 h 358140"/>
              <a:gd name="connsiteX8" fmla="*/ 2700655 w 2879725"/>
              <a:gd name="connsiteY8" fmla="*/ 0 h 358140"/>
              <a:gd name="connsiteX9" fmla="*/ 2879725 w 2879725"/>
              <a:gd name="connsiteY9" fmla="*/ 179070 h 358140"/>
              <a:gd name="connsiteX10" fmla="*/ 2700655 w 2879725"/>
              <a:gd name="connsiteY10" fmla="*/ 358140 h 358140"/>
              <a:gd name="connsiteX11" fmla="*/ 2700655 w 2879725"/>
              <a:gd name="connsiteY11" fmla="*/ 268605 h 358140"/>
              <a:gd name="connsiteX12" fmla="*/ 1857735 w 2879725"/>
              <a:gd name="connsiteY12" fmla="*/ 268605 h 358140"/>
              <a:gd name="connsiteX13" fmla="*/ 1858833 w 2879725"/>
              <a:gd name="connsiteY13" fmla="*/ 265071 h 358140"/>
              <a:gd name="connsiteX14" fmla="*/ 1867534 w 2879725"/>
              <a:gd name="connsiteY14" fmla="*/ 178752 h 358140"/>
              <a:gd name="connsiteX15" fmla="*/ 1858833 w 2879725"/>
              <a:gd name="connsiteY15" fmla="*/ 92433 h 358140"/>
              <a:gd name="connsiteX16" fmla="*/ 1857933 w 2879725"/>
              <a:gd name="connsiteY16" fmla="*/ 89535 h 358140"/>
              <a:gd name="connsiteX17" fmla="*/ 2700655 w 2879725"/>
              <a:gd name="connsiteY17" fmla="*/ 89535 h 358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879725" h="358140">
                <a:moveTo>
                  <a:pt x="0" y="89535"/>
                </a:moveTo>
                <a:lnTo>
                  <a:pt x="1020522" y="89535"/>
                </a:lnTo>
                <a:lnTo>
                  <a:pt x="1019622" y="92433"/>
                </a:lnTo>
                <a:cubicBezTo>
                  <a:pt x="1013917" y="120315"/>
                  <a:pt x="1010920" y="149184"/>
                  <a:pt x="1010920" y="178752"/>
                </a:cubicBezTo>
                <a:cubicBezTo>
                  <a:pt x="1010920" y="208320"/>
                  <a:pt x="1013917" y="237189"/>
                  <a:pt x="1019622" y="265071"/>
                </a:cubicBezTo>
                <a:lnTo>
                  <a:pt x="1020719" y="268605"/>
                </a:lnTo>
                <a:lnTo>
                  <a:pt x="0" y="268605"/>
                </a:lnTo>
                <a:lnTo>
                  <a:pt x="89535" y="179070"/>
                </a:lnTo>
                <a:close/>
                <a:moveTo>
                  <a:pt x="2700655" y="0"/>
                </a:moveTo>
                <a:lnTo>
                  <a:pt x="2879725" y="179070"/>
                </a:lnTo>
                <a:lnTo>
                  <a:pt x="2700655" y="358140"/>
                </a:lnTo>
                <a:lnTo>
                  <a:pt x="2700655" y="268605"/>
                </a:lnTo>
                <a:lnTo>
                  <a:pt x="1857735" y="268605"/>
                </a:lnTo>
                <a:lnTo>
                  <a:pt x="1858833" y="265071"/>
                </a:lnTo>
                <a:cubicBezTo>
                  <a:pt x="1864538" y="237189"/>
                  <a:pt x="1867534" y="208320"/>
                  <a:pt x="1867534" y="178752"/>
                </a:cubicBezTo>
                <a:cubicBezTo>
                  <a:pt x="1867534" y="149184"/>
                  <a:pt x="1864538" y="120315"/>
                  <a:pt x="1858833" y="92433"/>
                </a:cubicBezTo>
                <a:lnTo>
                  <a:pt x="1857933" y="89535"/>
                </a:lnTo>
                <a:lnTo>
                  <a:pt x="2700655" y="89535"/>
                </a:lnTo>
                <a:close/>
              </a:path>
            </a:pathLst>
          </a:cu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6" name="任意多边形 5"/>
          <p:cNvSpPr/>
          <p:nvPr>
            <p:custDataLst>
              <p:tags r:id="rId4"/>
            </p:custDataLst>
          </p:nvPr>
        </p:nvSpPr>
        <p:spPr>
          <a:xfrm>
            <a:off x="7537865" y="3587571"/>
            <a:ext cx="2885001" cy="358796"/>
          </a:xfrm>
          <a:custGeom>
            <a:avLst/>
            <a:gdLst>
              <a:gd name="connsiteX0" fmla="*/ 0 w 2879725"/>
              <a:gd name="connsiteY0" fmla="*/ 89535 h 358140"/>
              <a:gd name="connsiteX1" fmla="*/ 1020324 w 2879725"/>
              <a:gd name="connsiteY1" fmla="*/ 89535 h 358140"/>
              <a:gd name="connsiteX2" fmla="*/ 1019622 w 2879725"/>
              <a:gd name="connsiteY2" fmla="*/ 91798 h 358140"/>
              <a:gd name="connsiteX3" fmla="*/ 1010920 w 2879725"/>
              <a:gd name="connsiteY3" fmla="*/ 178117 h 358140"/>
              <a:gd name="connsiteX4" fmla="*/ 1019622 w 2879725"/>
              <a:gd name="connsiteY4" fmla="*/ 264436 h 358140"/>
              <a:gd name="connsiteX5" fmla="*/ 1020916 w 2879725"/>
              <a:gd name="connsiteY5" fmla="*/ 268605 h 358140"/>
              <a:gd name="connsiteX6" fmla="*/ 0 w 2879725"/>
              <a:gd name="connsiteY6" fmla="*/ 268605 h 358140"/>
              <a:gd name="connsiteX7" fmla="*/ 89535 w 2879725"/>
              <a:gd name="connsiteY7" fmla="*/ 179070 h 358140"/>
              <a:gd name="connsiteX8" fmla="*/ 2700655 w 2879725"/>
              <a:gd name="connsiteY8" fmla="*/ 0 h 358140"/>
              <a:gd name="connsiteX9" fmla="*/ 2879725 w 2879725"/>
              <a:gd name="connsiteY9" fmla="*/ 179070 h 358140"/>
              <a:gd name="connsiteX10" fmla="*/ 2700655 w 2879725"/>
              <a:gd name="connsiteY10" fmla="*/ 358140 h 358140"/>
              <a:gd name="connsiteX11" fmla="*/ 2700655 w 2879725"/>
              <a:gd name="connsiteY11" fmla="*/ 268605 h 358140"/>
              <a:gd name="connsiteX12" fmla="*/ 1857538 w 2879725"/>
              <a:gd name="connsiteY12" fmla="*/ 268605 h 358140"/>
              <a:gd name="connsiteX13" fmla="*/ 1858832 w 2879725"/>
              <a:gd name="connsiteY13" fmla="*/ 264436 h 358140"/>
              <a:gd name="connsiteX14" fmla="*/ 1867534 w 2879725"/>
              <a:gd name="connsiteY14" fmla="*/ 178117 h 358140"/>
              <a:gd name="connsiteX15" fmla="*/ 1858832 w 2879725"/>
              <a:gd name="connsiteY15" fmla="*/ 91798 h 358140"/>
              <a:gd name="connsiteX16" fmla="*/ 1858130 w 2879725"/>
              <a:gd name="connsiteY16" fmla="*/ 89535 h 358140"/>
              <a:gd name="connsiteX17" fmla="*/ 2700655 w 2879725"/>
              <a:gd name="connsiteY17" fmla="*/ 89535 h 358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879725" h="358140">
                <a:moveTo>
                  <a:pt x="0" y="89535"/>
                </a:moveTo>
                <a:lnTo>
                  <a:pt x="1020324" y="89535"/>
                </a:lnTo>
                <a:lnTo>
                  <a:pt x="1019622" y="91798"/>
                </a:lnTo>
                <a:cubicBezTo>
                  <a:pt x="1013916" y="119680"/>
                  <a:pt x="1010920" y="148549"/>
                  <a:pt x="1010920" y="178117"/>
                </a:cubicBezTo>
                <a:cubicBezTo>
                  <a:pt x="1010920" y="207685"/>
                  <a:pt x="1013916" y="236554"/>
                  <a:pt x="1019622" y="264436"/>
                </a:cubicBezTo>
                <a:lnTo>
                  <a:pt x="1020916" y="268605"/>
                </a:lnTo>
                <a:lnTo>
                  <a:pt x="0" y="268605"/>
                </a:lnTo>
                <a:lnTo>
                  <a:pt x="89535" y="179070"/>
                </a:lnTo>
                <a:close/>
                <a:moveTo>
                  <a:pt x="2700655" y="0"/>
                </a:moveTo>
                <a:lnTo>
                  <a:pt x="2879725" y="179070"/>
                </a:lnTo>
                <a:lnTo>
                  <a:pt x="2700655" y="358140"/>
                </a:lnTo>
                <a:lnTo>
                  <a:pt x="2700655" y="268605"/>
                </a:lnTo>
                <a:lnTo>
                  <a:pt x="1857538" y="268605"/>
                </a:lnTo>
                <a:lnTo>
                  <a:pt x="1858832" y="264436"/>
                </a:lnTo>
                <a:cubicBezTo>
                  <a:pt x="1864538" y="236554"/>
                  <a:pt x="1867534" y="207685"/>
                  <a:pt x="1867534" y="178117"/>
                </a:cubicBezTo>
                <a:cubicBezTo>
                  <a:pt x="1867534" y="148549"/>
                  <a:pt x="1864538" y="119680"/>
                  <a:pt x="1858832" y="91798"/>
                </a:cubicBezTo>
                <a:lnTo>
                  <a:pt x="1858130" y="89535"/>
                </a:lnTo>
                <a:lnTo>
                  <a:pt x="2700655" y="89535"/>
                </a:lnTo>
                <a:close/>
              </a:path>
            </a:pathLst>
          </a:cu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
        <p:nvSpPr>
          <p:cNvPr id="8" name="椭圆 7"/>
          <p:cNvSpPr/>
          <p:nvPr>
            <p:custDataLst>
              <p:tags r:id="rId5"/>
            </p:custDataLst>
          </p:nvPr>
        </p:nvSpPr>
        <p:spPr>
          <a:xfrm>
            <a:off x="2811807" y="3368095"/>
            <a:ext cx="795841" cy="795841"/>
          </a:xfrm>
          <a:prstGeom prst="ellipse">
            <a:avLst/>
          </a:prstGeom>
          <a:solidFill>
            <a:schemeClr val="accent1"/>
          </a:solidFill>
          <a:ln w="31750">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椭圆 8"/>
          <p:cNvSpPr/>
          <p:nvPr>
            <p:custDataLst>
              <p:tags r:id="rId6"/>
            </p:custDataLst>
          </p:nvPr>
        </p:nvSpPr>
        <p:spPr>
          <a:xfrm>
            <a:off x="5697444" y="3368095"/>
            <a:ext cx="795841" cy="795841"/>
          </a:xfrm>
          <a:prstGeom prst="ellipse">
            <a:avLst/>
          </a:prstGeom>
          <a:solidFill>
            <a:schemeClr val="accent1"/>
          </a:solidFill>
          <a:ln w="31750">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dirty="0"/>
          </a:p>
        </p:txBody>
      </p:sp>
      <p:sp>
        <p:nvSpPr>
          <p:cNvPr id="24" name="椭圆 23"/>
          <p:cNvSpPr/>
          <p:nvPr>
            <p:custDataLst>
              <p:tags r:id="rId7"/>
            </p:custDataLst>
          </p:nvPr>
        </p:nvSpPr>
        <p:spPr>
          <a:xfrm>
            <a:off x="8582446" y="3368095"/>
            <a:ext cx="795841" cy="795841"/>
          </a:xfrm>
          <a:prstGeom prst="ellipse">
            <a:avLst/>
          </a:prstGeom>
          <a:solidFill>
            <a:schemeClr val="accent1"/>
          </a:solidFill>
          <a:ln w="31750">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5" name="矩形 24"/>
          <p:cNvSpPr/>
          <p:nvPr>
            <p:custDataLst>
              <p:tags r:id="rId8"/>
            </p:custDataLst>
          </p:nvPr>
        </p:nvSpPr>
        <p:spPr>
          <a:xfrm>
            <a:off x="1068082" y="1437339"/>
            <a:ext cx="4285197" cy="1039491"/>
          </a:xfrm>
          <a:prstGeom prst="rect">
            <a:avLst/>
          </a:prstGeom>
          <a:noFill/>
        </p:spPr>
        <p:txBody>
          <a:bodyPr wrap="square" lIns="0" tIns="0" rIns="0" bIns="0" rtlCol="0" anchor="b" anchorCtr="0">
            <a:noAutofit/>
          </a:bodyPr>
          <a:p>
            <a:pPr lvl="0" algn="ctr">
              <a:lnSpc>
                <a:spcPct val="150000"/>
              </a:lnSpc>
              <a:buClrTx/>
              <a:buSzTx/>
              <a:buFontTx/>
            </a:pPr>
            <a:r>
              <a:rPr lang="zh-CN" altLang="en-US" sz="1200">
                <a:solidFill>
                  <a:schemeClr val="tx1">
                    <a:lumMod val="85000"/>
                    <a:lumOff val="15000"/>
                  </a:schemeClr>
                </a:solidFill>
                <a:latin typeface="+mn-ea"/>
                <a:cs typeface="+mn-ea"/>
                <a:sym typeface="+mn-ea"/>
              </a:rPr>
              <a:t>博物馆采用恒温恒湿系统，将环境温度和湿度控制在适宜范围内，如温度保持在20℃ - 25℃，相对湿度控制在40% - 60%，为文物提供稳定保存环境。</a:t>
            </a:r>
            <a:endParaRPr lang="zh-CN" altLang="en-US" sz="1200">
              <a:solidFill>
                <a:schemeClr val="tx1">
                  <a:lumMod val="85000"/>
                  <a:lumOff val="15000"/>
                </a:schemeClr>
              </a:solidFill>
              <a:latin typeface="+mn-ea"/>
              <a:cs typeface="+mn-ea"/>
              <a:sym typeface="+mn-ea"/>
            </a:endParaRPr>
          </a:p>
        </p:txBody>
      </p:sp>
      <p:sp>
        <p:nvSpPr>
          <p:cNvPr id="26" name="矩形 25"/>
          <p:cNvSpPr/>
          <p:nvPr>
            <p:custDataLst>
              <p:tags r:id="rId9"/>
            </p:custDataLst>
          </p:nvPr>
        </p:nvSpPr>
        <p:spPr>
          <a:xfrm>
            <a:off x="1654625" y="2655592"/>
            <a:ext cx="3112748" cy="316809"/>
          </a:xfrm>
          <a:prstGeom prst="rect">
            <a:avLst/>
          </a:prstGeom>
          <a:noFill/>
        </p:spPr>
        <p:txBody>
          <a:bodyPr wrap="square" lIns="0" tIns="0" rIns="0" bIns="0" rtlCol="0" anchor="b">
            <a:noAutofit/>
          </a:bodyPr>
          <a:p>
            <a:pPr algn="ctr">
              <a:spcBef>
                <a:spcPct val="0"/>
              </a:spcBef>
              <a:spcAft>
                <a:spcPct val="0"/>
              </a:spcAft>
            </a:pPr>
            <a:r>
              <a:rPr lang="zh-CN" altLang="en-US" b="1">
                <a:solidFill>
                  <a:schemeClr val="accent1"/>
                </a:solidFill>
                <a:latin typeface="+mn-ea"/>
                <a:cs typeface="+mn-ea"/>
              </a:rPr>
              <a:t>恒温恒湿系统的应用</a:t>
            </a:r>
            <a:endParaRPr lang="zh-CN" altLang="en-US" b="1">
              <a:solidFill>
                <a:schemeClr val="accent1"/>
              </a:solidFill>
              <a:latin typeface="+mn-ea"/>
              <a:cs typeface="+mn-ea"/>
            </a:endParaRPr>
          </a:p>
        </p:txBody>
      </p:sp>
      <p:sp>
        <p:nvSpPr>
          <p:cNvPr id="27" name="矩形 26"/>
          <p:cNvSpPr/>
          <p:nvPr>
            <p:custDataLst>
              <p:tags r:id="rId10"/>
            </p:custDataLst>
          </p:nvPr>
        </p:nvSpPr>
        <p:spPr>
          <a:xfrm>
            <a:off x="6838085" y="1428433"/>
            <a:ext cx="4285197" cy="1039491"/>
          </a:xfrm>
          <a:prstGeom prst="rect">
            <a:avLst/>
          </a:prstGeom>
          <a:noFill/>
        </p:spPr>
        <p:txBody>
          <a:bodyPr wrap="square" lIns="0" tIns="0" rIns="0" bIns="0" rtlCol="0" anchor="b" anchorCtr="0">
            <a:noAutofit/>
          </a:bodyPr>
          <a:p>
            <a:pPr lvl="0" algn="ctr">
              <a:lnSpc>
                <a:spcPct val="150000"/>
              </a:lnSpc>
              <a:buClrTx/>
              <a:buSzTx/>
              <a:buFontTx/>
            </a:pPr>
            <a:r>
              <a:rPr lang="zh-CN" altLang="en-US" sz="1200">
                <a:solidFill>
                  <a:schemeClr val="tx1">
                    <a:lumMod val="85000"/>
                    <a:lumOff val="15000"/>
                  </a:schemeClr>
                </a:solidFill>
                <a:latin typeface="+mn-ea"/>
                <a:cs typeface="+mn-ea"/>
                <a:sym typeface="+mn-ea"/>
              </a:rPr>
              <a:t>通过三维扫描、高清拍照等技术，对文物进行数字化记录，建立文物数字档案，实现文物信息的永久保存和远程共享。</a:t>
            </a:r>
            <a:endParaRPr lang="zh-CN" altLang="en-US" sz="1200">
              <a:solidFill>
                <a:schemeClr val="tx1">
                  <a:lumMod val="85000"/>
                  <a:lumOff val="15000"/>
                </a:schemeClr>
              </a:solidFill>
              <a:latin typeface="+mn-ea"/>
              <a:cs typeface="+mn-ea"/>
              <a:sym typeface="+mn-ea"/>
            </a:endParaRPr>
          </a:p>
        </p:txBody>
      </p:sp>
      <p:sp>
        <p:nvSpPr>
          <p:cNvPr id="32" name="矩形 31"/>
          <p:cNvSpPr/>
          <p:nvPr>
            <p:custDataLst>
              <p:tags r:id="rId11"/>
            </p:custDataLst>
          </p:nvPr>
        </p:nvSpPr>
        <p:spPr>
          <a:xfrm>
            <a:off x="7424628" y="2647958"/>
            <a:ext cx="3112748" cy="316809"/>
          </a:xfrm>
          <a:prstGeom prst="rect">
            <a:avLst/>
          </a:prstGeom>
          <a:noFill/>
        </p:spPr>
        <p:txBody>
          <a:bodyPr wrap="square" lIns="0" tIns="0" rIns="0" bIns="0" rtlCol="0" anchor="b">
            <a:noAutofit/>
          </a:bodyPr>
          <a:p>
            <a:pPr algn="ctr">
              <a:spcBef>
                <a:spcPct val="0"/>
              </a:spcBef>
              <a:spcAft>
                <a:spcPct val="0"/>
              </a:spcAft>
            </a:pPr>
            <a:r>
              <a:rPr lang="zh-CN" altLang="en-US" b="1">
                <a:solidFill>
                  <a:schemeClr val="accent1"/>
                </a:solidFill>
                <a:latin typeface="+mn-ea"/>
                <a:cs typeface="+mn-ea"/>
              </a:rPr>
              <a:t>数字化保护的推进</a:t>
            </a:r>
            <a:endParaRPr lang="zh-CN" altLang="en-US" b="1">
              <a:solidFill>
                <a:schemeClr val="accent1"/>
              </a:solidFill>
              <a:latin typeface="+mn-ea"/>
              <a:cs typeface="+mn-ea"/>
            </a:endParaRPr>
          </a:p>
        </p:txBody>
      </p:sp>
      <p:sp>
        <p:nvSpPr>
          <p:cNvPr id="33" name="矩形 32"/>
          <p:cNvSpPr/>
          <p:nvPr>
            <p:custDataLst>
              <p:tags r:id="rId12"/>
            </p:custDataLst>
          </p:nvPr>
        </p:nvSpPr>
        <p:spPr>
          <a:xfrm>
            <a:off x="3953720" y="5020848"/>
            <a:ext cx="4283925" cy="921801"/>
          </a:xfrm>
          <a:prstGeom prst="rect">
            <a:avLst/>
          </a:prstGeom>
          <a:noFill/>
        </p:spPr>
        <p:txBody>
          <a:bodyPr wrap="square" lIns="0" tIns="0" rIns="0" bIns="0" rtlCol="0" anchor="t" anchorCtr="0">
            <a:noAutofit/>
          </a:bodyPr>
          <a:p>
            <a:pPr lvl="0" algn="ctr">
              <a:lnSpc>
                <a:spcPct val="150000"/>
              </a:lnSpc>
              <a:buClrTx/>
              <a:buSzTx/>
              <a:buFontTx/>
            </a:pPr>
            <a:r>
              <a:rPr lang="zh-CN" altLang="en-US" sz="1200">
                <a:solidFill>
                  <a:schemeClr val="tx1">
                    <a:lumMod val="85000"/>
                    <a:lumOff val="15000"/>
                  </a:schemeClr>
                </a:solidFill>
                <a:latin typeface="+mn-ea"/>
                <a:cs typeface="+mn-ea"/>
                <a:sym typeface="+mn-ea"/>
              </a:rPr>
              <a:t>利用X射线、超声波等无损检测技术，对文物内部结构和损伤情况进行检测，以便制定针对性保护方案，避免对文物造成二次伤害。</a:t>
            </a:r>
            <a:endParaRPr lang="zh-CN" altLang="en-US" sz="1200">
              <a:solidFill>
                <a:schemeClr val="tx1">
                  <a:lumMod val="85000"/>
                  <a:lumOff val="15000"/>
                </a:schemeClr>
              </a:solidFill>
              <a:latin typeface="+mn-ea"/>
              <a:cs typeface="+mn-ea"/>
              <a:sym typeface="+mn-ea"/>
            </a:endParaRPr>
          </a:p>
        </p:txBody>
      </p:sp>
      <p:sp>
        <p:nvSpPr>
          <p:cNvPr id="39" name="矩形 38"/>
          <p:cNvSpPr/>
          <p:nvPr>
            <p:custDataLst>
              <p:tags r:id="rId13"/>
            </p:custDataLst>
          </p:nvPr>
        </p:nvSpPr>
        <p:spPr>
          <a:xfrm>
            <a:off x="4539627" y="4561538"/>
            <a:ext cx="3112113" cy="316809"/>
          </a:xfrm>
          <a:prstGeom prst="rect">
            <a:avLst/>
          </a:prstGeom>
          <a:noFill/>
        </p:spPr>
        <p:txBody>
          <a:bodyPr wrap="square" lIns="0" tIns="0" rIns="0" bIns="0" rtlCol="0" anchor="b">
            <a:noAutofit/>
          </a:bodyPr>
          <a:p>
            <a:pPr algn="ctr">
              <a:spcBef>
                <a:spcPct val="0"/>
              </a:spcBef>
              <a:spcAft>
                <a:spcPct val="0"/>
              </a:spcAft>
            </a:pPr>
            <a:r>
              <a:rPr lang="zh-CN" altLang="en-US" b="1">
                <a:solidFill>
                  <a:schemeClr val="accent1"/>
                </a:solidFill>
                <a:latin typeface="+mn-ea"/>
                <a:cs typeface="+mn-ea"/>
              </a:rPr>
              <a:t>无损检测技术的运用</a:t>
            </a:r>
            <a:endParaRPr lang="zh-CN" altLang="en-US" b="1">
              <a:solidFill>
                <a:schemeClr val="accent1"/>
              </a:solidFill>
              <a:latin typeface="+mn-ea"/>
              <a:cs typeface="+mn-ea"/>
            </a:endParaRPr>
          </a:p>
        </p:txBody>
      </p:sp>
      <p:pic>
        <p:nvPicPr>
          <p:cNvPr id="40" name="图片 3" descr="32313538333935363b32313538333934333bb6d4bbb0"/>
          <p:cNvPicPr>
            <a:picLocks noChangeAspect="1"/>
          </p:cNvPicPr>
          <p:nvPr>
            <p:custDataLst>
              <p:tags r:id="rId14"/>
            </p:custDataLst>
          </p:nvPr>
        </p:nvPicPr>
        <p:blipFill>
          <a:blip r:embed="rId15">
            <a:extLst>
              <a:ext uri="{96DAC541-7B7A-43D3-8B79-37D633B846F1}">
                <asvg:svgBlip xmlns:asvg="http://schemas.microsoft.com/office/drawing/2016/SVG/main" r:embed="rId16"/>
              </a:ext>
            </a:extLst>
          </a:blip>
          <a:stretch>
            <a:fillRect/>
          </a:stretch>
        </p:blipFill>
        <p:spPr>
          <a:xfrm>
            <a:off x="8817826" y="3614926"/>
            <a:ext cx="324594" cy="324594"/>
          </a:xfrm>
          <a:prstGeom prst="rect">
            <a:avLst/>
          </a:prstGeom>
        </p:spPr>
      </p:pic>
      <p:pic>
        <p:nvPicPr>
          <p:cNvPr id="41" name="图片 13" descr="32313538333935363b32313538333934373bcec4bcfebcd0"/>
          <p:cNvPicPr>
            <a:picLocks noChangeAspect="1"/>
          </p:cNvPicPr>
          <p:nvPr>
            <p:custDataLst>
              <p:tags r:id="rId17"/>
            </p:custDataLst>
          </p:nvPr>
        </p:nvPicPr>
        <p:blipFill>
          <a:blip r:embed="rId18">
            <a:extLst>
              <a:ext uri="{96DAC541-7B7A-43D3-8B79-37D633B846F1}">
                <asvg:svgBlip xmlns:asvg="http://schemas.microsoft.com/office/drawing/2016/SVG/main" r:embed="rId19"/>
              </a:ext>
            </a:extLst>
          </a:blip>
          <a:stretch>
            <a:fillRect/>
          </a:stretch>
        </p:blipFill>
        <p:spPr>
          <a:xfrm>
            <a:off x="5932825" y="3616199"/>
            <a:ext cx="324594" cy="324594"/>
          </a:xfrm>
          <a:prstGeom prst="rect">
            <a:avLst/>
          </a:prstGeom>
        </p:spPr>
      </p:pic>
      <p:pic>
        <p:nvPicPr>
          <p:cNvPr id="42" name="图片 21" descr="32313538333935363b32313538333935353bb3a4c6aab6c1ceef"/>
          <p:cNvPicPr>
            <a:picLocks noChangeAspect="1"/>
          </p:cNvPicPr>
          <p:nvPr>
            <p:custDataLst>
              <p:tags r:id="rId20"/>
            </p:custDataLst>
          </p:nvPr>
        </p:nvPicPr>
        <p:blipFill>
          <a:blip r:embed="rId21">
            <a:extLst>
              <a:ext uri="{96DAC541-7B7A-43D3-8B79-37D633B846F1}">
                <asvg:svgBlip xmlns:asvg="http://schemas.microsoft.com/office/drawing/2016/SVG/main" r:embed="rId22"/>
              </a:ext>
            </a:extLst>
          </a:blip>
          <a:stretch>
            <a:fillRect/>
          </a:stretch>
        </p:blipFill>
        <p:spPr>
          <a:xfrm>
            <a:off x="3047187" y="3603476"/>
            <a:ext cx="324604" cy="324604"/>
          </a:xfrm>
          <a:prstGeom prst="rect">
            <a:avLst/>
          </a:prstGeom>
        </p:spPr>
      </p:pic>
    </p:spTree>
    <p:custDataLst>
      <p:tags r:id="rId23"/>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纪念空间的情感编码</a:t>
            </a:r>
            <a:endParaRPr lang="zh-CN" altLang="en-US"/>
          </a:p>
        </p:txBody>
      </p:sp>
      <p:sp>
        <p:nvSpPr>
          <p:cNvPr id="2" name="矩形 1"/>
          <p:cNvSpPr/>
          <p:nvPr>
            <p:custDataLst>
              <p:tags r:id="rId2"/>
            </p:custDataLst>
          </p:nvPr>
        </p:nvSpPr>
        <p:spPr>
          <a:xfrm>
            <a:off x="3337270" y="2334976"/>
            <a:ext cx="6280829" cy="882701"/>
          </a:xfrm>
          <a:prstGeom prst="rect">
            <a:avLst/>
          </a:prstGeom>
          <a:noFill/>
        </p:spPr>
        <p:txBody>
          <a:bodyPr wrap="square" lIns="0" tIns="0" rIns="0" bIns="0" rtlCol="0" anchor="t" anchorCtr="0">
            <a:noAutofit/>
          </a:bodyPr>
          <a:p>
            <a:pPr>
              <a:lnSpc>
                <a:spcPct val="150000"/>
              </a:lnSpc>
              <a:spcBef>
                <a:spcPct val="0"/>
              </a:spcBef>
              <a:spcAft>
                <a:spcPct val="0"/>
              </a:spcAft>
            </a:pPr>
            <a:r>
              <a:rPr lang="zh-CN" altLang="en-US" sz="1200">
                <a:ln>
                  <a:noFill/>
                  <a:prstDash val="sysDot"/>
                </a:ln>
                <a:solidFill>
                  <a:schemeClr val="tx1">
                    <a:lumMod val="85000"/>
                    <a:lumOff val="15000"/>
                  </a:schemeClr>
                </a:solidFill>
                <a:latin typeface="+mn-ea"/>
                <a:cs typeface="+mn-ea"/>
              </a:rPr>
              <a:t>孙中山铜像广场中央矗立着庄严肃穆的铜像，展现孙中山先生伟大形象。广场周围绿树成荫，营造出宁静氛围，让观众在此缅怀先生，感受其精神力量。</a:t>
            </a:r>
            <a:endParaRPr lang="zh-CN" altLang="en-US" sz="1200">
              <a:ln>
                <a:noFill/>
                <a:prstDash val="sysDot"/>
              </a:ln>
              <a:solidFill>
                <a:schemeClr val="tx1">
                  <a:lumMod val="85000"/>
                  <a:lumOff val="15000"/>
                </a:schemeClr>
              </a:solidFill>
              <a:latin typeface="+mn-ea"/>
              <a:cs typeface="+mn-ea"/>
            </a:endParaRPr>
          </a:p>
        </p:txBody>
      </p:sp>
      <p:sp>
        <p:nvSpPr>
          <p:cNvPr id="10" name="矩形 9"/>
          <p:cNvSpPr/>
          <p:nvPr>
            <p:custDataLst>
              <p:tags r:id="rId3"/>
            </p:custDataLst>
          </p:nvPr>
        </p:nvSpPr>
        <p:spPr>
          <a:xfrm>
            <a:off x="3337270" y="1918127"/>
            <a:ext cx="6280829" cy="369153"/>
          </a:xfrm>
          <a:prstGeom prst="rect">
            <a:avLst/>
          </a:prstGeom>
          <a:noFill/>
        </p:spPr>
        <p:txBody>
          <a:bodyPr wrap="square" lIns="0" tIns="0" rIns="0" bIns="0" rtlCol="0" anchor="b">
            <a:noAutofit/>
          </a:bodyPr>
          <a:p>
            <a:pPr>
              <a:spcBef>
                <a:spcPct val="0"/>
              </a:spcBef>
              <a:spcAft>
                <a:spcPct val="0"/>
              </a:spcAft>
              <a:buClr>
                <a:schemeClr val="accent1"/>
              </a:buClr>
              <a:buSzPct val="70000"/>
            </a:pPr>
            <a:r>
              <a:rPr lang="zh-CN" altLang="en-US" b="1">
                <a:solidFill>
                  <a:schemeClr val="accent1"/>
                </a:solidFill>
                <a:latin typeface="+mn-ea"/>
                <a:cs typeface="+mn-ea"/>
              </a:rPr>
              <a:t>铜像广场的庄严叙事</a:t>
            </a:r>
            <a:endParaRPr lang="zh-CN" altLang="en-US" b="1">
              <a:solidFill>
                <a:schemeClr val="accent1"/>
              </a:solidFill>
              <a:latin typeface="+mn-ea"/>
              <a:cs typeface="+mn-ea"/>
            </a:endParaRPr>
          </a:p>
        </p:txBody>
      </p:sp>
      <p:sp>
        <p:nvSpPr>
          <p:cNvPr id="12" name="矩形 11"/>
          <p:cNvSpPr/>
          <p:nvPr>
            <p:custDataLst>
              <p:tags r:id="rId4"/>
            </p:custDataLst>
          </p:nvPr>
        </p:nvSpPr>
        <p:spPr>
          <a:xfrm>
            <a:off x="3337270" y="3767813"/>
            <a:ext cx="6280829" cy="882701"/>
          </a:xfrm>
          <a:prstGeom prst="rect">
            <a:avLst/>
          </a:prstGeom>
          <a:noFill/>
        </p:spPr>
        <p:txBody>
          <a:bodyPr wrap="square" lIns="0" tIns="0" rIns="0" bIns="0" rtlCol="0" anchor="t" anchorCtr="0">
            <a:noAutofit/>
          </a:bodyPr>
          <a:p>
            <a:pPr>
              <a:lnSpc>
                <a:spcPct val="150000"/>
              </a:lnSpc>
              <a:spcBef>
                <a:spcPct val="0"/>
              </a:spcBef>
              <a:spcAft>
                <a:spcPct val="0"/>
              </a:spcAft>
            </a:pPr>
            <a:r>
              <a:rPr lang="zh-CN" altLang="en-US" sz="1200">
                <a:ln>
                  <a:noFill/>
                  <a:prstDash val="sysDot"/>
                </a:ln>
                <a:solidFill>
                  <a:schemeClr val="tx1">
                    <a:lumMod val="85000"/>
                    <a:lumOff val="15000"/>
                  </a:schemeClr>
                </a:solidFill>
                <a:latin typeface="+mn-ea"/>
                <a:cs typeface="+mn-ea"/>
              </a:rPr>
              <a:t>烈士姓名墙刻满辛亥革命烈士姓名，每一个名字背后都是一段英勇事迹。它以无声的方式，提醒后人铭记烈士奉献，珍惜和平生活。</a:t>
            </a:r>
            <a:endParaRPr lang="zh-CN" altLang="en-US" sz="1200">
              <a:ln>
                <a:noFill/>
                <a:prstDash val="sysDot"/>
              </a:ln>
              <a:solidFill>
                <a:schemeClr val="tx1">
                  <a:lumMod val="85000"/>
                  <a:lumOff val="15000"/>
                </a:schemeClr>
              </a:solidFill>
              <a:latin typeface="+mn-ea"/>
              <a:cs typeface="+mn-ea"/>
            </a:endParaRPr>
          </a:p>
        </p:txBody>
      </p:sp>
      <p:sp>
        <p:nvSpPr>
          <p:cNvPr id="14" name="矩形 13"/>
          <p:cNvSpPr/>
          <p:nvPr>
            <p:custDataLst>
              <p:tags r:id="rId5"/>
            </p:custDataLst>
          </p:nvPr>
        </p:nvSpPr>
        <p:spPr>
          <a:xfrm>
            <a:off x="3337270" y="3350964"/>
            <a:ext cx="6280829" cy="369153"/>
          </a:xfrm>
          <a:prstGeom prst="rect">
            <a:avLst/>
          </a:prstGeom>
          <a:noFill/>
        </p:spPr>
        <p:txBody>
          <a:bodyPr wrap="square" lIns="0" tIns="0" rIns="0" bIns="0" rtlCol="0" anchor="b">
            <a:noAutofit/>
          </a:bodyPr>
          <a:p>
            <a:pPr>
              <a:spcBef>
                <a:spcPct val="0"/>
              </a:spcBef>
              <a:spcAft>
                <a:spcPct val="0"/>
              </a:spcAft>
              <a:buClr>
                <a:schemeClr val="accent1"/>
              </a:buClr>
              <a:buSzPct val="70000"/>
            </a:pPr>
            <a:r>
              <a:rPr lang="zh-CN" altLang="en-US" b="1">
                <a:solidFill>
                  <a:schemeClr val="accent1"/>
                </a:solidFill>
                <a:latin typeface="+mn-ea"/>
                <a:cs typeface="+mn-ea"/>
              </a:rPr>
              <a:t>烈士姓名墙的无声诉说</a:t>
            </a:r>
            <a:endParaRPr lang="zh-CN" altLang="en-US" b="1">
              <a:solidFill>
                <a:schemeClr val="accent1"/>
              </a:solidFill>
              <a:latin typeface="+mn-ea"/>
              <a:cs typeface="+mn-ea"/>
            </a:endParaRPr>
          </a:p>
        </p:txBody>
      </p:sp>
      <p:sp>
        <p:nvSpPr>
          <p:cNvPr id="15" name="矩形 14"/>
          <p:cNvSpPr/>
          <p:nvPr>
            <p:custDataLst>
              <p:tags r:id="rId6"/>
            </p:custDataLst>
          </p:nvPr>
        </p:nvSpPr>
        <p:spPr>
          <a:xfrm>
            <a:off x="3337270" y="5184316"/>
            <a:ext cx="6280829" cy="882701"/>
          </a:xfrm>
          <a:prstGeom prst="rect">
            <a:avLst/>
          </a:prstGeom>
          <a:noFill/>
        </p:spPr>
        <p:txBody>
          <a:bodyPr wrap="square" lIns="0" tIns="0" rIns="0" bIns="0" rtlCol="0" anchor="t" anchorCtr="0">
            <a:noAutofit/>
          </a:bodyPr>
          <a:p>
            <a:pPr>
              <a:lnSpc>
                <a:spcPct val="150000"/>
              </a:lnSpc>
              <a:spcBef>
                <a:spcPct val="0"/>
              </a:spcBef>
              <a:spcAft>
                <a:spcPct val="0"/>
              </a:spcAft>
            </a:pPr>
            <a:r>
              <a:rPr lang="zh-CN" altLang="en-US" sz="1200">
                <a:ln>
                  <a:noFill/>
                  <a:prstDash val="sysDot"/>
                </a:ln>
                <a:solidFill>
                  <a:schemeClr val="tx1">
                    <a:lumMod val="85000"/>
                    <a:lumOff val="15000"/>
                  </a:schemeClr>
                </a:solidFill>
                <a:latin typeface="+mn-ea"/>
                <a:cs typeface="+mn-ea"/>
              </a:rPr>
              <a:t>铜像广场和烈士姓名墙的设计，从布局到氛围营造，都旨在引发观众情感共鸣，激发爱国情怀和对革命先辈的崇敬之情。</a:t>
            </a:r>
            <a:endParaRPr lang="zh-CN" altLang="en-US" sz="1200">
              <a:ln>
                <a:noFill/>
                <a:prstDash val="sysDot"/>
              </a:ln>
              <a:solidFill>
                <a:schemeClr val="tx1">
                  <a:lumMod val="85000"/>
                  <a:lumOff val="15000"/>
                </a:schemeClr>
              </a:solidFill>
              <a:latin typeface="+mn-ea"/>
              <a:cs typeface="+mn-ea"/>
            </a:endParaRPr>
          </a:p>
        </p:txBody>
      </p:sp>
      <p:sp>
        <p:nvSpPr>
          <p:cNvPr id="16" name="矩形 15"/>
          <p:cNvSpPr/>
          <p:nvPr>
            <p:custDataLst>
              <p:tags r:id="rId7"/>
            </p:custDataLst>
          </p:nvPr>
        </p:nvSpPr>
        <p:spPr>
          <a:xfrm>
            <a:off x="3337270" y="4767467"/>
            <a:ext cx="6280829" cy="369153"/>
          </a:xfrm>
          <a:prstGeom prst="rect">
            <a:avLst/>
          </a:prstGeom>
          <a:noFill/>
        </p:spPr>
        <p:txBody>
          <a:bodyPr wrap="square" lIns="0" tIns="0" rIns="0" bIns="0" rtlCol="0" anchor="b">
            <a:noAutofit/>
          </a:bodyPr>
          <a:p>
            <a:pPr>
              <a:spcBef>
                <a:spcPct val="0"/>
              </a:spcBef>
              <a:spcAft>
                <a:spcPct val="0"/>
              </a:spcAft>
              <a:buClr>
                <a:schemeClr val="accent1"/>
              </a:buClr>
              <a:buSzPct val="70000"/>
            </a:pPr>
            <a:r>
              <a:rPr lang="zh-CN" altLang="en-US" b="1">
                <a:solidFill>
                  <a:schemeClr val="accent1"/>
                </a:solidFill>
                <a:latin typeface="+mn-ea"/>
                <a:cs typeface="+mn-ea"/>
              </a:rPr>
              <a:t>空间设计的情感共鸣</a:t>
            </a:r>
            <a:endParaRPr lang="zh-CN" altLang="en-US" b="1">
              <a:solidFill>
                <a:schemeClr val="accent1"/>
              </a:solidFill>
              <a:latin typeface="+mn-ea"/>
              <a:cs typeface="+mn-ea"/>
            </a:endParaRPr>
          </a:p>
        </p:txBody>
      </p:sp>
      <p:pic>
        <p:nvPicPr>
          <p:cNvPr id="18" name="图形 11"/>
          <p:cNvPicPr>
            <a:picLocks noChangeAspect="1"/>
          </p:cNvPicPr>
          <p:nvPr>
            <p:custDataLst>
              <p:tags r:id="rId8"/>
            </p:custDataLst>
          </p:nvPr>
        </p:nvPicPr>
        <p:blipFill>
          <a:blip r:embed="rId9">
            <a:extLst>
              <a:ext uri="{96DAC541-7B7A-43D3-8B79-37D633B846F1}">
                <asvg:svgBlip xmlns:asvg="http://schemas.microsoft.com/office/drawing/2016/SVG/main" r:embed="rId10"/>
              </a:ext>
            </a:extLst>
          </a:blip>
          <a:stretch>
            <a:fillRect/>
          </a:stretch>
        </p:blipFill>
        <p:spPr>
          <a:xfrm>
            <a:off x="2521212" y="2020053"/>
            <a:ext cx="471079" cy="471079"/>
          </a:xfrm>
          <a:prstGeom prst="rect">
            <a:avLst/>
          </a:prstGeom>
        </p:spPr>
      </p:pic>
      <p:pic>
        <p:nvPicPr>
          <p:cNvPr id="19" name="图形 18"/>
          <p:cNvPicPr>
            <a:picLocks noChangeAspect="1"/>
          </p:cNvPicPr>
          <p:nvPr>
            <p:custDataLst>
              <p:tags r:id="rId11"/>
            </p:custDataLst>
          </p:nvPr>
        </p:nvPicPr>
        <p:blipFill>
          <a:blip r:embed="rId12">
            <a:extLst>
              <a:ext uri="{96DAC541-7B7A-43D3-8B79-37D633B846F1}">
                <asvg:svgBlip xmlns:asvg="http://schemas.microsoft.com/office/drawing/2016/SVG/main" r:embed="rId13"/>
              </a:ext>
            </a:extLst>
          </a:blip>
          <a:stretch>
            <a:fillRect/>
          </a:stretch>
        </p:blipFill>
        <p:spPr>
          <a:xfrm>
            <a:off x="2540160" y="3454850"/>
            <a:ext cx="451905" cy="448254"/>
          </a:xfrm>
          <a:prstGeom prst="rect">
            <a:avLst/>
          </a:prstGeom>
        </p:spPr>
      </p:pic>
      <p:pic>
        <p:nvPicPr>
          <p:cNvPr id="20" name="图形 23"/>
          <p:cNvPicPr>
            <a:picLocks noChangeAspect="1"/>
          </p:cNvPicPr>
          <p:nvPr>
            <p:custDataLst>
              <p:tags r:id="rId14"/>
            </p:custDataLst>
          </p:nvPr>
        </p:nvPicPr>
        <p:blipFill>
          <a:blip r:embed="rId15">
            <a:extLst>
              <a:ext uri="{96DAC541-7B7A-43D3-8B79-37D633B846F1}">
                <asvg:svgBlip xmlns:asvg="http://schemas.microsoft.com/office/drawing/2016/SVG/main" r:embed="rId16"/>
              </a:ext>
            </a:extLst>
          </a:blip>
          <a:stretch>
            <a:fillRect/>
          </a:stretch>
        </p:blipFill>
        <p:spPr>
          <a:xfrm>
            <a:off x="2540160" y="4856978"/>
            <a:ext cx="451905" cy="451905"/>
          </a:xfrm>
          <a:prstGeom prst="rect">
            <a:avLst/>
          </a:prstGeom>
        </p:spPr>
      </p:pic>
    </p:spTree>
    <p:custDataLst>
      <p:tags r:id="rId17"/>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标题 40"/>
          <p:cNvSpPr>
            <a:spLocks noGrp="1"/>
          </p:cNvSpPr>
          <p:nvPr>
            <p:ph type="title"/>
            <p:custDataLst>
              <p:tags r:id="rId1"/>
            </p:custDataLst>
          </p:nvPr>
        </p:nvSpPr>
        <p:spPr>
          <a:xfrm>
            <a:off x="608400" y="608400"/>
            <a:ext cx="10969200" cy="705600"/>
          </a:xfrm>
          <a:noFill/>
        </p:spPr>
        <p:txBody>
          <a:bodyPr wrap="square" lIns="91440" tIns="45720" rIns="91440" bIns="45720" rtlCol="0" anchor="b">
            <a:noAutofit/>
          </a:bodyPr>
          <a:lstStyle/>
          <a:p>
            <a:r>
              <a:rPr lang="zh-CN" altLang="en-US" dirty="0"/>
              <a:t>参观路线的认知图谱</a:t>
            </a:r>
            <a:endParaRPr lang="zh-CN" altLang="en-US" dirty="0"/>
          </a:p>
        </p:txBody>
      </p:sp>
      <p:sp>
        <p:nvSpPr>
          <p:cNvPr id="2" name="任意形状 2"/>
          <p:cNvSpPr/>
          <p:nvPr>
            <p:custDataLst>
              <p:tags r:id="rId2"/>
            </p:custDataLst>
          </p:nvPr>
        </p:nvSpPr>
        <p:spPr>
          <a:xfrm>
            <a:off x="248" y="1543467"/>
            <a:ext cx="12191753" cy="5314831"/>
          </a:xfrm>
          <a:custGeom>
            <a:avLst/>
            <a:gdLst>
              <a:gd name="connsiteX0" fmla="*/ 7421879 w 9144000"/>
              <a:gd name="connsiteY0" fmla="*/ 944 h 4667042"/>
              <a:gd name="connsiteX1" fmla="*/ 8739856 w 9144000"/>
              <a:gd name="connsiteY1" fmla="*/ 200746 h 4667042"/>
              <a:gd name="connsiteX2" fmla="*/ 9144000 w 9144000"/>
              <a:gd name="connsiteY2" fmla="*/ 302125 h 4667042"/>
              <a:gd name="connsiteX3" fmla="*/ 9144000 w 9144000"/>
              <a:gd name="connsiteY3" fmla="*/ 4667042 h 4667042"/>
              <a:gd name="connsiteX4" fmla="*/ 0 w 9144000"/>
              <a:gd name="connsiteY4" fmla="*/ 4667042 h 4667042"/>
              <a:gd name="connsiteX5" fmla="*/ 0 w 9144000"/>
              <a:gd name="connsiteY5" fmla="*/ 142334 h 4667042"/>
              <a:gd name="connsiteX6" fmla="*/ 260865 w 9144000"/>
              <a:gd name="connsiteY6" fmla="*/ 125811 h 4667042"/>
              <a:gd name="connsiteX7" fmla="*/ 640079 w 9144000"/>
              <a:gd name="connsiteY7" fmla="*/ 122864 h 4667042"/>
              <a:gd name="connsiteX8" fmla="*/ 4465319 w 9144000"/>
              <a:gd name="connsiteY8" fmla="*/ 595304 h 4667042"/>
              <a:gd name="connsiteX9" fmla="*/ 7421879 w 9144000"/>
              <a:gd name="connsiteY9" fmla="*/ 944 h 466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144000" h="4667042">
                <a:moveTo>
                  <a:pt x="7421879" y="944"/>
                </a:moveTo>
                <a:cubicBezTo>
                  <a:pt x="7809547" y="11422"/>
                  <a:pt x="8275795" y="92622"/>
                  <a:pt x="8739856" y="200746"/>
                </a:cubicBezTo>
                <a:lnTo>
                  <a:pt x="9144000" y="302125"/>
                </a:lnTo>
                <a:lnTo>
                  <a:pt x="9144000" y="4667042"/>
                </a:lnTo>
                <a:lnTo>
                  <a:pt x="0" y="4667042"/>
                </a:lnTo>
                <a:lnTo>
                  <a:pt x="0" y="142334"/>
                </a:lnTo>
                <a:lnTo>
                  <a:pt x="260865" y="125811"/>
                </a:lnTo>
                <a:cubicBezTo>
                  <a:pt x="384849" y="121237"/>
                  <a:pt x="511492" y="120007"/>
                  <a:pt x="640079" y="122864"/>
                </a:cubicBezTo>
                <a:cubicBezTo>
                  <a:pt x="1668779" y="145724"/>
                  <a:pt x="3335019" y="615624"/>
                  <a:pt x="4465319" y="595304"/>
                </a:cubicBezTo>
                <a:cubicBezTo>
                  <a:pt x="5595619" y="574984"/>
                  <a:pt x="6388099" y="-26996"/>
                  <a:pt x="7421879" y="944"/>
                </a:cubicBezTo>
                <a:close/>
              </a:path>
            </a:pathLst>
          </a:custGeom>
          <a:solidFill>
            <a:schemeClr val="accent1">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sz="3200">
              <a:latin typeface="+mj-ea"/>
              <a:ea typeface="+mj-ea"/>
              <a:sym typeface="微软雅黑" panose="020B0503020204020204" charset="-122"/>
            </a:endParaRPr>
          </a:p>
        </p:txBody>
      </p:sp>
      <p:sp>
        <p:nvSpPr>
          <p:cNvPr id="4" name="任意形状 1"/>
          <p:cNvSpPr/>
          <p:nvPr>
            <p:custDataLst>
              <p:tags r:id="rId3"/>
            </p:custDataLst>
          </p:nvPr>
        </p:nvSpPr>
        <p:spPr>
          <a:xfrm>
            <a:off x="248" y="1608236"/>
            <a:ext cx="12191753" cy="5249987"/>
          </a:xfrm>
          <a:custGeom>
            <a:avLst/>
            <a:gdLst>
              <a:gd name="connsiteX0" fmla="*/ 9144000 w 9144000"/>
              <a:gd name="connsiteY0" fmla="*/ 0 h 4569773"/>
              <a:gd name="connsiteX1" fmla="*/ 9144000 w 9144000"/>
              <a:gd name="connsiteY1" fmla="*/ 4569773 h 4569773"/>
              <a:gd name="connsiteX2" fmla="*/ 0 w 9144000"/>
              <a:gd name="connsiteY2" fmla="*/ 4569773 h 4569773"/>
              <a:gd name="connsiteX3" fmla="*/ 0 w 9144000"/>
              <a:gd name="connsiteY3" fmla="*/ 638493 h 4569773"/>
              <a:gd name="connsiteX4" fmla="*/ 135688 w 9144000"/>
              <a:gd name="connsiteY4" fmla="*/ 681653 h 4569773"/>
              <a:gd name="connsiteX5" fmla="*/ 487681 w 9144000"/>
              <a:gd name="connsiteY5" fmla="*/ 725542 h 4569773"/>
              <a:gd name="connsiteX6" fmla="*/ 4450081 w 9144000"/>
              <a:gd name="connsiteY6" fmla="*/ 192142 h 4569773"/>
              <a:gd name="connsiteX7" fmla="*/ 7239001 w 9144000"/>
              <a:gd name="connsiteY7" fmla="*/ 603622 h 4569773"/>
              <a:gd name="connsiteX8" fmla="*/ 9034464 w 9144000"/>
              <a:gd name="connsiteY8" fmla="*/ 37837 h 4569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44000" h="4569773">
                <a:moveTo>
                  <a:pt x="9144000" y="0"/>
                </a:moveTo>
                <a:lnTo>
                  <a:pt x="9144000" y="4569773"/>
                </a:lnTo>
                <a:lnTo>
                  <a:pt x="0" y="4569773"/>
                </a:lnTo>
                <a:lnTo>
                  <a:pt x="0" y="638493"/>
                </a:lnTo>
                <a:lnTo>
                  <a:pt x="135688" y="681653"/>
                </a:lnTo>
                <a:cubicBezTo>
                  <a:pt x="248048" y="710818"/>
                  <a:pt x="365444" y="727447"/>
                  <a:pt x="487681" y="725542"/>
                </a:cubicBezTo>
                <a:cubicBezTo>
                  <a:pt x="1465581" y="710302"/>
                  <a:pt x="3324861" y="212462"/>
                  <a:pt x="4450081" y="192142"/>
                </a:cubicBezTo>
                <a:cubicBezTo>
                  <a:pt x="5575301" y="171822"/>
                  <a:pt x="6240781" y="613782"/>
                  <a:pt x="7239001" y="603622"/>
                </a:cubicBezTo>
                <a:cubicBezTo>
                  <a:pt x="7738111" y="598542"/>
                  <a:pt x="8418831" y="263262"/>
                  <a:pt x="9034464" y="37837"/>
                </a:cubicBezTo>
                <a:close/>
              </a:path>
            </a:pathLst>
          </a:custGeom>
          <a:gradFill>
            <a:gsLst>
              <a:gs pos="0">
                <a:schemeClr val="accent1">
                  <a:alpha val="75000"/>
                </a:schemeClr>
              </a:gs>
              <a:gs pos="68000">
                <a:schemeClr val="accent1"/>
              </a:gs>
            </a:gsLst>
            <a:lin ang="2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sz="3200">
              <a:latin typeface="+mj-ea"/>
              <a:ea typeface="+mj-ea"/>
              <a:sym typeface="微软雅黑" panose="020B0503020204020204" charset="-122"/>
            </a:endParaRPr>
          </a:p>
        </p:txBody>
      </p:sp>
      <p:sp>
        <p:nvSpPr>
          <p:cNvPr id="6" name="任意多边形: 形状 20"/>
          <p:cNvSpPr/>
          <p:nvPr>
            <p:custDataLst>
              <p:tags r:id="rId4"/>
            </p:custDataLst>
          </p:nvPr>
        </p:nvSpPr>
        <p:spPr>
          <a:xfrm>
            <a:off x="-4197" y="1648240"/>
            <a:ext cx="12188501" cy="5214028"/>
          </a:xfrm>
          <a:custGeom>
            <a:avLst/>
            <a:gdLst>
              <a:gd name="connsiteX0" fmla="*/ 2408361 w 9107329"/>
              <a:gd name="connsiteY0" fmla="*/ 434 h 2794050"/>
              <a:gd name="connsiteX1" fmla="*/ 7003480 w 9107329"/>
              <a:gd name="connsiteY1" fmla="*/ 263023 h 2794050"/>
              <a:gd name="connsiteX2" fmla="*/ 8796810 w 9107329"/>
              <a:gd name="connsiteY2" fmla="*/ 78568 h 2794050"/>
              <a:gd name="connsiteX3" fmla="*/ 9107329 w 9107329"/>
              <a:gd name="connsiteY3" fmla="*/ 30883 h 2794050"/>
              <a:gd name="connsiteX4" fmla="*/ 9107329 w 9107329"/>
              <a:gd name="connsiteY4" fmla="*/ 2794050 h 2794050"/>
              <a:gd name="connsiteX5" fmla="*/ 0 w 9107329"/>
              <a:gd name="connsiteY5" fmla="*/ 2794050 h 2794050"/>
              <a:gd name="connsiteX6" fmla="*/ 0 w 9107329"/>
              <a:gd name="connsiteY6" fmla="*/ 108284 h 2794050"/>
              <a:gd name="connsiteX7" fmla="*/ 397174 w 9107329"/>
              <a:gd name="connsiteY7" fmla="*/ 83169 h 2794050"/>
              <a:gd name="connsiteX8" fmla="*/ 2408361 w 9107329"/>
              <a:gd name="connsiteY8" fmla="*/ 434 h 2794050"/>
              <a:gd name="connsiteX0-1" fmla="*/ 2414029 w 9112997"/>
              <a:gd name="connsiteY0-2" fmla="*/ 434 h 3899264"/>
              <a:gd name="connsiteX1-3" fmla="*/ 7009148 w 9112997"/>
              <a:gd name="connsiteY1-4" fmla="*/ 263023 h 3899264"/>
              <a:gd name="connsiteX2-5" fmla="*/ 8802478 w 9112997"/>
              <a:gd name="connsiteY2-6" fmla="*/ 78568 h 3899264"/>
              <a:gd name="connsiteX3-7" fmla="*/ 9112997 w 9112997"/>
              <a:gd name="connsiteY3-8" fmla="*/ 30883 h 3899264"/>
              <a:gd name="connsiteX4-9" fmla="*/ 9112997 w 9112997"/>
              <a:gd name="connsiteY4-10" fmla="*/ 2794050 h 3899264"/>
              <a:gd name="connsiteX5-11" fmla="*/ 0 w 9112997"/>
              <a:gd name="connsiteY5-12" fmla="*/ 3899264 h 3899264"/>
              <a:gd name="connsiteX6-13" fmla="*/ 5668 w 9112997"/>
              <a:gd name="connsiteY6-14" fmla="*/ 108284 h 3899264"/>
              <a:gd name="connsiteX7-15" fmla="*/ 402842 w 9112997"/>
              <a:gd name="connsiteY7-16" fmla="*/ 83169 h 3899264"/>
              <a:gd name="connsiteX8-17" fmla="*/ 2414029 w 9112997"/>
              <a:gd name="connsiteY8-18" fmla="*/ 434 h 3899264"/>
              <a:gd name="connsiteX0-19" fmla="*/ 2414029 w 9112997"/>
              <a:gd name="connsiteY0-20" fmla="*/ 434 h 3910600"/>
              <a:gd name="connsiteX1-21" fmla="*/ 7009148 w 9112997"/>
              <a:gd name="connsiteY1-22" fmla="*/ 263023 h 3910600"/>
              <a:gd name="connsiteX2-23" fmla="*/ 8802478 w 9112997"/>
              <a:gd name="connsiteY2-24" fmla="*/ 78568 h 3910600"/>
              <a:gd name="connsiteX3-25" fmla="*/ 9112997 w 9112997"/>
              <a:gd name="connsiteY3-26" fmla="*/ 30883 h 3910600"/>
              <a:gd name="connsiteX4-27" fmla="*/ 9112997 w 9112997"/>
              <a:gd name="connsiteY4-28" fmla="*/ 3910600 h 3910600"/>
              <a:gd name="connsiteX5-29" fmla="*/ 0 w 9112997"/>
              <a:gd name="connsiteY5-30" fmla="*/ 3899264 h 3910600"/>
              <a:gd name="connsiteX6-31" fmla="*/ 5668 w 9112997"/>
              <a:gd name="connsiteY6-32" fmla="*/ 108284 h 3910600"/>
              <a:gd name="connsiteX7-33" fmla="*/ 402842 w 9112997"/>
              <a:gd name="connsiteY7-34" fmla="*/ 83169 h 3910600"/>
              <a:gd name="connsiteX8-35" fmla="*/ 2414029 w 9112997"/>
              <a:gd name="connsiteY8-36" fmla="*/ 434 h 3910600"/>
              <a:gd name="connsiteX0-37" fmla="*/ 2408613 w 9107581"/>
              <a:gd name="connsiteY0-38" fmla="*/ 434 h 3910600"/>
              <a:gd name="connsiteX1-39" fmla="*/ 7003732 w 9107581"/>
              <a:gd name="connsiteY1-40" fmla="*/ 263023 h 3910600"/>
              <a:gd name="connsiteX2-41" fmla="*/ 8797062 w 9107581"/>
              <a:gd name="connsiteY2-42" fmla="*/ 78568 h 3910600"/>
              <a:gd name="connsiteX3-43" fmla="*/ 9107581 w 9107581"/>
              <a:gd name="connsiteY3-44" fmla="*/ 30883 h 3910600"/>
              <a:gd name="connsiteX4-45" fmla="*/ 9107581 w 9107581"/>
              <a:gd name="connsiteY4-46" fmla="*/ 3910600 h 3910600"/>
              <a:gd name="connsiteX5-47" fmla="*/ 5920 w 9107581"/>
              <a:gd name="connsiteY5-48" fmla="*/ 3904932 h 3910600"/>
              <a:gd name="connsiteX6-49" fmla="*/ 252 w 9107581"/>
              <a:gd name="connsiteY6-50" fmla="*/ 108284 h 3910600"/>
              <a:gd name="connsiteX7-51" fmla="*/ 397426 w 9107581"/>
              <a:gd name="connsiteY7-52" fmla="*/ 83169 h 3910600"/>
              <a:gd name="connsiteX8-53" fmla="*/ 2408613 w 9107581"/>
              <a:gd name="connsiteY8-54" fmla="*/ 434 h 3910600"/>
              <a:gd name="connsiteX0-55" fmla="*/ 2419202 w 9118170"/>
              <a:gd name="connsiteY0-56" fmla="*/ 434 h 3910600"/>
              <a:gd name="connsiteX1-57" fmla="*/ 7014321 w 9118170"/>
              <a:gd name="connsiteY1-58" fmla="*/ 263023 h 3910600"/>
              <a:gd name="connsiteX2-59" fmla="*/ 8807651 w 9118170"/>
              <a:gd name="connsiteY2-60" fmla="*/ 78568 h 3910600"/>
              <a:gd name="connsiteX3-61" fmla="*/ 9118170 w 9118170"/>
              <a:gd name="connsiteY3-62" fmla="*/ 30883 h 3910600"/>
              <a:gd name="connsiteX4-63" fmla="*/ 9118170 w 9118170"/>
              <a:gd name="connsiteY4-64" fmla="*/ 3910600 h 3910600"/>
              <a:gd name="connsiteX5-65" fmla="*/ 16509 w 9118170"/>
              <a:gd name="connsiteY5-66" fmla="*/ 3904932 h 3910600"/>
              <a:gd name="connsiteX6-67" fmla="*/ 125 w 9118170"/>
              <a:gd name="connsiteY6-68" fmla="*/ 108284 h 3910600"/>
              <a:gd name="connsiteX7-69" fmla="*/ 408015 w 9118170"/>
              <a:gd name="connsiteY7-70" fmla="*/ 83169 h 3910600"/>
              <a:gd name="connsiteX8-71" fmla="*/ 2419202 w 9118170"/>
              <a:gd name="connsiteY8-72" fmla="*/ 434 h 3910600"/>
              <a:gd name="connsiteX0-73" fmla="*/ 2419456 w 9118424"/>
              <a:gd name="connsiteY0-74" fmla="*/ 434 h 3910600"/>
              <a:gd name="connsiteX1-75" fmla="*/ 7014575 w 9118424"/>
              <a:gd name="connsiteY1-76" fmla="*/ 263023 h 3910600"/>
              <a:gd name="connsiteX2-77" fmla="*/ 8807905 w 9118424"/>
              <a:gd name="connsiteY2-78" fmla="*/ 78568 h 3910600"/>
              <a:gd name="connsiteX3-79" fmla="*/ 9118424 w 9118424"/>
              <a:gd name="connsiteY3-80" fmla="*/ 30883 h 3910600"/>
              <a:gd name="connsiteX4-81" fmla="*/ 9118424 w 9118424"/>
              <a:gd name="connsiteY4-82" fmla="*/ 3910600 h 3910600"/>
              <a:gd name="connsiteX5-83" fmla="*/ 2476 w 9118424"/>
              <a:gd name="connsiteY5-84" fmla="*/ 3904932 h 3910600"/>
              <a:gd name="connsiteX6-85" fmla="*/ 379 w 9118424"/>
              <a:gd name="connsiteY6-86" fmla="*/ 108284 h 3910600"/>
              <a:gd name="connsiteX7-87" fmla="*/ 408269 w 9118424"/>
              <a:gd name="connsiteY7-88" fmla="*/ 83169 h 3910600"/>
              <a:gd name="connsiteX8-89" fmla="*/ 2419456 w 9118424"/>
              <a:gd name="connsiteY8-90" fmla="*/ 434 h 3910600"/>
              <a:gd name="connsiteX0-91" fmla="*/ 2419456 w 9146999"/>
              <a:gd name="connsiteY0-92" fmla="*/ 434 h 3910600"/>
              <a:gd name="connsiteX1-93" fmla="*/ 7014575 w 9146999"/>
              <a:gd name="connsiteY1-94" fmla="*/ 263023 h 3910600"/>
              <a:gd name="connsiteX2-95" fmla="*/ 8807905 w 9146999"/>
              <a:gd name="connsiteY2-96" fmla="*/ 78568 h 3910600"/>
              <a:gd name="connsiteX3-97" fmla="*/ 9118424 w 9146999"/>
              <a:gd name="connsiteY3-98" fmla="*/ 30883 h 3910600"/>
              <a:gd name="connsiteX4-99" fmla="*/ 9146999 w 9146999"/>
              <a:gd name="connsiteY4-100" fmla="*/ 3910600 h 3910600"/>
              <a:gd name="connsiteX5-101" fmla="*/ 2476 w 9146999"/>
              <a:gd name="connsiteY5-102" fmla="*/ 3904932 h 3910600"/>
              <a:gd name="connsiteX6-103" fmla="*/ 379 w 9146999"/>
              <a:gd name="connsiteY6-104" fmla="*/ 108284 h 3910600"/>
              <a:gd name="connsiteX7-105" fmla="*/ 408269 w 9146999"/>
              <a:gd name="connsiteY7-106" fmla="*/ 83169 h 3910600"/>
              <a:gd name="connsiteX8-107" fmla="*/ 2419456 w 9146999"/>
              <a:gd name="connsiteY8-108" fmla="*/ 434 h 3910600"/>
              <a:gd name="connsiteX0-109" fmla="*/ 2419456 w 9152430"/>
              <a:gd name="connsiteY0-110" fmla="*/ 434 h 3910600"/>
              <a:gd name="connsiteX1-111" fmla="*/ 7014575 w 9152430"/>
              <a:gd name="connsiteY1-112" fmla="*/ 263023 h 3910600"/>
              <a:gd name="connsiteX2-113" fmla="*/ 8807905 w 9152430"/>
              <a:gd name="connsiteY2-114" fmla="*/ 78568 h 3910600"/>
              <a:gd name="connsiteX3-115" fmla="*/ 9152430 w 9152430"/>
              <a:gd name="connsiteY3-116" fmla="*/ 13879 h 3910600"/>
              <a:gd name="connsiteX4-117" fmla="*/ 9146999 w 9152430"/>
              <a:gd name="connsiteY4-118" fmla="*/ 3910600 h 3910600"/>
              <a:gd name="connsiteX5-119" fmla="*/ 2476 w 9152430"/>
              <a:gd name="connsiteY5-120" fmla="*/ 3904932 h 3910600"/>
              <a:gd name="connsiteX6-121" fmla="*/ 379 w 9152430"/>
              <a:gd name="connsiteY6-122" fmla="*/ 108284 h 3910600"/>
              <a:gd name="connsiteX7-123" fmla="*/ 408269 w 9152430"/>
              <a:gd name="connsiteY7-124" fmla="*/ 83169 h 3910600"/>
              <a:gd name="connsiteX8-125" fmla="*/ 2419456 w 9152430"/>
              <a:gd name="connsiteY8-126" fmla="*/ 434 h 3910600"/>
              <a:gd name="connsiteX0-127" fmla="*/ 2419456 w 9158564"/>
              <a:gd name="connsiteY0-128" fmla="*/ 434 h 3910600"/>
              <a:gd name="connsiteX1-129" fmla="*/ 7014575 w 9158564"/>
              <a:gd name="connsiteY1-130" fmla="*/ 263023 h 3910600"/>
              <a:gd name="connsiteX2-131" fmla="*/ 8807905 w 9158564"/>
              <a:gd name="connsiteY2-132" fmla="*/ 78568 h 3910600"/>
              <a:gd name="connsiteX3-133" fmla="*/ 9152430 w 9158564"/>
              <a:gd name="connsiteY3-134" fmla="*/ 13879 h 3910600"/>
              <a:gd name="connsiteX4-135" fmla="*/ 9158335 w 9158564"/>
              <a:gd name="connsiteY4-136" fmla="*/ 3910600 h 3910600"/>
              <a:gd name="connsiteX5-137" fmla="*/ 2476 w 9158564"/>
              <a:gd name="connsiteY5-138" fmla="*/ 3904932 h 3910600"/>
              <a:gd name="connsiteX6-139" fmla="*/ 379 w 9158564"/>
              <a:gd name="connsiteY6-140" fmla="*/ 108284 h 3910600"/>
              <a:gd name="connsiteX7-141" fmla="*/ 408269 w 9158564"/>
              <a:gd name="connsiteY7-142" fmla="*/ 83169 h 3910600"/>
              <a:gd name="connsiteX8-143" fmla="*/ 2419456 w 9158564"/>
              <a:gd name="connsiteY8-144" fmla="*/ 434 h 3910600"/>
              <a:gd name="connsiteX0-145" fmla="*/ 2419456 w 9152430"/>
              <a:gd name="connsiteY0-146" fmla="*/ 434 h 3904932"/>
              <a:gd name="connsiteX1-147" fmla="*/ 7014575 w 9152430"/>
              <a:gd name="connsiteY1-148" fmla="*/ 263023 h 3904932"/>
              <a:gd name="connsiteX2-149" fmla="*/ 8807905 w 9152430"/>
              <a:gd name="connsiteY2-150" fmla="*/ 78568 h 3904932"/>
              <a:gd name="connsiteX3-151" fmla="*/ 9152430 w 9152430"/>
              <a:gd name="connsiteY3-152" fmla="*/ 13879 h 3904932"/>
              <a:gd name="connsiteX4-153" fmla="*/ 9141332 w 9152430"/>
              <a:gd name="connsiteY4-154" fmla="*/ 3904932 h 3904932"/>
              <a:gd name="connsiteX5-155" fmla="*/ 2476 w 9152430"/>
              <a:gd name="connsiteY5-156" fmla="*/ 3904932 h 3904932"/>
              <a:gd name="connsiteX6-157" fmla="*/ 379 w 9152430"/>
              <a:gd name="connsiteY6-158" fmla="*/ 108284 h 3904932"/>
              <a:gd name="connsiteX7-159" fmla="*/ 408269 w 9152430"/>
              <a:gd name="connsiteY7-160" fmla="*/ 83169 h 3904932"/>
              <a:gd name="connsiteX8-161" fmla="*/ 2419456 w 9152430"/>
              <a:gd name="connsiteY8-162" fmla="*/ 434 h 3904932"/>
              <a:gd name="connsiteX0-163" fmla="*/ 2419456 w 9152430"/>
              <a:gd name="connsiteY0-164" fmla="*/ 434 h 3904932"/>
              <a:gd name="connsiteX1-165" fmla="*/ 7014575 w 9152430"/>
              <a:gd name="connsiteY1-166" fmla="*/ 263023 h 3904932"/>
              <a:gd name="connsiteX2-167" fmla="*/ 8807905 w 9152430"/>
              <a:gd name="connsiteY2-168" fmla="*/ 78568 h 3904932"/>
              <a:gd name="connsiteX3-169" fmla="*/ 9152430 w 9152430"/>
              <a:gd name="connsiteY3-170" fmla="*/ 13879 h 3904932"/>
              <a:gd name="connsiteX4-171" fmla="*/ 9141332 w 9152430"/>
              <a:gd name="connsiteY4-172" fmla="*/ 3899264 h 3904932"/>
              <a:gd name="connsiteX5-173" fmla="*/ 2476 w 9152430"/>
              <a:gd name="connsiteY5-174" fmla="*/ 3904932 h 3904932"/>
              <a:gd name="connsiteX6-175" fmla="*/ 379 w 9152430"/>
              <a:gd name="connsiteY6-176" fmla="*/ 108284 h 3904932"/>
              <a:gd name="connsiteX7-177" fmla="*/ 408269 w 9152430"/>
              <a:gd name="connsiteY7-178" fmla="*/ 83169 h 3904932"/>
              <a:gd name="connsiteX8-179" fmla="*/ 2419456 w 9152430"/>
              <a:gd name="connsiteY8-180" fmla="*/ 434 h 3904932"/>
              <a:gd name="connsiteX0-181" fmla="*/ 2419456 w 9152430"/>
              <a:gd name="connsiteY0-182" fmla="*/ 434 h 3910600"/>
              <a:gd name="connsiteX1-183" fmla="*/ 7014575 w 9152430"/>
              <a:gd name="connsiteY1-184" fmla="*/ 263023 h 3910600"/>
              <a:gd name="connsiteX2-185" fmla="*/ 8807905 w 9152430"/>
              <a:gd name="connsiteY2-186" fmla="*/ 78568 h 3910600"/>
              <a:gd name="connsiteX3-187" fmla="*/ 9152430 w 9152430"/>
              <a:gd name="connsiteY3-188" fmla="*/ 13879 h 3910600"/>
              <a:gd name="connsiteX4-189" fmla="*/ 9141332 w 9152430"/>
              <a:gd name="connsiteY4-190" fmla="*/ 3899264 h 3910600"/>
              <a:gd name="connsiteX5-191" fmla="*/ 2476 w 9152430"/>
              <a:gd name="connsiteY5-192" fmla="*/ 3910600 h 3910600"/>
              <a:gd name="connsiteX6-193" fmla="*/ 379 w 9152430"/>
              <a:gd name="connsiteY6-194" fmla="*/ 108284 h 3910600"/>
              <a:gd name="connsiteX7-195" fmla="*/ 408269 w 9152430"/>
              <a:gd name="connsiteY7-196" fmla="*/ 83169 h 3910600"/>
              <a:gd name="connsiteX8-197" fmla="*/ 2419456 w 9152430"/>
              <a:gd name="connsiteY8-198" fmla="*/ 434 h 3910600"/>
              <a:gd name="connsiteX0-199" fmla="*/ 2419456 w 9141561"/>
              <a:gd name="connsiteY0-200" fmla="*/ 434 h 3910600"/>
              <a:gd name="connsiteX1-201" fmla="*/ 7014575 w 9141561"/>
              <a:gd name="connsiteY1-202" fmla="*/ 263023 h 3910600"/>
              <a:gd name="connsiteX2-203" fmla="*/ 8807905 w 9141561"/>
              <a:gd name="connsiteY2-204" fmla="*/ 78568 h 3910600"/>
              <a:gd name="connsiteX3-205" fmla="*/ 9135427 w 9141561"/>
              <a:gd name="connsiteY3-206" fmla="*/ 8210 h 3910600"/>
              <a:gd name="connsiteX4-207" fmla="*/ 9141332 w 9141561"/>
              <a:gd name="connsiteY4-208" fmla="*/ 3899264 h 3910600"/>
              <a:gd name="connsiteX5-209" fmla="*/ 2476 w 9141561"/>
              <a:gd name="connsiteY5-210" fmla="*/ 3910600 h 3910600"/>
              <a:gd name="connsiteX6-211" fmla="*/ 379 w 9141561"/>
              <a:gd name="connsiteY6-212" fmla="*/ 108284 h 3910600"/>
              <a:gd name="connsiteX7-213" fmla="*/ 408269 w 9141561"/>
              <a:gd name="connsiteY7-214" fmla="*/ 83169 h 3910600"/>
              <a:gd name="connsiteX8-215" fmla="*/ 2419456 w 9141561"/>
              <a:gd name="connsiteY8-216" fmla="*/ 434 h 39106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9141561" h="3910600">
                <a:moveTo>
                  <a:pt x="2419456" y="434"/>
                </a:moveTo>
                <a:cubicBezTo>
                  <a:pt x="4273407" y="-12534"/>
                  <a:pt x="5369874" y="269506"/>
                  <a:pt x="7014575" y="263023"/>
                </a:cubicBezTo>
                <a:cubicBezTo>
                  <a:pt x="7528545" y="260997"/>
                  <a:pt x="8159400" y="176658"/>
                  <a:pt x="8807905" y="78568"/>
                </a:cubicBezTo>
                <a:lnTo>
                  <a:pt x="9135427" y="8210"/>
                </a:lnTo>
                <a:cubicBezTo>
                  <a:pt x="9133617" y="1307117"/>
                  <a:pt x="9143142" y="2600357"/>
                  <a:pt x="9141332" y="3899264"/>
                </a:cubicBezTo>
                <a:lnTo>
                  <a:pt x="2476" y="3910600"/>
                </a:lnTo>
                <a:cubicBezTo>
                  <a:pt x="4365" y="2646940"/>
                  <a:pt x="-1510" y="1371944"/>
                  <a:pt x="379" y="108284"/>
                </a:cubicBezTo>
                <a:lnTo>
                  <a:pt x="408269" y="83169"/>
                </a:lnTo>
                <a:cubicBezTo>
                  <a:pt x="1142625" y="38298"/>
                  <a:pt x="1840096" y="4486"/>
                  <a:pt x="2419456" y="434"/>
                </a:cubicBezTo>
                <a:close/>
              </a:path>
            </a:pathLst>
          </a:custGeom>
          <a:solidFill>
            <a:schemeClr val="accent1">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sz="3200">
              <a:latin typeface="+mj-ea"/>
              <a:ea typeface="+mj-ea"/>
            </a:endParaRPr>
          </a:p>
        </p:txBody>
      </p:sp>
      <p:sp>
        <p:nvSpPr>
          <p:cNvPr id="8" name="椭圆 7"/>
          <p:cNvSpPr/>
          <p:nvPr>
            <p:custDataLst>
              <p:tags r:id="rId5"/>
            </p:custDataLst>
          </p:nvPr>
        </p:nvSpPr>
        <p:spPr>
          <a:xfrm>
            <a:off x="1733128" y="2791217"/>
            <a:ext cx="1034696" cy="1034696"/>
          </a:xfrm>
          <a:prstGeom prst="ellipse">
            <a:avLst/>
          </a:prstGeom>
          <a:noFill/>
          <a:ln w="25400">
            <a:solidFill>
              <a:schemeClr val="lt1">
                <a:lumMod val="100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3200">
              <a:latin typeface="+mj-ea"/>
              <a:ea typeface="+mj-ea"/>
              <a:sym typeface="微软雅黑" panose="020B0503020204020204" charset="-122"/>
            </a:endParaRPr>
          </a:p>
        </p:txBody>
      </p:sp>
      <p:sp>
        <p:nvSpPr>
          <p:cNvPr id="10" name="矩形 9"/>
          <p:cNvSpPr/>
          <p:nvPr>
            <p:custDataLst>
              <p:tags r:id="rId6"/>
            </p:custDataLst>
          </p:nvPr>
        </p:nvSpPr>
        <p:spPr>
          <a:xfrm>
            <a:off x="1675979" y="4037062"/>
            <a:ext cx="1148784" cy="475605"/>
          </a:xfrm>
          <a:prstGeom prst="rect">
            <a:avLst/>
          </a:prstGeom>
          <a:noFill/>
        </p:spPr>
        <p:txBody>
          <a:bodyPr wrap="none" lIns="0" tIns="0" rIns="0" bIns="0" rtlCol="0">
            <a:noAutofit/>
          </a:bodyPr>
          <a:p>
            <a:pPr algn="ctr">
              <a:spcBef>
                <a:spcPct val="0"/>
              </a:spcBef>
              <a:spcAft>
                <a:spcPct val="0"/>
              </a:spcAft>
            </a:pPr>
            <a:r>
              <a:rPr kumimoji="1" lang="en-US" altLang="zh-CN" sz="2700" b="1">
                <a:solidFill>
                  <a:schemeClr val="lt1">
                    <a:lumMod val="100000"/>
                  </a:schemeClr>
                </a:solidFill>
                <a:latin typeface="+mn-ea"/>
                <a:cs typeface="+mn-ea"/>
              </a:rPr>
              <a:t>01</a:t>
            </a:r>
            <a:endParaRPr kumimoji="1" lang="en-US" altLang="zh-CN" sz="2700" b="1">
              <a:solidFill>
                <a:schemeClr val="lt1">
                  <a:lumMod val="100000"/>
                </a:schemeClr>
              </a:solidFill>
              <a:latin typeface="+mn-ea"/>
              <a:cs typeface="+mn-ea"/>
            </a:endParaRPr>
          </a:p>
        </p:txBody>
      </p:sp>
      <p:sp>
        <p:nvSpPr>
          <p:cNvPr id="15" name="矩形 14"/>
          <p:cNvSpPr/>
          <p:nvPr>
            <p:custDataLst>
              <p:tags r:id="rId7"/>
            </p:custDataLst>
          </p:nvPr>
        </p:nvSpPr>
        <p:spPr>
          <a:xfrm>
            <a:off x="962253" y="5002242"/>
            <a:ext cx="2575932" cy="1462375"/>
          </a:xfrm>
          <a:prstGeom prst="rect">
            <a:avLst/>
          </a:prstGeom>
        </p:spPr>
        <p:txBody>
          <a:bodyPr wrap="square" lIns="0" tIns="0" rIns="0" bIns="0">
            <a:noAutofit/>
          </a:bodyPr>
          <a:p>
            <a:pPr algn="ctr">
              <a:lnSpc>
                <a:spcPct val="150000"/>
              </a:lnSpc>
              <a:spcBef>
                <a:spcPct val="0"/>
              </a:spcBef>
              <a:spcAft>
                <a:spcPct val="0"/>
              </a:spcAft>
            </a:pPr>
            <a:r>
              <a:rPr lang="zh-CN" altLang="en-US" sz="1400">
                <a:solidFill>
                  <a:schemeClr val="lt1">
                    <a:lumMod val="100000"/>
                  </a:schemeClr>
                </a:solidFill>
                <a:latin typeface="+mn-ea"/>
                <a:cs typeface="+mn-ea"/>
              </a:rPr>
              <a:t>参观从序厅开始，大型浮雕和多媒体展示，让观众对辛亥革命有初步宏观了解，构建起整体历史框架。</a:t>
            </a:r>
            <a:endParaRPr lang="zh-CN" altLang="en-US" sz="1400">
              <a:solidFill>
                <a:schemeClr val="lt1">
                  <a:lumMod val="100000"/>
                </a:schemeClr>
              </a:solidFill>
              <a:latin typeface="+mn-ea"/>
              <a:cs typeface="+mn-ea"/>
            </a:endParaRPr>
          </a:p>
        </p:txBody>
      </p:sp>
      <p:sp>
        <p:nvSpPr>
          <p:cNvPr id="17" name="椭圆 16"/>
          <p:cNvSpPr/>
          <p:nvPr>
            <p:custDataLst>
              <p:tags r:id="rId8"/>
            </p:custDataLst>
          </p:nvPr>
        </p:nvSpPr>
        <p:spPr>
          <a:xfrm>
            <a:off x="5600834" y="2791217"/>
            <a:ext cx="1034696" cy="1034696"/>
          </a:xfrm>
          <a:prstGeom prst="ellipse">
            <a:avLst/>
          </a:prstGeom>
          <a:noFill/>
          <a:ln w="25400">
            <a:solidFill>
              <a:schemeClr val="lt1">
                <a:lumMod val="100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3200">
              <a:latin typeface="+mj-ea"/>
              <a:ea typeface="+mj-ea"/>
              <a:sym typeface="微软雅黑" panose="020B0503020204020204" charset="-122"/>
            </a:endParaRPr>
          </a:p>
        </p:txBody>
      </p:sp>
      <p:sp>
        <p:nvSpPr>
          <p:cNvPr id="18" name="矩形 17"/>
          <p:cNvSpPr/>
          <p:nvPr>
            <p:custDataLst>
              <p:tags r:id="rId9"/>
            </p:custDataLst>
          </p:nvPr>
        </p:nvSpPr>
        <p:spPr>
          <a:xfrm>
            <a:off x="5543686" y="4028807"/>
            <a:ext cx="1148784" cy="475605"/>
          </a:xfrm>
          <a:prstGeom prst="rect">
            <a:avLst/>
          </a:prstGeom>
          <a:noFill/>
        </p:spPr>
        <p:txBody>
          <a:bodyPr wrap="none" lIns="0" tIns="0" rIns="0" bIns="0" rtlCol="0">
            <a:noAutofit/>
          </a:bodyPr>
          <a:p>
            <a:pPr algn="ctr">
              <a:spcBef>
                <a:spcPct val="0"/>
              </a:spcBef>
              <a:spcAft>
                <a:spcPct val="0"/>
              </a:spcAft>
            </a:pPr>
            <a:r>
              <a:rPr kumimoji="1" lang="en-US" altLang="zh-CN" sz="2700" b="1">
                <a:solidFill>
                  <a:schemeClr val="lt1">
                    <a:lumMod val="100000"/>
                  </a:schemeClr>
                </a:solidFill>
                <a:latin typeface="+mn-ea"/>
                <a:cs typeface="+mn-ea"/>
              </a:rPr>
              <a:t>02</a:t>
            </a:r>
            <a:endParaRPr kumimoji="1" lang="en-US" altLang="zh-CN" sz="2700" b="1">
              <a:solidFill>
                <a:schemeClr val="lt1">
                  <a:lumMod val="100000"/>
                </a:schemeClr>
              </a:solidFill>
              <a:latin typeface="+mn-ea"/>
              <a:cs typeface="+mn-ea"/>
            </a:endParaRPr>
          </a:p>
        </p:txBody>
      </p:sp>
      <p:sp>
        <p:nvSpPr>
          <p:cNvPr id="34" name="矩形 33"/>
          <p:cNvSpPr/>
          <p:nvPr>
            <p:custDataLst>
              <p:tags r:id="rId10"/>
            </p:custDataLst>
          </p:nvPr>
        </p:nvSpPr>
        <p:spPr>
          <a:xfrm>
            <a:off x="4830595" y="4993988"/>
            <a:ext cx="2575932" cy="1462375"/>
          </a:xfrm>
          <a:prstGeom prst="rect">
            <a:avLst/>
          </a:prstGeom>
        </p:spPr>
        <p:txBody>
          <a:bodyPr wrap="square" lIns="0" tIns="0" rIns="0" bIns="0">
            <a:noAutofit/>
          </a:bodyPr>
          <a:p>
            <a:pPr algn="ctr">
              <a:lnSpc>
                <a:spcPct val="150000"/>
              </a:lnSpc>
              <a:spcBef>
                <a:spcPct val="0"/>
              </a:spcBef>
              <a:spcAft>
                <a:spcPct val="0"/>
              </a:spcAft>
            </a:pPr>
            <a:r>
              <a:rPr lang="zh-CN" altLang="en-US" sz="1400">
                <a:solidFill>
                  <a:schemeClr val="lt1">
                    <a:lumMod val="100000"/>
                  </a:schemeClr>
                </a:solidFill>
                <a:latin typeface="+mn-ea"/>
                <a:cs typeface="+mn-ea"/>
              </a:rPr>
              <a:t>依次参观起义场景复原区、文物长廊，通过场景还原和文物展示，让观众深入感受辛亥革命的具体过程和细节。</a:t>
            </a:r>
            <a:endParaRPr lang="zh-CN" altLang="en-US" sz="1400">
              <a:solidFill>
                <a:schemeClr val="lt1">
                  <a:lumMod val="100000"/>
                </a:schemeClr>
              </a:solidFill>
              <a:latin typeface="+mn-ea"/>
              <a:cs typeface="+mn-ea"/>
            </a:endParaRPr>
          </a:p>
        </p:txBody>
      </p:sp>
      <p:sp>
        <p:nvSpPr>
          <p:cNvPr id="35" name="椭圆 34"/>
          <p:cNvSpPr/>
          <p:nvPr>
            <p:custDataLst>
              <p:tags r:id="rId11"/>
            </p:custDataLst>
          </p:nvPr>
        </p:nvSpPr>
        <p:spPr>
          <a:xfrm>
            <a:off x="9469176" y="2791217"/>
            <a:ext cx="1034696" cy="1034696"/>
          </a:xfrm>
          <a:prstGeom prst="ellipse">
            <a:avLst/>
          </a:prstGeom>
          <a:noFill/>
          <a:ln w="25400">
            <a:solidFill>
              <a:schemeClr val="lt1">
                <a:lumMod val="100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3200">
              <a:latin typeface="+mj-ea"/>
              <a:ea typeface="+mj-ea"/>
              <a:sym typeface="微软雅黑" panose="020B0503020204020204" charset="-122"/>
            </a:endParaRPr>
          </a:p>
        </p:txBody>
      </p:sp>
      <p:sp>
        <p:nvSpPr>
          <p:cNvPr id="36" name="矩形 35"/>
          <p:cNvSpPr/>
          <p:nvPr>
            <p:custDataLst>
              <p:tags r:id="rId12"/>
            </p:custDataLst>
          </p:nvPr>
        </p:nvSpPr>
        <p:spPr>
          <a:xfrm>
            <a:off x="9412027" y="4028807"/>
            <a:ext cx="1148785" cy="475605"/>
          </a:xfrm>
          <a:prstGeom prst="rect">
            <a:avLst/>
          </a:prstGeom>
          <a:noFill/>
        </p:spPr>
        <p:txBody>
          <a:bodyPr wrap="none" lIns="0" tIns="0" rIns="0" bIns="0" rtlCol="0">
            <a:noAutofit/>
          </a:bodyPr>
          <a:p>
            <a:pPr algn="ctr">
              <a:spcBef>
                <a:spcPct val="0"/>
              </a:spcBef>
              <a:spcAft>
                <a:spcPct val="0"/>
              </a:spcAft>
            </a:pPr>
            <a:r>
              <a:rPr kumimoji="1" lang="en-US" altLang="zh-CN" sz="2700" b="1">
                <a:solidFill>
                  <a:schemeClr val="lt1">
                    <a:lumMod val="100000"/>
                  </a:schemeClr>
                </a:solidFill>
                <a:latin typeface="+mn-ea"/>
                <a:cs typeface="+mn-ea"/>
              </a:rPr>
              <a:t>03</a:t>
            </a:r>
            <a:endParaRPr kumimoji="1" lang="en-US" altLang="zh-CN" sz="2700" b="1">
              <a:solidFill>
                <a:schemeClr val="lt1">
                  <a:lumMod val="100000"/>
                </a:schemeClr>
              </a:solidFill>
              <a:latin typeface="+mn-ea"/>
              <a:cs typeface="+mn-ea"/>
            </a:endParaRPr>
          </a:p>
        </p:txBody>
      </p:sp>
      <p:sp>
        <p:nvSpPr>
          <p:cNvPr id="37" name="矩形 36"/>
          <p:cNvSpPr/>
          <p:nvPr>
            <p:custDataLst>
              <p:tags r:id="rId13"/>
            </p:custDataLst>
          </p:nvPr>
        </p:nvSpPr>
        <p:spPr>
          <a:xfrm>
            <a:off x="8698302" y="4993988"/>
            <a:ext cx="2575932" cy="1462375"/>
          </a:xfrm>
          <a:prstGeom prst="rect">
            <a:avLst/>
          </a:prstGeom>
        </p:spPr>
        <p:txBody>
          <a:bodyPr wrap="square" lIns="0" tIns="0" rIns="0" bIns="0">
            <a:noAutofit/>
          </a:bodyPr>
          <a:p>
            <a:pPr algn="ctr">
              <a:lnSpc>
                <a:spcPct val="150000"/>
              </a:lnSpc>
              <a:spcBef>
                <a:spcPct val="0"/>
              </a:spcBef>
              <a:spcAft>
                <a:spcPct val="0"/>
              </a:spcAft>
            </a:pPr>
            <a:r>
              <a:rPr lang="zh-CN" altLang="en-US" sz="1400">
                <a:solidFill>
                  <a:schemeClr val="lt1">
                    <a:lumMod val="100000"/>
                  </a:schemeClr>
                </a:solidFill>
                <a:latin typeface="+mn-ea"/>
                <a:cs typeface="+mn-ea"/>
              </a:rPr>
              <a:t>最后到达纪念广场，在铜像和姓名墙前，观众情感得到升华，对辛亥革命的认知从知识层面上升到精神层面。</a:t>
            </a:r>
            <a:endParaRPr lang="zh-CN" altLang="en-US" sz="1400">
              <a:solidFill>
                <a:schemeClr val="lt1">
                  <a:lumMod val="100000"/>
                </a:schemeClr>
              </a:solidFill>
              <a:latin typeface="+mn-ea"/>
              <a:cs typeface="+mn-ea"/>
            </a:endParaRPr>
          </a:p>
        </p:txBody>
      </p:sp>
      <p:sp>
        <p:nvSpPr>
          <p:cNvPr id="38" name="矩形 37"/>
          <p:cNvSpPr/>
          <p:nvPr>
            <p:custDataLst>
              <p:tags r:id="rId14"/>
            </p:custDataLst>
          </p:nvPr>
        </p:nvSpPr>
        <p:spPr>
          <a:xfrm>
            <a:off x="962253" y="4536797"/>
            <a:ext cx="2577548" cy="375801"/>
          </a:xfrm>
          <a:prstGeom prst="rect">
            <a:avLst/>
          </a:prstGeom>
          <a:noFill/>
        </p:spPr>
        <p:txBody>
          <a:bodyPr wrap="square" lIns="0" tIns="0" rIns="0" bIns="0" rtlCol="0" anchor="ctr">
            <a:noAutofit/>
          </a:bodyPr>
          <a:p>
            <a:pPr algn="ctr">
              <a:spcBef>
                <a:spcPct val="0"/>
              </a:spcBef>
              <a:spcAft>
                <a:spcPct val="0"/>
              </a:spcAft>
            </a:pPr>
            <a:r>
              <a:rPr lang="zh-CN" altLang="en-US" b="1">
                <a:solidFill>
                  <a:schemeClr val="lt1">
                    <a:lumMod val="100000"/>
                  </a:schemeClr>
                </a:solidFill>
                <a:latin typeface="+mn-ea"/>
                <a:cs typeface="+mn-ea"/>
              </a:rPr>
              <a:t>序厅的宏观引入</a:t>
            </a:r>
            <a:endParaRPr lang="zh-CN" altLang="en-US" b="1">
              <a:solidFill>
                <a:schemeClr val="lt1">
                  <a:lumMod val="100000"/>
                </a:schemeClr>
              </a:solidFill>
              <a:latin typeface="+mn-ea"/>
              <a:cs typeface="+mn-ea"/>
            </a:endParaRPr>
          </a:p>
        </p:txBody>
      </p:sp>
      <p:sp>
        <p:nvSpPr>
          <p:cNvPr id="39" name="矩形 38"/>
          <p:cNvSpPr/>
          <p:nvPr>
            <p:custDataLst>
              <p:tags r:id="rId15"/>
            </p:custDataLst>
          </p:nvPr>
        </p:nvSpPr>
        <p:spPr>
          <a:xfrm>
            <a:off x="4830595" y="4536797"/>
            <a:ext cx="2577548" cy="375801"/>
          </a:xfrm>
          <a:prstGeom prst="rect">
            <a:avLst/>
          </a:prstGeom>
          <a:noFill/>
        </p:spPr>
        <p:txBody>
          <a:bodyPr wrap="square" lIns="0" tIns="0" rIns="0" bIns="0" rtlCol="0" anchor="ctr">
            <a:noAutofit/>
          </a:bodyPr>
          <a:p>
            <a:pPr algn="ctr">
              <a:spcBef>
                <a:spcPct val="0"/>
              </a:spcBef>
              <a:spcAft>
                <a:spcPct val="0"/>
              </a:spcAft>
            </a:pPr>
            <a:r>
              <a:rPr lang="zh-CN" altLang="en-US" b="1">
                <a:solidFill>
                  <a:schemeClr val="lt1">
                    <a:lumMod val="100000"/>
                  </a:schemeClr>
                </a:solidFill>
                <a:latin typeface="+mn-ea"/>
                <a:cs typeface="+mn-ea"/>
              </a:rPr>
              <a:t>展区的深入体验</a:t>
            </a:r>
            <a:endParaRPr lang="zh-CN" altLang="en-US" b="1">
              <a:solidFill>
                <a:schemeClr val="lt1">
                  <a:lumMod val="100000"/>
                </a:schemeClr>
              </a:solidFill>
              <a:latin typeface="+mn-ea"/>
              <a:cs typeface="+mn-ea"/>
            </a:endParaRPr>
          </a:p>
        </p:txBody>
      </p:sp>
      <p:sp>
        <p:nvSpPr>
          <p:cNvPr id="40" name="矩形 39"/>
          <p:cNvSpPr/>
          <p:nvPr>
            <p:custDataLst>
              <p:tags r:id="rId16"/>
            </p:custDataLst>
          </p:nvPr>
        </p:nvSpPr>
        <p:spPr>
          <a:xfrm>
            <a:off x="8698302" y="4536797"/>
            <a:ext cx="2577548" cy="375801"/>
          </a:xfrm>
          <a:prstGeom prst="rect">
            <a:avLst/>
          </a:prstGeom>
          <a:noFill/>
        </p:spPr>
        <p:txBody>
          <a:bodyPr wrap="square" lIns="0" tIns="0" rIns="0" bIns="0" rtlCol="0" anchor="ctr">
            <a:noAutofit/>
          </a:bodyPr>
          <a:p>
            <a:pPr algn="ctr">
              <a:spcBef>
                <a:spcPct val="0"/>
              </a:spcBef>
              <a:spcAft>
                <a:spcPct val="0"/>
              </a:spcAft>
            </a:pPr>
            <a:r>
              <a:rPr lang="zh-CN" altLang="en-US" b="1">
                <a:solidFill>
                  <a:schemeClr val="lt1">
                    <a:lumMod val="100000"/>
                  </a:schemeClr>
                </a:solidFill>
                <a:latin typeface="+mn-ea"/>
                <a:cs typeface="+mn-ea"/>
              </a:rPr>
              <a:t>纪念广场的情感升华</a:t>
            </a:r>
            <a:endParaRPr lang="zh-CN" altLang="en-US" b="1">
              <a:solidFill>
                <a:schemeClr val="lt1">
                  <a:lumMod val="100000"/>
                </a:schemeClr>
              </a:solidFill>
              <a:latin typeface="+mn-ea"/>
              <a:cs typeface="+mn-ea"/>
            </a:endParaRPr>
          </a:p>
        </p:txBody>
      </p:sp>
      <p:pic>
        <p:nvPicPr>
          <p:cNvPr id="46" name="图形 1"/>
          <p:cNvPicPr>
            <a:picLocks noChangeAspect="1"/>
          </p:cNvPicPr>
          <p:nvPr>
            <p:custDataLst>
              <p:tags r:id="rId17"/>
            </p:custDataLst>
          </p:nvPr>
        </p:nvPicPr>
        <p:blipFill>
          <a:blip r:embed="rId18">
            <a:extLst>
              <a:ext uri="{96DAC541-7B7A-43D3-8B79-37D633B846F1}">
                <asvg:svgBlip xmlns:asvg="http://schemas.microsoft.com/office/drawing/2016/SVG/main" r:embed="rId19"/>
              </a:ext>
            </a:extLst>
          </a:blip>
          <a:stretch>
            <a:fillRect/>
          </a:stretch>
        </p:blipFill>
        <p:spPr>
          <a:xfrm>
            <a:off x="1980138" y="3038862"/>
            <a:ext cx="542632" cy="539849"/>
          </a:xfrm>
          <a:prstGeom prst="rect">
            <a:avLst/>
          </a:prstGeom>
        </p:spPr>
      </p:pic>
      <p:pic>
        <p:nvPicPr>
          <p:cNvPr id="47" name="图形 2"/>
          <p:cNvPicPr>
            <a:picLocks noChangeAspect="1"/>
          </p:cNvPicPr>
          <p:nvPr>
            <p:custDataLst>
              <p:tags r:id="rId20"/>
            </p:custDataLst>
          </p:nvPr>
        </p:nvPicPr>
        <p:blipFill>
          <a:blip r:embed="rId21">
            <a:extLst>
              <a:ext uri="{96DAC541-7B7A-43D3-8B79-37D633B846F1}">
                <asvg:svgBlip xmlns:asvg="http://schemas.microsoft.com/office/drawing/2016/SVG/main" r:embed="rId22"/>
              </a:ext>
            </a:extLst>
          </a:blip>
          <a:stretch>
            <a:fillRect/>
          </a:stretch>
        </p:blipFill>
        <p:spPr>
          <a:xfrm>
            <a:off x="5866259" y="3064262"/>
            <a:ext cx="505642" cy="488972"/>
          </a:xfrm>
          <a:prstGeom prst="rect">
            <a:avLst/>
          </a:prstGeom>
        </p:spPr>
      </p:pic>
      <p:pic>
        <p:nvPicPr>
          <p:cNvPr id="48" name="图形 3"/>
          <p:cNvPicPr>
            <a:picLocks noChangeAspect="1"/>
          </p:cNvPicPr>
          <p:nvPr>
            <p:custDataLst>
              <p:tags r:id="rId23"/>
            </p:custDataLst>
          </p:nvPr>
        </p:nvPicPr>
        <p:blipFill>
          <a:blip r:embed="rId24">
            <a:extLst>
              <a:ext uri="{96DAC541-7B7A-43D3-8B79-37D633B846F1}">
                <asvg:svgBlip xmlns:asvg="http://schemas.microsoft.com/office/drawing/2016/SVG/main" r:embed="rId25"/>
              </a:ext>
            </a:extLst>
          </a:blip>
          <a:stretch>
            <a:fillRect/>
          </a:stretch>
        </p:blipFill>
        <p:spPr>
          <a:xfrm>
            <a:off x="9739681" y="3038862"/>
            <a:ext cx="495323" cy="539847"/>
          </a:xfrm>
          <a:prstGeom prst="rect">
            <a:avLst/>
          </a:prstGeom>
        </p:spPr>
      </p:pic>
    </p:spTree>
    <p:custDataLst>
      <p:tags r:id="rId26"/>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custDataLst>
              <p:tags r:id="rId1"/>
            </p:custDataLst>
          </p:nvPr>
        </p:nvSpPr>
        <p:spPr/>
        <p:txBody>
          <a:bodyPr/>
          <a:lstStyle/>
          <a:p>
            <a:r>
              <a:rPr lang="zh-CN" altLang="en-US"/>
              <a:t>博物馆作为记忆之场</a:t>
            </a:r>
            <a:endParaRPr lang="zh-CN" altLang="en-US"/>
          </a:p>
        </p:txBody>
      </p:sp>
      <p:sp>
        <p:nvSpPr>
          <p:cNvPr id="2" name="矩形 1"/>
          <p:cNvSpPr/>
          <p:nvPr>
            <p:custDataLst>
              <p:tags r:id="rId2"/>
            </p:custDataLst>
          </p:nvPr>
        </p:nvSpPr>
        <p:spPr>
          <a:xfrm>
            <a:off x="2141746" y="1945671"/>
            <a:ext cx="9000709" cy="1053548"/>
          </a:xfrm>
          <a:prstGeom prst="rect">
            <a:avLst/>
          </a:prstGeom>
          <a:noFill/>
        </p:spPr>
        <p:txBody>
          <a:bodyPr wrap="square" lIns="0" tIns="0" rIns="0" bIns="0" rtlCol="0" anchor="t" anchorCtr="0">
            <a:noAutofit/>
          </a:bodyPr>
          <a:p>
            <a:pPr algn="just">
              <a:lnSpc>
                <a:spcPct val="150000"/>
              </a:lnSpc>
              <a:spcBef>
                <a:spcPct val="0"/>
              </a:spcBef>
              <a:spcAft>
                <a:spcPct val="0"/>
              </a:spcAft>
            </a:pPr>
            <a:r>
              <a:rPr lang="zh-CN" altLang="en-US" sz="1600">
                <a:ln>
                  <a:noFill/>
                  <a:prstDash val="sysDot"/>
                </a:ln>
                <a:solidFill>
                  <a:schemeClr val="tx1">
                    <a:lumMod val="85000"/>
                    <a:lumOff val="15000"/>
                  </a:schemeClr>
                </a:solidFill>
                <a:latin typeface="+mn-ea"/>
                <a:cs typeface="+mn-ea"/>
                <a:sym typeface="+mn-ea"/>
              </a:rPr>
              <a:t>博物馆通过收藏大量辛亥革命文物和资料，如实记录历史事件和细节，为后人还原历史真相提供了可靠依据。</a:t>
            </a:r>
            <a:endParaRPr lang="zh-CN" altLang="en-US" sz="1600">
              <a:ln>
                <a:noFill/>
                <a:prstDash val="sysDot"/>
              </a:ln>
              <a:solidFill>
                <a:schemeClr val="tx1">
                  <a:lumMod val="85000"/>
                  <a:lumOff val="15000"/>
                </a:schemeClr>
              </a:solidFill>
              <a:latin typeface="+mn-ea"/>
              <a:cs typeface="+mn-ea"/>
              <a:sym typeface="+mn-ea"/>
            </a:endParaRPr>
          </a:p>
        </p:txBody>
      </p:sp>
      <p:sp>
        <p:nvSpPr>
          <p:cNvPr id="3" name="矩形 2"/>
          <p:cNvSpPr/>
          <p:nvPr>
            <p:custDataLst>
              <p:tags r:id="rId3"/>
            </p:custDataLst>
          </p:nvPr>
        </p:nvSpPr>
        <p:spPr>
          <a:xfrm>
            <a:off x="2141746" y="1477640"/>
            <a:ext cx="9000709" cy="461778"/>
          </a:xfrm>
          <a:prstGeom prst="rect">
            <a:avLst/>
          </a:prstGeom>
          <a:noFill/>
        </p:spPr>
        <p:txBody>
          <a:bodyPr wrap="square" lIns="0" tIns="0" rIns="0" bIns="0" rtlCol="0" anchor="ctr" anchorCtr="0">
            <a:noAutofit/>
          </a:bodyPr>
          <a:p>
            <a:pPr algn="just">
              <a:spcBef>
                <a:spcPct val="0"/>
              </a:spcBef>
              <a:spcAft>
                <a:spcPct val="0"/>
              </a:spcAft>
            </a:pPr>
            <a:r>
              <a:rPr lang="zh-CN" altLang="en-US" sz="2000" b="1">
                <a:solidFill>
                  <a:schemeClr val="accent1"/>
                </a:solidFill>
                <a:latin typeface="+mn-ea"/>
                <a:cs typeface="+mn-ea"/>
                <a:sym typeface="+mn-ea"/>
              </a:rPr>
              <a:t>历史真相的保存</a:t>
            </a:r>
            <a:endParaRPr lang="zh-CN" altLang="en-US" sz="2000" b="1">
              <a:solidFill>
                <a:schemeClr val="accent1"/>
              </a:solidFill>
              <a:latin typeface="+mn-ea"/>
              <a:cs typeface="+mn-ea"/>
              <a:sym typeface="+mn-ea"/>
            </a:endParaRPr>
          </a:p>
        </p:txBody>
      </p:sp>
      <p:sp>
        <p:nvSpPr>
          <p:cNvPr id="14" name="矩形 13"/>
          <p:cNvSpPr/>
          <p:nvPr>
            <p:custDataLst>
              <p:tags r:id="rId4"/>
            </p:custDataLst>
          </p:nvPr>
        </p:nvSpPr>
        <p:spPr>
          <a:xfrm>
            <a:off x="1241880" y="1544320"/>
            <a:ext cx="579646" cy="579646"/>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p>
            <a:pPr algn="ctr">
              <a:spcBef>
                <a:spcPct val="0"/>
              </a:spcBef>
              <a:spcAft>
                <a:spcPct val="0"/>
              </a:spcAft>
            </a:pPr>
            <a:r>
              <a:rPr lang="en-US" altLang="zh-CN" sz="2400">
                <a:solidFill>
                  <a:schemeClr val="lt1">
                    <a:lumMod val="100000"/>
                  </a:schemeClr>
                </a:solidFill>
                <a:latin typeface="+mn-ea"/>
                <a:cs typeface="+mn-ea"/>
                <a:sym typeface="+mn-ea"/>
              </a:rPr>
              <a:t>01</a:t>
            </a:r>
            <a:endParaRPr lang="zh-CN" altLang="en-US" sz="2400">
              <a:solidFill>
                <a:schemeClr val="lt1">
                  <a:lumMod val="100000"/>
                </a:schemeClr>
              </a:solidFill>
              <a:latin typeface="+mn-ea"/>
              <a:cs typeface="+mn-ea"/>
              <a:sym typeface="+mn-ea"/>
            </a:endParaRPr>
          </a:p>
        </p:txBody>
      </p:sp>
      <p:sp>
        <p:nvSpPr>
          <p:cNvPr id="15" name="矩形 14"/>
          <p:cNvSpPr/>
          <p:nvPr>
            <p:custDataLst>
              <p:tags r:id="rId5"/>
            </p:custDataLst>
          </p:nvPr>
        </p:nvSpPr>
        <p:spPr>
          <a:xfrm>
            <a:off x="2150002" y="3545997"/>
            <a:ext cx="9000709" cy="1053548"/>
          </a:xfrm>
          <a:prstGeom prst="rect">
            <a:avLst/>
          </a:prstGeom>
          <a:noFill/>
        </p:spPr>
        <p:txBody>
          <a:bodyPr wrap="square" lIns="0" tIns="0" rIns="0" bIns="0" rtlCol="0" anchor="t" anchorCtr="0">
            <a:noAutofit/>
          </a:bodyPr>
          <a:p>
            <a:pPr algn="just">
              <a:lnSpc>
                <a:spcPct val="150000"/>
              </a:lnSpc>
              <a:spcBef>
                <a:spcPct val="0"/>
              </a:spcBef>
              <a:spcAft>
                <a:spcPct val="0"/>
              </a:spcAft>
            </a:pPr>
            <a:r>
              <a:rPr lang="zh-CN" altLang="en-US" sz="1600">
                <a:ln>
                  <a:noFill/>
                  <a:prstDash val="sysDot"/>
                </a:ln>
                <a:solidFill>
                  <a:schemeClr val="tx1">
                    <a:lumMod val="85000"/>
                    <a:lumOff val="15000"/>
                  </a:schemeClr>
                </a:solidFill>
                <a:latin typeface="+mn-ea"/>
                <a:cs typeface="+mn-ea"/>
                <a:sym typeface="+mn-ea"/>
              </a:rPr>
              <a:t>它是人们共同回忆和纪念辛亥革命的场所，通过展览和教育活动，凝聚起社会各界对这段历史的集体记忆。</a:t>
            </a:r>
            <a:endParaRPr lang="zh-CN" altLang="en-US" sz="1600">
              <a:ln>
                <a:noFill/>
                <a:prstDash val="sysDot"/>
              </a:ln>
              <a:solidFill>
                <a:schemeClr val="tx1">
                  <a:lumMod val="85000"/>
                  <a:lumOff val="15000"/>
                </a:schemeClr>
              </a:solidFill>
              <a:latin typeface="+mn-ea"/>
              <a:cs typeface="+mn-ea"/>
              <a:sym typeface="+mn-ea"/>
            </a:endParaRPr>
          </a:p>
        </p:txBody>
      </p:sp>
      <p:sp>
        <p:nvSpPr>
          <p:cNvPr id="16" name="矩形 15"/>
          <p:cNvSpPr/>
          <p:nvPr>
            <p:custDataLst>
              <p:tags r:id="rId6"/>
            </p:custDataLst>
          </p:nvPr>
        </p:nvSpPr>
        <p:spPr>
          <a:xfrm>
            <a:off x="2150002" y="3078601"/>
            <a:ext cx="9000709" cy="461778"/>
          </a:xfrm>
          <a:prstGeom prst="rect">
            <a:avLst/>
          </a:prstGeom>
          <a:noFill/>
        </p:spPr>
        <p:txBody>
          <a:bodyPr wrap="square" lIns="0" tIns="0" rIns="0" bIns="0" rtlCol="0" anchor="ctr" anchorCtr="0">
            <a:noAutofit/>
          </a:bodyPr>
          <a:p>
            <a:pPr algn="just">
              <a:spcBef>
                <a:spcPct val="0"/>
              </a:spcBef>
              <a:spcAft>
                <a:spcPct val="0"/>
              </a:spcAft>
            </a:pPr>
            <a:r>
              <a:rPr lang="zh-CN" altLang="en-US" sz="2000" b="1">
                <a:solidFill>
                  <a:schemeClr val="accent1"/>
                </a:solidFill>
                <a:latin typeface="+mn-ea"/>
                <a:cs typeface="+mn-ea"/>
                <a:sym typeface="+mn-ea"/>
              </a:rPr>
              <a:t>集体记忆的凝聚</a:t>
            </a:r>
            <a:endParaRPr lang="zh-CN" altLang="en-US" sz="2000" b="1">
              <a:solidFill>
                <a:schemeClr val="accent1"/>
              </a:solidFill>
              <a:latin typeface="+mn-ea"/>
              <a:cs typeface="+mn-ea"/>
              <a:sym typeface="+mn-ea"/>
            </a:endParaRPr>
          </a:p>
        </p:txBody>
      </p:sp>
      <p:sp>
        <p:nvSpPr>
          <p:cNvPr id="17" name="矩形 16"/>
          <p:cNvSpPr/>
          <p:nvPr>
            <p:custDataLst>
              <p:tags r:id="rId7"/>
            </p:custDataLst>
          </p:nvPr>
        </p:nvSpPr>
        <p:spPr>
          <a:xfrm>
            <a:off x="1250771" y="3145281"/>
            <a:ext cx="579646" cy="579646"/>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p>
            <a:pPr algn="ctr">
              <a:spcBef>
                <a:spcPct val="0"/>
              </a:spcBef>
              <a:spcAft>
                <a:spcPct val="0"/>
              </a:spcAft>
            </a:pPr>
            <a:r>
              <a:rPr lang="en-US" altLang="zh-CN" sz="2400">
                <a:solidFill>
                  <a:schemeClr val="lt1">
                    <a:lumMod val="100000"/>
                  </a:schemeClr>
                </a:solidFill>
                <a:latin typeface="+mn-ea"/>
                <a:cs typeface="+mn-ea"/>
                <a:sym typeface="+mn-ea"/>
              </a:rPr>
              <a:t>02</a:t>
            </a:r>
            <a:endParaRPr lang="zh-CN" altLang="en-US" sz="2400">
              <a:solidFill>
                <a:schemeClr val="lt1">
                  <a:lumMod val="100000"/>
                </a:schemeClr>
              </a:solidFill>
              <a:latin typeface="+mn-ea"/>
              <a:cs typeface="+mn-ea"/>
              <a:sym typeface="+mn-ea"/>
            </a:endParaRPr>
          </a:p>
        </p:txBody>
      </p:sp>
      <p:sp>
        <p:nvSpPr>
          <p:cNvPr id="18" name="矩形 17"/>
          <p:cNvSpPr/>
          <p:nvPr>
            <p:custDataLst>
              <p:tags r:id="rId8"/>
            </p:custDataLst>
          </p:nvPr>
        </p:nvSpPr>
        <p:spPr>
          <a:xfrm>
            <a:off x="2141111" y="5146959"/>
            <a:ext cx="9000709" cy="1053548"/>
          </a:xfrm>
          <a:prstGeom prst="rect">
            <a:avLst/>
          </a:prstGeom>
          <a:noFill/>
        </p:spPr>
        <p:txBody>
          <a:bodyPr wrap="square" lIns="0" tIns="0" rIns="0" bIns="0" rtlCol="0" anchor="t" anchorCtr="0">
            <a:noAutofit/>
          </a:bodyPr>
          <a:p>
            <a:pPr algn="just">
              <a:lnSpc>
                <a:spcPct val="150000"/>
              </a:lnSpc>
              <a:spcBef>
                <a:spcPct val="0"/>
              </a:spcBef>
              <a:spcAft>
                <a:spcPct val="0"/>
              </a:spcAft>
            </a:pPr>
            <a:r>
              <a:rPr lang="zh-CN" altLang="en-US" sz="1600">
                <a:ln>
                  <a:noFill/>
                  <a:prstDash val="sysDot"/>
                </a:ln>
                <a:solidFill>
                  <a:schemeClr val="tx1">
                    <a:lumMod val="85000"/>
                    <a:lumOff val="15000"/>
                  </a:schemeClr>
                </a:solidFill>
                <a:latin typeface="+mn-ea"/>
                <a:cs typeface="+mn-ea"/>
                <a:sym typeface="+mn-ea"/>
              </a:rPr>
              <a:t>博物馆连接着过去的历史真相和当下的集体记忆，让人们在参观中了解历史，传承精神，促进历史文化的传承和发展。</a:t>
            </a:r>
            <a:endParaRPr lang="zh-CN" altLang="en-US" sz="1600">
              <a:ln>
                <a:noFill/>
                <a:prstDash val="sysDot"/>
              </a:ln>
              <a:solidFill>
                <a:schemeClr val="tx1">
                  <a:lumMod val="85000"/>
                  <a:lumOff val="15000"/>
                </a:schemeClr>
              </a:solidFill>
              <a:latin typeface="+mn-ea"/>
              <a:cs typeface="+mn-ea"/>
              <a:sym typeface="+mn-ea"/>
            </a:endParaRPr>
          </a:p>
        </p:txBody>
      </p:sp>
      <p:sp>
        <p:nvSpPr>
          <p:cNvPr id="19" name="矩形 18"/>
          <p:cNvSpPr/>
          <p:nvPr>
            <p:custDataLst>
              <p:tags r:id="rId9"/>
            </p:custDataLst>
          </p:nvPr>
        </p:nvSpPr>
        <p:spPr>
          <a:xfrm>
            <a:off x="2141111" y="4678927"/>
            <a:ext cx="9000709" cy="461778"/>
          </a:xfrm>
          <a:prstGeom prst="rect">
            <a:avLst/>
          </a:prstGeom>
          <a:noFill/>
        </p:spPr>
        <p:txBody>
          <a:bodyPr wrap="square" lIns="0" tIns="0" rIns="0" bIns="0" rtlCol="0" anchor="ctr" anchorCtr="0">
            <a:noAutofit/>
          </a:bodyPr>
          <a:p>
            <a:pPr algn="just">
              <a:spcBef>
                <a:spcPct val="0"/>
              </a:spcBef>
              <a:spcAft>
                <a:spcPct val="0"/>
              </a:spcAft>
            </a:pPr>
            <a:r>
              <a:rPr lang="zh-CN" altLang="en-US" sz="2000" b="1">
                <a:solidFill>
                  <a:schemeClr val="accent1"/>
                </a:solidFill>
                <a:latin typeface="+mn-ea"/>
                <a:cs typeface="+mn-ea"/>
                <a:sym typeface="+mn-ea"/>
              </a:rPr>
              <a:t>枢纽作用的体现</a:t>
            </a:r>
            <a:endParaRPr lang="zh-CN" altLang="en-US" sz="2000" b="1">
              <a:solidFill>
                <a:schemeClr val="accent1"/>
              </a:solidFill>
              <a:latin typeface="+mn-ea"/>
              <a:cs typeface="+mn-ea"/>
              <a:sym typeface="+mn-ea"/>
            </a:endParaRPr>
          </a:p>
        </p:txBody>
      </p:sp>
      <p:sp>
        <p:nvSpPr>
          <p:cNvPr id="23" name="矩形 22"/>
          <p:cNvSpPr/>
          <p:nvPr>
            <p:custDataLst>
              <p:tags r:id="rId10"/>
            </p:custDataLst>
          </p:nvPr>
        </p:nvSpPr>
        <p:spPr>
          <a:xfrm>
            <a:off x="1241245" y="4745607"/>
            <a:ext cx="579646" cy="579646"/>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p>
            <a:pPr algn="ctr">
              <a:spcBef>
                <a:spcPct val="0"/>
              </a:spcBef>
              <a:spcAft>
                <a:spcPct val="0"/>
              </a:spcAft>
            </a:pPr>
            <a:r>
              <a:rPr lang="en-US" altLang="zh-CN" sz="2400">
                <a:solidFill>
                  <a:schemeClr val="lt1">
                    <a:lumMod val="100000"/>
                  </a:schemeClr>
                </a:solidFill>
                <a:latin typeface="+mn-ea"/>
                <a:cs typeface="+mn-ea"/>
                <a:sym typeface="+mn-ea"/>
              </a:rPr>
              <a:t>03</a:t>
            </a:r>
            <a:endParaRPr lang="zh-CN" altLang="en-US" sz="2400">
              <a:solidFill>
                <a:schemeClr val="lt1">
                  <a:lumMod val="100000"/>
                </a:schemeClr>
              </a:solidFill>
              <a:latin typeface="+mn-ea"/>
              <a:cs typeface="+mn-ea"/>
              <a:sym typeface="+mn-ea"/>
            </a:endParaRPr>
          </a:p>
        </p:txBody>
      </p:sp>
    </p:spTree>
    <p:custDataLst>
      <p:tags r:id="rId1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zh-CN" altLang="en-US"/>
              <a:t>革命叙事的当代转译</a:t>
            </a:r>
            <a:endParaRPr lang="zh-CN" altLang="en-US"/>
          </a:p>
        </p:txBody>
      </p:sp>
      <p:sp>
        <p:nvSpPr>
          <p:cNvPr id="3" name="任意多边形: 形状 8"/>
          <p:cNvSpPr>
            <a:spLocks noChangeAspect="1"/>
          </p:cNvSpPr>
          <p:nvPr>
            <p:custDataLst>
              <p:tags r:id="rId2"/>
            </p:custDataLst>
          </p:nvPr>
        </p:nvSpPr>
        <p:spPr>
          <a:xfrm>
            <a:off x="-13319" y="2417575"/>
            <a:ext cx="12205936" cy="4440691"/>
          </a:xfrm>
          <a:custGeom>
            <a:avLst/>
            <a:gdLst>
              <a:gd name="connsiteX0" fmla="*/ 0 w 12205318"/>
              <a:gd name="connsiteY0" fmla="*/ 0 h 4440466"/>
              <a:gd name="connsiteX1" fmla="*/ 1378933 w 12205318"/>
              <a:gd name="connsiteY1" fmla="*/ 0 h 4440466"/>
              <a:gd name="connsiteX2" fmla="*/ 1388136 w 12205318"/>
              <a:gd name="connsiteY2" fmla="*/ 60299 h 4440466"/>
              <a:gd name="connsiteX3" fmla="*/ 2146411 w 12205318"/>
              <a:gd name="connsiteY3" fmla="*/ 678311 h 4440466"/>
              <a:gd name="connsiteX4" fmla="*/ 2904686 w 12205318"/>
              <a:gd name="connsiteY4" fmla="*/ 60299 h 4440466"/>
              <a:gd name="connsiteX5" fmla="*/ 2913889 w 12205318"/>
              <a:gd name="connsiteY5" fmla="*/ 0 h 4440466"/>
              <a:gd name="connsiteX6" fmla="*/ 5341841 w 12205318"/>
              <a:gd name="connsiteY6" fmla="*/ 0 h 4440466"/>
              <a:gd name="connsiteX7" fmla="*/ 5351044 w 12205318"/>
              <a:gd name="connsiteY7" fmla="*/ 60299 h 4440466"/>
              <a:gd name="connsiteX8" fmla="*/ 6109319 w 12205318"/>
              <a:gd name="connsiteY8" fmla="*/ 678311 h 4440466"/>
              <a:gd name="connsiteX9" fmla="*/ 6867594 w 12205318"/>
              <a:gd name="connsiteY9" fmla="*/ 60299 h 4440466"/>
              <a:gd name="connsiteX10" fmla="*/ 6876797 w 12205318"/>
              <a:gd name="connsiteY10" fmla="*/ 0 h 4440466"/>
              <a:gd name="connsiteX11" fmla="*/ 9304749 w 12205318"/>
              <a:gd name="connsiteY11" fmla="*/ 0 h 4440466"/>
              <a:gd name="connsiteX12" fmla="*/ 9313952 w 12205318"/>
              <a:gd name="connsiteY12" fmla="*/ 60299 h 4440466"/>
              <a:gd name="connsiteX13" fmla="*/ 10072227 w 12205318"/>
              <a:gd name="connsiteY13" fmla="*/ 678311 h 4440466"/>
              <a:gd name="connsiteX14" fmla="*/ 10830502 w 12205318"/>
              <a:gd name="connsiteY14" fmla="*/ 60299 h 4440466"/>
              <a:gd name="connsiteX15" fmla="*/ 10839705 w 12205318"/>
              <a:gd name="connsiteY15" fmla="*/ 0 h 4440466"/>
              <a:gd name="connsiteX16" fmla="*/ 12205318 w 12205318"/>
              <a:gd name="connsiteY16" fmla="*/ 0 h 4440466"/>
              <a:gd name="connsiteX17" fmla="*/ 12205318 w 12205318"/>
              <a:gd name="connsiteY17" fmla="*/ 4440466 h 4440466"/>
              <a:gd name="connsiteX18" fmla="*/ 0 w 12205318"/>
              <a:gd name="connsiteY18" fmla="*/ 4440466 h 4440466"/>
              <a:gd name="connsiteX19" fmla="*/ 0 w 12205318"/>
              <a:gd name="connsiteY19" fmla="*/ 0 h 4440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2205318" h="4440466">
                <a:moveTo>
                  <a:pt x="0" y="0"/>
                </a:moveTo>
                <a:lnTo>
                  <a:pt x="1378933" y="0"/>
                </a:lnTo>
                <a:lnTo>
                  <a:pt x="1388136" y="60299"/>
                </a:lnTo>
                <a:cubicBezTo>
                  <a:pt x="1460309" y="412998"/>
                  <a:pt x="1772377" y="678311"/>
                  <a:pt x="2146411" y="678311"/>
                </a:cubicBezTo>
                <a:cubicBezTo>
                  <a:pt x="2520446" y="678311"/>
                  <a:pt x="2832514" y="412998"/>
                  <a:pt x="2904686" y="60299"/>
                </a:cubicBezTo>
                <a:lnTo>
                  <a:pt x="2913889" y="0"/>
                </a:lnTo>
                <a:lnTo>
                  <a:pt x="5341841" y="0"/>
                </a:lnTo>
                <a:lnTo>
                  <a:pt x="5351044" y="60299"/>
                </a:lnTo>
                <a:cubicBezTo>
                  <a:pt x="5423217" y="412998"/>
                  <a:pt x="5735285" y="678311"/>
                  <a:pt x="6109319" y="678311"/>
                </a:cubicBezTo>
                <a:cubicBezTo>
                  <a:pt x="6483354" y="678311"/>
                  <a:pt x="6795422" y="412998"/>
                  <a:pt x="6867594" y="60299"/>
                </a:cubicBezTo>
                <a:lnTo>
                  <a:pt x="6876797" y="0"/>
                </a:lnTo>
                <a:lnTo>
                  <a:pt x="9304749" y="0"/>
                </a:lnTo>
                <a:lnTo>
                  <a:pt x="9313952" y="60299"/>
                </a:lnTo>
                <a:cubicBezTo>
                  <a:pt x="9386125" y="412998"/>
                  <a:pt x="9698193" y="678311"/>
                  <a:pt x="10072227" y="678311"/>
                </a:cubicBezTo>
                <a:cubicBezTo>
                  <a:pt x="10446261" y="678311"/>
                  <a:pt x="10758329" y="412998"/>
                  <a:pt x="10830502" y="60299"/>
                </a:cubicBezTo>
                <a:lnTo>
                  <a:pt x="10839705" y="0"/>
                </a:lnTo>
                <a:lnTo>
                  <a:pt x="12205318" y="0"/>
                </a:lnTo>
                <a:lnTo>
                  <a:pt x="12205318" y="4440466"/>
                </a:lnTo>
                <a:lnTo>
                  <a:pt x="0" y="4440466"/>
                </a:lnTo>
                <a:lnTo>
                  <a:pt x="0" y="0"/>
                </a:lnTo>
                <a:close/>
              </a:path>
            </a:pathLst>
          </a:custGeom>
          <a:gradFill>
            <a:gsLst>
              <a:gs pos="0">
                <a:schemeClr val="accent1"/>
              </a:gs>
              <a:gs pos="100000">
                <a:schemeClr val="accent1">
                  <a:alpha val="80000"/>
                </a:schemeClr>
              </a:gs>
            </a:gsLst>
            <a:lin ang="14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4" name="矩形 3"/>
          <p:cNvSpPr/>
          <p:nvPr>
            <p:custDataLst>
              <p:tags r:id="rId3"/>
            </p:custDataLst>
          </p:nvPr>
        </p:nvSpPr>
        <p:spPr>
          <a:xfrm>
            <a:off x="8405302" y="3864178"/>
            <a:ext cx="3308627" cy="2599572"/>
          </a:xfrm>
          <a:prstGeom prst="rect">
            <a:avLst/>
          </a:prstGeom>
        </p:spPr>
        <p:txBody>
          <a:bodyPr wrap="square" lIns="0" tIns="0" rIns="0" bIns="0" anchor="t" anchorCtr="0">
            <a:noAutofit/>
          </a:bodyPr>
          <a:p>
            <a:pPr algn="just">
              <a:lnSpc>
                <a:spcPct val="140000"/>
              </a:lnSpc>
              <a:spcBef>
                <a:spcPct val="0"/>
              </a:spcBef>
              <a:spcAft>
                <a:spcPct val="0"/>
              </a:spcAft>
            </a:pPr>
            <a:r>
              <a:rPr lang="zh-CN" altLang="en-US" sz="1600">
                <a:solidFill>
                  <a:srgbClr val="FFFFFF"/>
                </a:solidFill>
                <a:latin typeface="+mn-ea"/>
                <a:cs typeface="+mn-ea"/>
                <a:sym typeface="+mn-ea"/>
              </a:rPr>
              <a:t>在转译过程中，突出辛亥革命的精神价值，引导公民树立正确的历史观和价值观，激发爱国热情和社会责任感。</a:t>
            </a:r>
            <a:endParaRPr lang="zh-CN" altLang="en-US" sz="1600">
              <a:solidFill>
                <a:srgbClr val="FFFFFF"/>
              </a:solidFill>
              <a:latin typeface="+mn-ea"/>
              <a:cs typeface="+mn-ea"/>
              <a:sym typeface="+mn-ea"/>
            </a:endParaRPr>
          </a:p>
        </p:txBody>
      </p:sp>
      <p:sp>
        <p:nvSpPr>
          <p:cNvPr id="5" name="矩形 4"/>
          <p:cNvSpPr/>
          <p:nvPr>
            <p:custDataLst>
              <p:tags r:id="rId4"/>
            </p:custDataLst>
          </p:nvPr>
        </p:nvSpPr>
        <p:spPr>
          <a:xfrm>
            <a:off x="8405302" y="3217080"/>
            <a:ext cx="3308627" cy="581086"/>
          </a:xfrm>
          <a:prstGeom prst="rect">
            <a:avLst/>
          </a:prstGeom>
        </p:spPr>
        <p:txBody>
          <a:bodyPr wrap="square" anchor="b" anchorCtr="0">
            <a:noAutofit/>
          </a:bodyPr>
          <a:p>
            <a:pPr algn="ctr">
              <a:spcBef>
                <a:spcPct val="0"/>
              </a:spcBef>
              <a:spcAft>
                <a:spcPct val="0"/>
              </a:spcAft>
            </a:pPr>
            <a:r>
              <a:rPr lang="zh-CN" altLang="en-US" sz="2400" b="1">
                <a:solidFill>
                  <a:srgbClr val="FFFFFF"/>
                </a:solidFill>
                <a:latin typeface="+mn-ea"/>
                <a:cs typeface="+mn-ea"/>
              </a:rPr>
              <a:t>价值导向的引领</a:t>
            </a:r>
            <a:endParaRPr lang="zh-CN" altLang="en-US" sz="2400" b="1">
              <a:solidFill>
                <a:srgbClr val="FFFFFF"/>
              </a:solidFill>
              <a:latin typeface="+mn-ea"/>
              <a:cs typeface="+mn-ea"/>
            </a:endParaRPr>
          </a:p>
        </p:txBody>
      </p:sp>
      <p:sp>
        <p:nvSpPr>
          <p:cNvPr id="16" name="椭圆 15"/>
          <p:cNvSpPr>
            <a:spLocks noChangeAspect="1"/>
          </p:cNvSpPr>
          <p:nvPr>
            <p:custDataLst>
              <p:tags r:id="rId5"/>
            </p:custDataLst>
          </p:nvPr>
        </p:nvSpPr>
        <p:spPr>
          <a:xfrm>
            <a:off x="9501368" y="1751426"/>
            <a:ext cx="1116056" cy="1116056"/>
          </a:xfrm>
          <a:prstGeom prst="ellipse">
            <a:avLst/>
          </a:prstGeom>
          <a:noFill/>
          <a:ln w="31750">
            <a:solidFill>
              <a:schemeClr val="accent1">
                <a:alpha val="8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7" name="矩形 16"/>
          <p:cNvSpPr/>
          <p:nvPr>
            <p:custDataLst>
              <p:tags r:id="rId6"/>
            </p:custDataLst>
          </p:nvPr>
        </p:nvSpPr>
        <p:spPr>
          <a:xfrm>
            <a:off x="478831" y="3864178"/>
            <a:ext cx="3308627" cy="2599572"/>
          </a:xfrm>
          <a:prstGeom prst="rect">
            <a:avLst/>
          </a:prstGeom>
        </p:spPr>
        <p:txBody>
          <a:bodyPr wrap="square" lIns="0" tIns="0" rIns="0" bIns="0" anchor="t" anchorCtr="0">
            <a:noAutofit/>
          </a:bodyPr>
          <a:p>
            <a:pPr algn="just">
              <a:lnSpc>
                <a:spcPct val="140000"/>
              </a:lnSpc>
              <a:spcBef>
                <a:spcPct val="0"/>
              </a:spcBef>
              <a:spcAft>
                <a:spcPct val="0"/>
              </a:spcAft>
            </a:pPr>
            <a:r>
              <a:rPr lang="zh-CN" altLang="en-US" sz="1600">
                <a:solidFill>
                  <a:srgbClr val="FFFFFF"/>
                </a:solidFill>
                <a:latin typeface="+mn-ea"/>
                <a:cs typeface="+mn-ea"/>
              </a:rPr>
              <a:t>将辛亥革命历史资源转化为公民教育的生动教材，如编写历史教材、开展主题讲座，让更多人了解革命历史和精神。</a:t>
            </a:r>
            <a:endParaRPr lang="zh-CN" altLang="en-US" sz="1600">
              <a:solidFill>
                <a:srgbClr val="FFFFFF"/>
              </a:solidFill>
              <a:latin typeface="+mn-ea"/>
              <a:cs typeface="+mn-ea"/>
            </a:endParaRPr>
          </a:p>
        </p:txBody>
      </p:sp>
      <p:sp>
        <p:nvSpPr>
          <p:cNvPr id="18" name="矩形 17"/>
          <p:cNvSpPr/>
          <p:nvPr>
            <p:custDataLst>
              <p:tags r:id="rId7"/>
            </p:custDataLst>
          </p:nvPr>
        </p:nvSpPr>
        <p:spPr>
          <a:xfrm>
            <a:off x="478831" y="3217080"/>
            <a:ext cx="3308627" cy="581086"/>
          </a:xfrm>
          <a:prstGeom prst="rect">
            <a:avLst/>
          </a:prstGeom>
        </p:spPr>
        <p:txBody>
          <a:bodyPr wrap="square" anchor="b" anchorCtr="0">
            <a:noAutofit/>
          </a:bodyPr>
          <a:p>
            <a:pPr algn="ctr">
              <a:spcBef>
                <a:spcPct val="0"/>
              </a:spcBef>
              <a:spcAft>
                <a:spcPct val="0"/>
              </a:spcAft>
            </a:pPr>
            <a:r>
              <a:rPr lang="zh-CN" altLang="en-US" sz="2400" b="1">
                <a:solidFill>
                  <a:srgbClr val="FFFFFF"/>
                </a:solidFill>
                <a:latin typeface="+mn-ea"/>
                <a:cs typeface="+mn-ea"/>
              </a:rPr>
              <a:t>教育内容的转化</a:t>
            </a:r>
            <a:endParaRPr lang="zh-CN" altLang="en-US" sz="2400" b="1">
              <a:solidFill>
                <a:srgbClr val="FFFFFF"/>
              </a:solidFill>
              <a:latin typeface="+mn-ea"/>
              <a:cs typeface="+mn-ea"/>
            </a:endParaRPr>
          </a:p>
        </p:txBody>
      </p:sp>
      <p:sp>
        <p:nvSpPr>
          <p:cNvPr id="19" name="椭圆 18"/>
          <p:cNvSpPr>
            <a:spLocks noChangeAspect="1"/>
          </p:cNvSpPr>
          <p:nvPr>
            <p:custDataLst>
              <p:tags r:id="rId8"/>
            </p:custDataLst>
          </p:nvPr>
        </p:nvSpPr>
        <p:spPr>
          <a:xfrm>
            <a:off x="1574896" y="1751426"/>
            <a:ext cx="1116056" cy="1116056"/>
          </a:xfrm>
          <a:prstGeom prst="ellipse">
            <a:avLst/>
          </a:prstGeom>
          <a:noFill/>
          <a:ln w="31750">
            <a:solidFill>
              <a:schemeClr val="accent1">
                <a:alpha val="8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0" name="矩形 19"/>
          <p:cNvSpPr/>
          <p:nvPr>
            <p:custDataLst>
              <p:tags r:id="rId9"/>
            </p:custDataLst>
          </p:nvPr>
        </p:nvSpPr>
        <p:spPr>
          <a:xfrm>
            <a:off x="4442067" y="3864178"/>
            <a:ext cx="3308627" cy="2599572"/>
          </a:xfrm>
          <a:prstGeom prst="rect">
            <a:avLst/>
          </a:prstGeom>
        </p:spPr>
        <p:txBody>
          <a:bodyPr wrap="square" lIns="0" tIns="0" rIns="0" bIns="0" anchor="t" anchorCtr="0">
            <a:noAutofit/>
          </a:bodyPr>
          <a:p>
            <a:pPr algn="just">
              <a:lnSpc>
                <a:spcPct val="140000"/>
              </a:lnSpc>
              <a:spcBef>
                <a:spcPct val="0"/>
              </a:spcBef>
              <a:spcAft>
                <a:spcPct val="0"/>
              </a:spcAft>
            </a:pPr>
            <a:r>
              <a:rPr lang="zh-CN" altLang="en-US" sz="1600">
                <a:solidFill>
                  <a:srgbClr val="FFFFFF"/>
                </a:solidFill>
                <a:latin typeface="+mn-ea"/>
                <a:cs typeface="+mn-ea"/>
              </a:rPr>
              <a:t>利用现代科技手段，如制作短视频、开发互动游戏等，以更生动有趣的方式传播革命叙事，提高公众参与度。</a:t>
            </a:r>
            <a:endParaRPr lang="zh-CN" altLang="en-US" sz="1600">
              <a:solidFill>
                <a:srgbClr val="FFFFFF"/>
              </a:solidFill>
              <a:latin typeface="+mn-ea"/>
              <a:cs typeface="+mn-ea"/>
            </a:endParaRPr>
          </a:p>
        </p:txBody>
      </p:sp>
      <p:sp>
        <p:nvSpPr>
          <p:cNvPr id="21" name="矩形 20"/>
          <p:cNvSpPr/>
          <p:nvPr>
            <p:custDataLst>
              <p:tags r:id="rId10"/>
            </p:custDataLst>
          </p:nvPr>
        </p:nvSpPr>
        <p:spPr>
          <a:xfrm>
            <a:off x="4442067" y="3217080"/>
            <a:ext cx="3308627" cy="581086"/>
          </a:xfrm>
          <a:prstGeom prst="rect">
            <a:avLst/>
          </a:prstGeom>
        </p:spPr>
        <p:txBody>
          <a:bodyPr wrap="square" anchor="b" anchorCtr="0">
            <a:noAutofit/>
          </a:bodyPr>
          <a:p>
            <a:pPr algn="ctr">
              <a:spcBef>
                <a:spcPct val="0"/>
              </a:spcBef>
              <a:spcAft>
                <a:spcPct val="0"/>
              </a:spcAft>
            </a:pPr>
            <a:r>
              <a:rPr lang="zh-CN" altLang="en-US" sz="2400" b="1">
                <a:solidFill>
                  <a:srgbClr val="FFFFFF"/>
                </a:solidFill>
                <a:latin typeface="+mn-ea"/>
                <a:cs typeface="+mn-ea"/>
              </a:rPr>
              <a:t>传播方式的创新</a:t>
            </a:r>
            <a:endParaRPr lang="zh-CN" altLang="en-US" sz="2400" b="1">
              <a:solidFill>
                <a:srgbClr val="FFFFFF"/>
              </a:solidFill>
              <a:latin typeface="+mn-ea"/>
              <a:cs typeface="+mn-ea"/>
            </a:endParaRPr>
          </a:p>
        </p:txBody>
      </p:sp>
      <p:pic>
        <p:nvPicPr>
          <p:cNvPr id="22" name="图片 3" descr="343439383331313b343532303031393bd2b5bca8b9dcc0ed"/>
          <p:cNvPicPr>
            <a:picLocks noChangeAspect="1"/>
          </p:cNvPicPr>
          <p:nvPr>
            <p:custDataLst>
              <p:tags r:id="rId11"/>
            </p:custDataLst>
          </p:nvPr>
        </p:nvPicPr>
        <p:blipFill>
          <a:blip r:embed="rId12">
            <a:extLst>
              <a:ext uri="{96DAC541-7B7A-43D3-8B79-37D633B846F1}">
                <asvg:svgBlip xmlns:asvg="http://schemas.microsoft.com/office/drawing/2016/SVG/main" r:embed="rId13"/>
              </a:ext>
            </a:extLst>
          </a:blip>
          <a:stretch>
            <a:fillRect/>
          </a:stretch>
        </p:blipFill>
        <p:spPr>
          <a:xfrm>
            <a:off x="1934960" y="2111489"/>
            <a:ext cx="396020" cy="396020"/>
          </a:xfrm>
          <a:prstGeom prst="rect">
            <a:avLst/>
          </a:prstGeom>
        </p:spPr>
      </p:pic>
      <p:sp>
        <p:nvSpPr>
          <p:cNvPr id="23" name="椭圆 22"/>
          <p:cNvSpPr>
            <a:spLocks noChangeAspect="1"/>
          </p:cNvSpPr>
          <p:nvPr>
            <p:custDataLst>
              <p:tags r:id="rId14"/>
            </p:custDataLst>
          </p:nvPr>
        </p:nvSpPr>
        <p:spPr>
          <a:xfrm>
            <a:off x="5538132" y="1751426"/>
            <a:ext cx="1116056" cy="1116056"/>
          </a:xfrm>
          <a:prstGeom prst="ellipse">
            <a:avLst/>
          </a:prstGeom>
          <a:noFill/>
          <a:ln w="31750">
            <a:solidFill>
              <a:schemeClr val="accent1">
                <a:alpha val="8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4" name="图片 4" descr="343439383331313b343532303032303bb8f6c8cbd0c5cfa2"/>
          <p:cNvPicPr>
            <a:picLocks noChangeAspect="1"/>
          </p:cNvPicPr>
          <p:nvPr>
            <p:custDataLst>
              <p:tags r:id="rId15"/>
            </p:custDataLst>
          </p:nvPr>
        </p:nvPicPr>
        <p:blipFill>
          <a:blip r:embed="rId16">
            <a:extLst>
              <a:ext uri="{96DAC541-7B7A-43D3-8B79-37D633B846F1}">
                <asvg:svgBlip xmlns:asvg="http://schemas.microsoft.com/office/drawing/2016/SVG/main" r:embed="rId17"/>
              </a:ext>
            </a:extLst>
          </a:blip>
          <a:stretch>
            <a:fillRect/>
          </a:stretch>
        </p:blipFill>
        <p:spPr>
          <a:xfrm>
            <a:off x="5898195" y="2111489"/>
            <a:ext cx="396020" cy="396020"/>
          </a:xfrm>
          <a:prstGeom prst="rect">
            <a:avLst/>
          </a:prstGeom>
        </p:spPr>
      </p:pic>
      <p:pic>
        <p:nvPicPr>
          <p:cNvPr id="25" name="图片 11" descr="343435383038363b343532323339353bb6d4bbb0b9b5cda8"/>
          <p:cNvPicPr>
            <a:picLocks noChangeAspect="1"/>
          </p:cNvPicPr>
          <p:nvPr>
            <p:custDataLst>
              <p:tags r:id="rId18"/>
            </p:custDataLst>
          </p:nvPr>
        </p:nvPicPr>
        <p:blipFill>
          <a:blip r:embed="rId19">
            <a:extLst>
              <a:ext uri="{96DAC541-7B7A-43D3-8B79-37D633B846F1}">
                <asvg:svgBlip xmlns:asvg="http://schemas.microsoft.com/office/drawing/2016/SVG/main" r:embed="rId20"/>
              </a:ext>
            </a:extLst>
          </a:blip>
          <a:stretch>
            <a:fillRect/>
          </a:stretch>
        </p:blipFill>
        <p:spPr>
          <a:xfrm>
            <a:off x="9861431" y="2111489"/>
            <a:ext cx="396020" cy="396020"/>
          </a:xfrm>
          <a:prstGeom prst="rect">
            <a:avLst/>
          </a:prstGeom>
        </p:spPr>
      </p:pic>
    </p:spTree>
    <p:custDataLst>
      <p:tags r:id="rId21"/>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数字博物馆建设</a:t>
            </a:r>
            <a:endParaRPr lang="zh-CN" altLang="en-US"/>
          </a:p>
        </p:txBody>
      </p:sp>
      <p:sp>
        <p:nvSpPr>
          <p:cNvPr id="7" name="椭圆 6"/>
          <p:cNvSpPr/>
          <p:nvPr>
            <p:custDataLst>
              <p:tags r:id="rId2"/>
            </p:custDataLst>
          </p:nvPr>
        </p:nvSpPr>
        <p:spPr>
          <a:xfrm rot="10800000">
            <a:off x="5944809" y="1674722"/>
            <a:ext cx="1898701" cy="1898701"/>
          </a:xfrm>
          <a:prstGeom prst="ellipse">
            <a:avLst/>
          </a:prstGeom>
          <a:solidFill>
            <a:schemeClr val="accent1">
              <a:alpha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椭圆 8"/>
          <p:cNvSpPr/>
          <p:nvPr>
            <p:custDataLst>
              <p:tags r:id="rId3"/>
            </p:custDataLst>
          </p:nvPr>
        </p:nvSpPr>
        <p:spPr>
          <a:xfrm rot="10800000">
            <a:off x="4349466" y="1674722"/>
            <a:ext cx="1898701" cy="1898701"/>
          </a:xfrm>
          <a:prstGeom prst="ellipse">
            <a:avLst/>
          </a:prstGeom>
          <a:solidFill>
            <a:schemeClr val="accent1">
              <a:alpha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3" name="矩形 12"/>
          <p:cNvSpPr/>
          <p:nvPr>
            <p:custDataLst>
              <p:tags r:id="rId4"/>
            </p:custDataLst>
          </p:nvPr>
        </p:nvSpPr>
        <p:spPr>
          <a:xfrm>
            <a:off x="2609789" y="5518107"/>
            <a:ext cx="6972740" cy="776595"/>
          </a:xfrm>
          <a:prstGeom prst="rect">
            <a:avLst/>
          </a:prstGeom>
        </p:spPr>
        <p:txBody>
          <a:bodyPr wrap="square" lIns="0" tIns="0" rIns="0" bIns="0">
            <a:noAutofit/>
          </a:bodyPr>
          <a:p>
            <a:pPr algn="just">
              <a:lnSpc>
                <a:spcPct val="130000"/>
              </a:lnSpc>
              <a:spcBef>
                <a:spcPct val="0"/>
              </a:spcBef>
              <a:spcAft>
                <a:spcPct val="0"/>
              </a:spcAft>
            </a:pPr>
            <a:r>
              <a:rPr lang="zh-CN" altLang="en-US" sz="1200" dirty="0">
                <a:solidFill>
                  <a:schemeClr val="tx1">
                    <a:lumMod val="85000"/>
                    <a:lumOff val="15000"/>
                  </a:schemeClr>
                </a:solidFill>
                <a:latin typeface="+mn-ea"/>
                <a:cs typeface="+mn-ea"/>
              </a:rPr>
              <a:t>利用人工智能、大数据等技术，为观众提供个性化的参观建议和服务，如智能导览、语音讲解等，提升观众的参观体验。</a:t>
            </a:r>
            <a:endParaRPr lang="zh-CN" altLang="en-US" sz="1200" dirty="0">
              <a:solidFill>
                <a:schemeClr val="tx1">
                  <a:lumMod val="85000"/>
                  <a:lumOff val="15000"/>
                </a:schemeClr>
              </a:solidFill>
              <a:latin typeface="+mn-ea"/>
              <a:cs typeface="+mn-ea"/>
            </a:endParaRPr>
          </a:p>
        </p:txBody>
      </p:sp>
      <p:sp>
        <p:nvSpPr>
          <p:cNvPr id="14" name="矩形 13"/>
          <p:cNvSpPr/>
          <p:nvPr>
            <p:custDataLst>
              <p:tags r:id="rId5"/>
            </p:custDataLst>
          </p:nvPr>
        </p:nvSpPr>
        <p:spPr>
          <a:xfrm>
            <a:off x="2609789" y="5074885"/>
            <a:ext cx="6972740" cy="370416"/>
          </a:xfrm>
          <a:prstGeom prst="rect">
            <a:avLst/>
          </a:prstGeom>
          <a:noFill/>
        </p:spPr>
        <p:txBody>
          <a:bodyPr wrap="square" lIns="0" tIns="0" rIns="0" bIns="0" rtlCol="0" anchor="b" anchorCtr="0">
            <a:noAutofit/>
          </a:bodyPr>
          <a:p>
            <a:pPr algn="ctr">
              <a:spcBef>
                <a:spcPct val="0"/>
              </a:spcBef>
              <a:spcAft>
                <a:spcPct val="0"/>
              </a:spcAft>
            </a:pPr>
            <a:r>
              <a:rPr lang="zh-CN" altLang="en-US" sz="2000" b="1" kern="0">
                <a:solidFill>
                  <a:schemeClr val="accent1"/>
                </a:solidFill>
                <a:latin typeface="+mn-ea"/>
                <a:cs typeface="+mn-ea"/>
              </a:rPr>
              <a:t>智慧化服务的延伸</a:t>
            </a:r>
            <a:endParaRPr lang="zh-CN" altLang="en-US" sz="2000" b="1" kern="0">
              <a:solidFill>
                <a:schemeClr val="accent1"/>
              </a:solidFill>
              <a:latin typeface="+mn-ea"/>
              <a:cs typeface="+mn-ea"/>
            </a:endParaRPr>
          </a:p>
        </p:txBody>
      </p:sp>
      <p:sp>
        <p:nvSpPr>
          <p:cNvPr id="15" name="矩形 14"/>
          <p:cNvSpPr/>
          <p:nvPr>
            <p:custDataLst>
              <p:tags r:id="rId6"/>
            </p:custDataLst>
          </p:nvPr>
        </p:nvSpPr>
        <p:spPr>
          <a:xfrm>
            <a:off x="8245220" y="2105810"/>
            <a:ext cx="3186200" cy="1762668"/>
          </a:xfrm>
          <a:prstGeom prst="rect">
            <a:avLst/>
          </a:prstGeom>
        </p:spPr>
        <p:txBody>
          <a:bodyPr wrap="square" lIns="0" tIns="0" rIns="0" bIns="0">
            <a:noAutofit/>
          </a:bodyPr>
          <a:p>
            <a:pPr>
              <a:lnSpc>
                <a:spcPct val="130000"/>
              </a:lnSpc>
              <a:spcBef>
                <a:spcPct val="0"/>
              </a:spcBef>
              <a:spcAft>
                <a:spcPct val="0"/>
              </a:spcAft>
            </a:pPr>
            <a:r>
              <a:rPr lang="zh-CN" altLang="en-US" sz="1200" dirty="0">
                <a:solidFill>
                  <a:schemeClr val="tx1">
                    <a:lumMod val="85000"/>
                    <a:lumOff val="15000"/>
                  </a:schemeClr>
                </a:solidFill>
                <a:latin typeface="+mn-ea"/>
                <a:cs typeface="+mn-ea"/>
              </a:rPr>
              <a:t>举办云端展览，突破时间和空间限制，让更多人能够随时随地参观博物馆展览，扩大博物馆的影响力和受众范围。</a:t>
            </a:r>
            <a:endParaRPr lang="zh-CN" altLang="en-US" sz="1200" dirty="0">
              <a:solidFill>
                <a:schemeClr val="tx1">
                  <a:lumMod val="85000"/>
                  <a:lumOff val="15000"/>
                </a:schemeClr>
              </a:solidFill>
              <a:latin typeface="+mn-ea"/>
              <a:cs typeface="+mn-ea"/>
            </a:endParaRPr>
          </a:p>
        </p:txBody>
      </p:sp>
      <p:sp>
        <p:nvSpPr>
          <p:cNvPr id="19" name="矩形 18"/>
          <p:cNvSpPr/>
          <p:nvPr>
            <p:custDataLst>
              <p:tags r:id="rId7"/>
            </p:custDataLst>
          </p:nvPr>
        </p:nvSpPr>
        <p:spPr>
          <a:xfrm>
            <a:off x="8245220" y="1644067"/>
            <a:ext cx="3186200" cy="370416"/>
          </a:xfrm>
          <a:prstGeom prst="rect">
            <a:avLst/>
          </a:prstGeom>
          <a:noFill/>
        </p:spPr>
        <p:txBody>
          <a:bodyPr wrap="square" lIns="0" tIns="0" rIns="0" bIns="0" rtlCol="0" anchor="b" anchorCtr="0">
            <a:noAutofit/>
          </a:bodyPr>
          <a:p>
            <a:pPr>
              <a:spcBef>
                <a:spcPct val="0"/>
              </a:spcBef>
              <a:spcAft>
                <a:spcPct val="0"/>
              </a:spcAft>
            </a:pPr>
            <a:r>
              <a:rPr lang="zh-CN" altLang="en-US" sz="2000" b="1" kern="0">
                <a:solidFill>
                  <a:schemeClr val="accent1"/>
                </a:solidFill>
                <a:latin typeface="+mn-ea"/>
                <a:cs typeface="+mn-ea"/>
              </a:rPr>
              <a:t>云端展览的广泛传播</a:t>
            </a:r>
            <a:endParaRPr lang="zh-CN" altLang="en-US" sz="2000" b="1" kern="0">
              <a:solidFill>
                <a:schemeClr val="accent1"/>
              </a:solidFill>
              <a:latin typeface="+mn-ea"/>
              <a:cs typeface="+mn-ea"/>
            </a:endParaRPr>
          </a:p>
        </p:txBody>
      </p:sp>
      <p:sp>
        <p:nvSpPr>
          <p:cNvPr id="20" name="矩形 19"/>
          <p:cNvSpPr/>
          <p:nvPr>
            <p:custDataLst>
              <p:tags r:id="rId8"/>
            </p:custDataLst>
          </p:nvPr>
        </p:nvSpPr>
        <p:spPr>
          <a:xfrm>
            <a:off x="758987" y="2105810"/>
            <a:ext cx="3186200" cy="1762668"/>
          </a:xfrm>
          <a:prstGeom prst="rect">
            <a:avLst/>
          </a:prstGeom>
        </p:spPr>
        <p:txBody>
          <a:bodyPr wrap="square" lIns="0" tIns="0" rIns="0" bIns="0">
            <a:noAutofit/>
          </a:bodyPr>
          <a:p>
            <a:pPr algn="r">
              <a:lnSpc>
                <a:spcPct val="130000"/>
              </a:lnSpc>
              <a:spcBef>
                <a:spcPct val="0"/>
              </a:spcBef>
              <a:spcAft>
                <a:spcPct val="0"/>
              </a:spcAft>
            </a:pPr>
            <a:r>
              <a:rPr lang="zh-CN" altLang="en-US" sz="1200" dirty="0">
                <a:solidFill>
                  <a:schemeClr val="tx1">
                    <a:lumMod val="85000"/>
                    <a:lumOff val="15000"/>
                  </a:schemeClr>
                </a:solidFill>
                <a:latin typeface="+mn-ea"/>
                <a:cs typeface="+mn-ea"/>
              </a:rPr>
              <a:t>开发VR导览系统，让观众身临其境地参观博物馆，仿佛置身于辛亥革命的历史场景中，增强参观的沉浸感和趣味性。</a:t>
            </a:r>
            <a:endParaRPr lang="zh-CN" altLang="en-US" sz="1200" dirty="0">
              <a:solidFill>
                <a:schemeClr val="tx1">
                  <a:lumMod val="85000"/>
                  <a:lumOff val="15000"/>
                </a:schemeClr>
              </a:solidFill>
              <a:latin typeface="+mn-ea"/>
              <a:cs typeface="+mn-ea"/>
            </a:endParaRPr>
          </a:p>
        </p:txBody>
      </p:sp>
      <p:sp>
        <p:nvSpPr>
          <p:cNvPr id="21" name="矩形 20"/>
          <p:cNvSpPr/>
          <p:nvPr>
            <p:custDataLst>
              <p:tags r:id="rId9"/>
            </p:custDataLst>
          </p:nvPr>
        </p:nvSpPr>
        <p:spPr>
          <a:xfrm>
            <a:off x="758987" y="1644067"/>
            <a:ext cx="3186200" cy="370416"/>
          </a:xfrm>
          <a:prstGeom prst="rect">
            <a:avLst/>
          </a:prstGeom>
          <a:noFill/>
        </p:spPr>
        <p:txBody>
          <a:bodyPr wrap="square" lIns="0" tIns="0" rIns="0" bIns="0" rtlCol="0" anchor="b" anchorCtr="0">
            <a:noAutofit/>
          </a:bodyPr>
          <a:p>
            <a:pPr algn="r">
              <a:spcBef>
                <a:spcPct val="0"/>
              </a:spcBef>
              <a:spcAft>
                <a:spcPct val="0"/>
              </a:spcAft>
            </a:pPr>
            <a:r>
              <a:rPr lang="zh-CN" altLang="en-US" sz="2000" b="1" kern="0">
                <a:solidFill>
                  <a:schemeClr val="accent1"/>
                </a:solidFill>
                <a:latin typeface="+mn-ea"/>
                <a:cs typeface="+mn-ea"/>
              </a:rPr>
              <a:t>VR导览的沉浸体验</a:t>
            </a:r>
            <a:endParaRPr lang="zh-CN" altLang="en-US" sz="2000" b="1" kern="0">
              <a:solidFill>
                <a:schemeClr val="accent1"/>
              </a:solidFill>
              <a:latin typeface="+mn-ea"/>
              <a:cs typeface="+mn-ea"/>
            </a:endParaRPr>
          </a:p>
        </p:txBody>
      </p:sp>
      <p:sp>
        <p:nvSpPr>
          <p:cNvPr id="22" name="椭圆 21"/>
          <p:cNvSpPr/>
          <p:nvPr>
            <p:custDataLst>
              <p:tags r:id="rId10"/>
            </p:custDataLst>
          </p:nvPr>
        </p:nvSpPr>
        <p:spPr>
          <a:xfrm rot="10800000">
            <a:off x="5167574" y="3015245"/>
            <a:ext cx="1898701" cy="1898701"/>
          </a:xfrm>
          <a:prstGeom prst="ellipse">
            <a:avLst/>
          </a:prstGeom>
          <a:solidFill>
            <a:schemeClr val="accent1">
              <a:alpha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4" name="图片 4" descr="343439383331313b343532303032303bb8f6c8cbd0c5cfa2"/>
          <p:cNvPicPr>
            <a:picLocks noChangeAspect="1"/>
          </p:cNvPicPr>
          <p:nvPr>
            <p:custDataLst>
              <p:tags r:id="rId11"/>
            </p:custDataLst>
          </p:nvPr>
        </p:nvPicPr>
        <p:blipFill>
          <a:blip r:embed="rId12">
            <a:extLst>
              <a:ext uri="{96DAC541-7B7A-43D3-8B79-37D633B846F1}">
                <asvg:svgBlip xmlns:asvg="http://schemas.microsoft.com/office/drawing/2016/SVG/main" r:embed="rId13"/>
              </a:ext>
            </a:extLst>
          </a:blip>
          <a:stretch>
            <a:fillRect/>
          </a:stretch>
        </p:blipFill>
        <p:spPr>
          <a:xfrm>
            <a:off x="6698414" y="2428327"/>
            <a:ext cx="391033" cy="391033"/>
          </a:xfrm>
          <a:prstGeom prst="rect">
            <a:avLst/>
          </a:prstGeom>
        </p:spPr>
      </p:pic>
      <p:pic>
        <p:nvPicPr>
          <p:cNvPr id="25" name="图片 3" descr="343439383331313b343532303031393bd2b5bca8b9dcc0ed"/>
          <p:cNvPicPr>
            <a:picLocks noChangeAspect="1"/>
          </p:cNvPicPr>
          <p:nvPr>
            <p:custDataLst>
              <p:tags r:id="rId14"/>
            </p:custDataLst>
          </p:nvPr>
        </p:nvPicPr>
        <p:blipFill>
          <a:blip r:embed="rId15">
            <a:extLst>
              <a:ext uri="{96DAC541-7B7A-43D3-8B79-37D633B846F1}">
                <asvg:svgBlip xmlns:asvg="http://schemas.microsoft.com/office/drawing/2016/SVG/main" r:embed="rId16"/>
              </a:ext>
            </a:extLst>
          </a:blip>
          <a:stretch>
            <a:fillRect/>
          </a:stretch>
        </p:blipFill>
        <p:spPr>
          <a:xfrm>
            <a:off x="5099878" y="2425134"/>
            <a:ext cx="398275" cy="398275"/>
          </a:xfrm>
          <a:prstGeom prst="rect">
            <a:avLst/>
          </a:prstGeom>
        </p:spPr>
      </p:pic>
      <p:pic>
        <p:nvPicPr>
          <p:cNvPr id="26" name="图片 7" descr="343439383331313b343532303032333bc6f3d2b5bcf2bde9"/>
          <p:cNvPicPr>
            <a:picLocks noChangeAspect="1"/>
          </p:cNvPicPr>
          <p:nvPr>
            <p:custDataLst>
              <p:tags r:id="rId17"/>
            </p:custDataLst>
          </p:nvPr>
        </p:nvPicPr>
        <p:blipFill>
          <a:blip r:embed="rId18">
            <a:extLst>
              <a:ext uri="{96DAC541-7B7A-43D3-8B79-37D633B846F1}">
                <asvg:svgBlip xmlns:asvg="http://schemas.microsoft.com/office/drawing/2016/SVG/main" r:embed="rId19"/>
              </a:ext>
            </a:extLst>
          </a:blip>
          <a:stretch>
            <a:fillRect/>
          </a:stretch>
        </p:blipFill>
        <p:spPr>
          <a:xfrm>
            <a:off x="5921179" y="3768850"/>
            <a:ext cx="391034" cy="391034"/>
          </a:xfrm>
          <a:prstGeom prst="rect">
            <a:avLst/>
          </a:prstGeom>
        </p:spPr>
      </p:pic>
    </p:spTree>
    <p:custDataLst>
      <p:tags r:id="rId20"/>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数字博物馆建设</a:t>
            </a:r>
            <a:endParaRPr lang="zh-CN" altLang="en-US"/>
          </a:p>
        </p:txBody>
      </p:sp>
      <p:cxnSp>
        <p:nvCxnSpPr>
          <p:cNvPr id="76" name="直接连接符 75"/>
          <p:cNvCxnSpPr/>
          <p:nvPr>
            <p:custDataLst>
              <p:tags r:id="rId2"/>
            </p:custDataLst>
          </p:nvPr>
        </p:nvCxnSpPr>
        <p:spPr>
          <a:xfrm>
            <a:off x="6898640" y="5965825"/>
            <a:ext cx="4679315" cy="0"/>
          </a:xfrm>
          <a:prstGeom prst="line">
            <a:avLst/>
          </a:prstGeom>
          <a:ln w="9525" cap="rnd">
            <a:solidFill>
              <a:schemeClr val="accent1">
                <a:alpha val="35000"/>
              </a:schemeClr>
            </a:solidFill>
            <a:round/>
          </a:ln>
        </p:spPr>
        <p:style>
          <a:lnRef idx="2">
            <a:schemeClr val="accent1"/>
          </a:lnRef>
          <a:fillRef idx="0">
            <a:srgbClr val="FFFFFF"/>
          </a:fillRef>
          <a:effectRef idx="0">
            <a:srgbClr val="FFFFFF"/>
          </a:effectRef>
          <a:fontRef idx="minor">
            <a:schemeClr val="tx1"/>
          </a:fontRef>
        </p:style>
      </p:cxnSp>
      <p:cxnSp>
        <p:nvCxnSpPr>
          <p:cNvPr id="77" name="直接连接符 76"/>
          <p:cNvCxnSpPr/>
          <p:nvPr>
            <p:custDataLst>
              <p:tags r:id="rId3"/>
            </p:custDataLst>
          </p:nvPr>
        </p:nvCxnSpPr>
        <p:spPr>
          <a:xfrm>
            <a:off x="1627505" y="5865495"/>
            <a:ext cx="7217410" cy="0"/>
          </a:xfrm>
          <a:prstGeom prst="line">
            <a:avLst/>
          </a:prstGeom>
          <a:ln w="9525" cap="rnd">
            <a:solidFill>
              <a:schemeClr val="accent1">
                <a:alpha val="35000"/>
              </a:schemeClr>
            </a:solidFill>
            <a:round/>
          </a:ln>
        </p:spPr>
        <p:style>
          <a:lnRef idx="2">
            <a:schemeClr val="accent1"/>
          </a:lnRef>
          <a:fillRef idx="0">
            <a:srgbClr val="FFFFFF"/>
          </a:fillRef>
          <a:effectRef idx="0">
            <a:srgbClr val="FFFFFF"/>
          </a:effectRef>
          <a:fontRef idx="minor">
            <a:schemeClr val="tx1"/>
          </a:fontRef>
        </p:style>
      </p:cxnSp>
      <p:sp>
        <p:nvSpPr>
          <p:cNvPr id="1398" name="任意多边形: 形状 1397"/>
          <p:cNvSpPr/>
          <p:nvPr>
            <p:custDataLst>
              <p:tags r:id="rId4"/>
            </p:custDataLst>
          </p:nvPr>
        </p:nvSpPr>
        <p:spPr>
          <a:xfrm>
            <a:off x="635635" y="5552440"/>
            <a:ext cx="631190" cy="631190"/>
          </a:xfrm>
          <a:custGeom>
            <a:avLst/>
            <a:gdLst>
              <a:gd name="connsiteX0" fmla="*/ 35521 w 1877718"/>
              <a:gd name="connsiteY0" fmla="*/ 850803 h 1863247"/>
              <a:gd name="connsiteX1" fmla="*/ 865299 w 1877718"/>
              <a:gd name="connsiteY1" fmla="*/ 21025 h 1863247"/>
              <a:gd name="connsiteX2" fmla="*/ 1026916 w 1877718"/>
              <a:gd name="connsiteY2" fmla="*/ 21050 h 1863247"/>
              <a:gd name="connsiteX3" fmla="*/ 1856694 w 1877718"/>
              <a:gd name="connsiteY3" fmla="*/ 850828 h 1863247"/>
              <a:gd name="connsiteX4" fmla="*/ 1856669 w 1877718"/>
              <a:gd name="connsiteY4" fmla="*/ 1012446 h 1863247"/>
              <a:gd name="connsiteX5" fmla="*/ 1026891 w 1877718"/>
              <a:gd name="connsiteY5" fmla="*/ 1842223 h 1863247"/>
              <a:gd name="connsiteX6" fmla="*/ 865274 w 1877718"/>
              <a:gd name="connsiteY6" fmla="*/ 1842198 h 1863247"/>
              <a:gd name="connsiteX7" fmla="*/ 35496 w 1877718"/>
              <a:gd name="connsiteY7" fmla="*/ 1012420 h 1863247"/>
              <a:gd name="connsiteX8" fmla="*/ 35521 w 1877718"/>
              <a:gd name="connsiteY8" fmla="*/ 850803 h 1863247"/>
              <a:gd name="connsiteX0-1" fmla="*/ 35521 w 1877718"/>
              <a:gd name="connsiteY0-2" fmla="*/ 850803 h 1863247"/>
              <a:gd name="connsiteX1-3" fmla="*/ 865299 w 1877718"/>
              <a:gd name="connsiteY1-4" fmla="*/ 21025 h 1863247"/>
              <a:gd name="connsiteX2-5" fmla="*/ 1026916 w 1877718"/>
              <a:gd name="connsiteY2-6" fmla="*/ 21050 h 1863247"/>
              <a:gd name="connsiteX3-7" fmla="*/ 1856694 w 1877718"/>
              <a:gd name="connsiteY3-8" fmla="*/ 850828 h 1863247"/>
              <a:gd name="connsiteX4-9" fmla="*/ 1856669 w 1877718"/>
              <a:gd name="connsiteY4-10" fmla="*/ 1012446 h 1863247"/>
              <a:gd name="connsiteX5-11" fmla="*/ 1026891 w 1877718"/>
              <a:gd name="connsiteY5-12" fmla="*/ 1842223 h 1863247"/>
              <a:gd name="connsiteX6-13" fmla="*/ 865274 w 1877718"/>
              <a:gd name="connsiteY6-14" fmla="*/ 1842198 h 1863247"/>
              <a:gd name="connsiteX7-15" fmla="*/ 35496 w 1877718"/>
              <a:gd name="connsiteY7-16" fmla="*/ 1012420 h 1863247"/>
              <a:gd name="connsiteX8-17" fmla="*/ 35521 w 1877718"/>
              <a:gd name="connsiteY8-18" fmla="*/ 850803 h 1863247"/>
              <a:gd name="connsiteX0-19" fmla="*/ 35521 w 1877718"/>
              <a:gd name="connsiteY0-20" fmla="*/ 850813 h 1863257"/>
              <a:gd name="connsiteX1-21" fmla="*/ 865299 w 1877718"/>
              <a:gd name="connsiteY1-22" fmla="*/ 21035 h 1863257"/>
              <a:gd name="connsiteX2-23" fmla="*/ 1026916 w 1877718"/>
              <a:gd name="connsiteY2-24" fmla="*/ 21060 h 1863257"/>
              <a:gd name="connsiteX3-25" fmla="*/ 1856694 w 1877718"/>
              <a:gd name="connsiteY3-26" fmla="*/ 850838 h 1863257"/>
              <a:gd name="connsiteX4-27" fmla="*/ 1856669 w 1877718"/>
              <a:gd name="connsiteY4-28" fmla="*/ 1012456 h 1863257"/>
              <a:gd name="connsiteX5-29" fmla="*/ 1026891 w 1877718"/>
              <a:gd name="connsiteY5-30" fmla="*/ 1842233 h 1863257"/>
              <a:gd name="connsiteX6-31" fmla="*/ 865274 w 1877718"/>
              <a:gd name="connsiteY6-32" fmla="*/ 1842208 h 1863257"/>
              <a:gd name="connsiteX7-33" fmla="*/ 35496 w 1877718"/>
              <a:gd name="connsiteY7-34" fmla="*/ 1012430 h 1863257"/>
              <a:gd name="connsiteX8-35" fmla="*/ 35521 w 1877718"/>
              <a:gd name="connsiteY8-36" fmla="*/ 850813 h 1863257"/>
              <a:gd name="connsiteX0-37" fmla="*/ 35521 w 1877718"/>
              <a:gd name="connsiteY0-38" fmla="*/ 865273 h 1877717"/>
              <a:gd name="connsiteX1-39" fmla="*/ 865299 w 1877718"/>
              <a:gd name="connsiteY1-40" fmla="*/ 35495 h 1877717"/>
              <a:gd name="connsiteX2-41" fmla="*/ 1026916 w 1877718"/>
              <a:gd name="connsiteY2-42" fmla="*/ 35520 h 1877717"/>
              <a:gd name="connsiteX3-43" fmla="*/ 1856694 w 1877718"/>
              <a:gd name="connsiteY3-44" fmla="*/ 865298 h 1877717"/>
              <a:gd name="connsiteX4-45" fmla="*/ 1856669 w 1877718"/>
              <a:gd name="connsiteY4-46" fmla="*/ 1026916 h 1877717"/>
              <a:gd name="connsiteX5-47" fmla="*/ 1026891 w 1877718"/>
              <a:gd name="connsiteY5-48" fmla="*/ 1856693 h 1877717"/>
              <a:gd name="connsiteX6-49" fmla="*/ 865274 w 1877718"/>
              <a:gd name="connsiteY6-50" fmla="*/ 1856668 h 1877717"/>
              <a:gd name="connsiteX7-51" fmla="*/ 35496 w 1877718"/>
              <a:gd name="connsiteY7-52" fmla="*/ 1026890 h 1877717"/>
              <a:gd name="connsiteX8-53" fmla="*/ 35521 w 1877718"/>
              <a:gd name="connsiteY8-54" fmla="*/ 865273 h 1877717"/>
              <a:gd name="connsiteX0-55" fmla="*/ 35521 w 1877718"/>
              <a:gd name="connsiteY0-56" fmla="*/ 865273 h 1877717"/>
              <a:gd name="connsiteX1-57" fmla="*/ 865299 w 1877718"/>
              <a:gd name="connsiteY1-58" fmla="*/ 35495 h 1877717"/>
              <a:gd name="connsiteX2-59" fmla="*/ 1026916 w 1877718"/>
              <a:gd name="connsiteY2-60" fmla="*/ 35520 h 1877717"/>
              <a:gd name="connsiteX3-61" fmla="*/ 1856694 w 1877718"/>
              <a:gd name="connsiteY3-62" fmla="*/ 865298 h 1877717"/>
              <a:gd name="connsiteX4-63" fmla="*/ 1856669 w 1877718"/>
              <a:gd name="connsiteY4-64" fmla="*/ 1026916 h 1877717"/>
              <a:gd name="connsiteX5-65" fmla="*/ 1026891 w 1877718"/>
              <a:gd name="connsiteY5-66" fmla="*/ 1856693 h 1877717"/>
              <a:gd name="connsiteX6-67" fmla="*/ 865274 w 1877718"/>
              <a:gd name="connsiteY6-68" fmla="*/ 1856668 h 1877717"/>
              <a:gd name="connsiteX7-69" fmla="*/ 35496 w 1877718"/>
              <a:gd name="connsiteY7-70" fmla="*/ 1026890 h 1877717"/>
              <a:gd name="connsiteX8-71" fmla="*/ 35521 w 1877718"/>
              <a:gd name="connsiteY8-72" fmla="*/ 865273 h 1877717"/>
              <a:gd name="connsiteX0-73" fmla="*/ 35521 w 1877718"/>
              <a:gd name="connsiteY0-74" fmla="*/ 865273 h 1877717"/>
              <a:gd name="connsiteX1-75" fmla="*/ 865299 w 1877718"/>
              <a:gd name="connsiteY1-76" fmla="*/ 35495 h 1877717"/>
              <a:gd name="connsiteX2-77" fmla="*/ 1026916 w 1877718"/>
              <a:gd name="connsiteY2-78" fmla="*/ 35520 h 1877717"/>
              <a:gd name="connsiteX3-79" fmla="*/ 1856694 w 1877718"/>
              <a:gd name="connsiteY3-80" fmla="*/ 865298 h 1877717"/>
              <a:gd name="connsiteX4-81" fmla="*/ 1856669 w 1877718"/>
              <a:gd name="connsiteY4-82" fmla="*/ 1026916 h 1877717"/>
              <a:gd name="connsiteX5-83" fmla="*/ 1026891 w 1877718"/>
              <a:gd name="connsiteY5-84" fmla="*/ 1856693 h 1877717"/>
              <a:gd name="connsiteX6-85" fmla="*/ 865274 w 1877718"/>
              <a:gd name="connsiteY6-86" fmla="*/ 1856668 h 1877717"/>
              <a:gd name="connsiteX7-87" fmla="*/ 35496 w 1877718"/>
              <a:gd name="connsiteY7-88" fmla="*/ 1026890 h 1877717"/>
              <a:gd name="connsiteX8-89" fmla="*/ 35521 w 1877718"/>
              <a:gd name="connsiteY8-90" fmla="*/ 865273 h 1877717"/>
              <a:gd name="connsiteX0-91" fmla="*/ 35521 w 1877729"/>
              <a:gd name="connsiteY0-92" fmla="*/ 865273 h 1877717"/>
              <a:gd name="connsiteX1-93" fmla="*/ 865299 w 1877729"/>
              <a:gd name="connsiteY1-94" fmla="*/ 35495 h 1877717"/>
              <a:gd name="connsiteX2-95" fmla="*/ 1026916 w 1877729"/>
              <a:gd name="connsiteY2-96" fmla="*/ 35520 h 1877717"/>
              <a:gd name="connsiteX3-97" fmla="*/ 1856694 w 1877729"/>
              <a:gd name="connsiteY3-98" fmla="*/ 865298 h 1877717"/>
              <a:gd name="connsiteX4-99" fmla="*/ 1856669 w 1877729"/>
              <a:gd name="connsiteY4-100" fmla="*/ 1026916 h 1877717"/>
              <a:gd name="connsiteX5-101" fmla="*/ 1026891 w 1877729"/>
              <a:gd name="connsiteY5-102" fmla="*/ 1856693 h 1877717"/>
              <a:gd name="connsiteX6-103" fmla="*/ 865274 w 1877729"/>
              <a:gd name="connsiteY6-104" fmla="*/ 1856668 h 1877717"/>
              <a:gd name="connsiteX7-105" fmla="*/ 35496 w 1877729"/>
              <a:gd name="connsiteY7-106" fmla="*/ 1026890 h 1877717"/>
              <a:gd name="connsiteX8-107" fmla="*/ 35521 w 1877729"/>
              <a:gd name="connsiteY8-108" fmla="*/ 865273 h 1877717"/>
              <a:gd name="connsiteX0-109" fmla="*/ 35521 w 1892189"/>
              <a:gd name="connsiteY0-110" fmla="*/ 865273 h 1877717"/>
              <a:gd name="connsiteX1-111" fmla="*/ 865299 w 1892189"/>
              <a:gd name="connsiteY1-112" fmla="*/ 35495 h 1877717"/>
              <a:gd name="connsiteX2-113" fmla="*/ 1026916 w 1892189"/>
              <a:gd name="connsiteY2-114" fmla="*/ 35520 h 1877717"/>
              <a:gd name="connsiteX3-115" fmla="*/ 1856694 w 1892189"/>
              <a:gd name="connsiteY3-116" fmla="*/ 865298 h 1877717"/>
              <a:gd name="connsiteX4-117" fmla="*/ 1856669 w 1892189"/>
              <a:gd name="connsiteY4-118" fmla="*/ 1026916 h 1877717"/>
              <a:gd name="connsiteX5-119" fmla="*/ 1026891 w 1892189"/>
              <a:gd name="connsiteY5-120" fmla="*/ 1856693 h 1877717"/>
              <a:gd name="connsiteX6-121" fmla="*/ 865274 w 1892189"/>
              <a:gd name="connsiteY6-122" fmla="*/ 1856668 h 1877717"/>
              <a:gd name="connsiteX7-123" fmla="*/ 35496 w 1892189"/>
              <a:gd name="connsiteY7-124" fmla="*/ 1026890 h 1877717"/>
              <a:gd name="connsiteX8-125" fmla="*/ 35521 w 1892189"/>
              <a:gd name="connsiteY8-126" fmla="*/ 865273 h 1877717"/>
              <a:gd name="connsiteX0-127" fmla="*/ 35521 w 1892189"/>
              <a:gd name="connsiteY0-128" fmla="*/ 865273 h 1877717"/>
              <a:gd name="connsiteX1-129" fmla="*/ 865299 w 1892189"/>
              <a:gd name="connsiteY1-130" fmla="*/ 35495 h 1877717"/>
              <a:gd name="connsiteX2-131" fmla="*/ 1026916 w 1892189"/>
              <a:gd name="connsiteY2-132" fmla="*/ 35520 h 1877717"/>
              <a:gd name="connsiteX3-133" fmla="*/ 1856694 w 1892189"/>
              <a:gd name="connsiteY3-134" fmla="*/ 865298 h 1877717"/>
              <a:gd name="connsiteX4-135" fmla="*/ 1856669 w 1892189"/>
              <a:gd name="connsiteY4-136" fmla="*/ 1026916 h 1877717"/>
              <a:gd name="connsiteX5-137" fmla="*/ 1026891 w 1892189"/>
              <a:gd name="connsiteY5-138" fmla="*/ 1856693 h 1877717"/>
              <a:gd name="connsiteX6-139" fmla="*/ 865274 w 1892189"/>
              <a:gd name="connsiteY6-140" fmla="*/ 1856668 h 1877717"/>
              <a:gd name="connsiteX7-141" fmla="*/ 35496 w 1892189"/>
              <a:gd name="connsiteY7-142" fmla="*/ 1026890 h 1877717"/>
              <a:gd name="connsiteX8-143" fmla="*/ 35521 w 1892189"/>
              <a:gd name="connsiteY8-144" fmla="*/ 865273 h 1877717"/>
              <a:gd name="connsiteX0-145" fmla="*/ 35521 w 1892189"/>
              <a:gd name="connsiteY0-146" fmla="*/ 865273 h 1877717"/>
              <a:gd name="connsiteX1-147" fmla="*/ 865299 w 1892189"/>
              <a:gd name="connsiteY1-148" fmla="*/ 35495 h 1877717"/>
              <a:gd name="connsiteX2-149" fmla="*/ 1026916 w 1892189"/>
              <a:gd name="connsiteY2-150" fmla="*/ 35520 h 1877717"/>
              <a:gd name="connsiteX3-151" fmla="*/ 1856694 w 1892189"/>
              <a:gd name="connsiteY3-152" fmla="*/ 865298 h 1877717"/>
              <a:gd name="connsiteX4-153" fmla="*/ 1856669 w 1892189"/>
              <a:gd name="connsiteY4-154" fmla="*/ 1026916 h 1877717"/>
              <a:gd name="connsiteX5-155" fmla="*/ 1026891 w 1892189"/>
              <a:gd name="connsiteY5-156" fmla="*/ 1856693 h 1877717"/>
              <a:gd name="connsiteX6-157" fmla="*/ 865274 w 1892189"/>
              <a:gd name="connsiteY6-158" fmla="*/ 1856668 h 1877717"/>
              <a:gd name="connsiteX7-159" fmla="*/ 35496 w 1892189"/>
              <a:gd name="connsiteY7-160" fmla="*/ 1026890 h 1877717"/>
              <a:gd name="connsiteX8-161" fmla="*/ 35521 w 1892189"/>
              <a:gd name="connsiteY8-162" fmla="*/ 865273 h 1877717"/>
              <a:gd name="connsiteX0-163" fmla="*/ 35521 w 1892189"/>
              <a:gd name="connsiteY0-164" fmla="*/ 865273 h 1877728"/>
              <a:gd name="connsiteX1-165" fmla="*/ 865299 w 1892189"/>
              <a:gd name="connsiteY1-166" fmla="*/ 35495 h 1877728"/>
              <a:gd name="connsiteX2-167" fmla="*/ 1026916 w 1892189"/>
              <a:gd name="connsiteY2-168" fmla="*/ 35520 h 1877728"/>
              <a:gd name="connsiteX3-169" fmla="*/ 1856694 w 1892189"/>
              <a:gd name="connsiteY3-170" fmla="*/ 865298 h 1877728"/>
              <a:gd name="connsiteX4-171" fmla="*/ 1856669 w 1892189"/>
              <a:gd name="connsiteY4-172" fmla="*/ 1026916 h 1877728"/>
              <a:gd name="connsiteX5-173" fmla="*/ 1026891 w 1892189"/>
              <a:gd name="connsiteY5-174" fmla="*/ 1856693 h 1877728"/>
              <a:gd name="connsiteX6-175" fmla="*/ 865274 w 1892189"/>
              <a:gd name="connsiteY6-176" fmla="*/ 1856668 h 1877728"/>
              <a:gd name="connsiteX7-177" fmla="*/ 35496 w 1892189"/>
              <a:gd name="connsiteY7-178" fmla="*/ 1026890 h 1877728"/>
              <a:gd name="connsiteX8-179" fmla="*/ 35521 w 1892189"/>
              <a:gd name="connsiteY8-180" fmla="*/ 865273 h 1877728"/>
              <a:gd name="connsiteX0-181" fmla="*/ 35521 w 1892189"/>
              <a:gd name="connsiteY0-182" fmla="*/ 865273 h 1892188"/>
              <a:gd name="connsiteX1-183" fmla="*/ 865299 w 1892189"/>
              <a:gd name="connsiteY1-184" fmla="*/ 35495 h 1892188"/>
              <a:gd name="connsiteX2-185" fmla="*/ 1026916 w 1892189"/>
              <a:gd name="connsiteY2-186" fmla="*/ 35520 h 1892188"/>
              <a:gd name="connsiteX3-187" fmla="*/ 1856694 w 1892189"/>
              <a:gd name="connsiteY3-188" fmla="*/ 865298 h 1892188"/>
              <a:gd name="connsiteX4-189" fmla="*/ 1856669 w 1892189"/>
              <a:gd name="connsiteY4-190" fmla="*/ 1026916 h 1892188"/>
              <a:gd name="connsiteX5-191" fmla="*/ 1026891 w 1892189"/>
              <a:gd name="connsiteY5-192" fmla="*/ 1856693 h 1892188"/>
              <a:gd name="connsiteX6-193" fmla="*/ 865274 w 1892189"/>
              <a:gd name="connsiteY6-194" fmla="*/ 1856668 h 1892188"/>
              <a:gd name="connsiteX7-195" fmla="*/ 35496 w 1892189"/>
              <a:gd name="connsiteY7-196" fmla="*/ 1026890 h 1892188"/>
              <a:gd name="connsiteX8-197" fmla="*/ 35521 w 1892189"/>
              <a:gd name="connsiteY8-198" fmla="*/ 865273 h 1892188"/>
              <a:gd name="connsiteX0-199" fmla="*/ 35521 w 1892189"/>
              <a:gd name="connsiteY0-200" fmla="*/ 865273 h 1892188"/>
              <a:gd name="connsiteX1-201" fmla="*/ 865299 w 1892189"/>
              <a:gd name="connsiteY1-202" fmla="*/ 35495 h 1892188"/>
              <a:gd name="connsiteX2-203" fmla="*/ 1026916 w 1892189"/>
              <a:gd name="connsiteY2-204" fmla="*/ 35520 h 1892188"/>
              <a:gd name="connsiteX3-205" fmla="*/ 1856694 w 1892189"/>
              <a:gd name="connsiteY3-206" fmla="*/ 865298 h 1892188"/>
              <a:gd name="connsiteX4-207" fmla="*/ 1856669 w 1892189"/>
              <a:gd name="connsiteY4-208" fmla="*/ 1026916 h 1892188"/>
              <a:gd name="connsiteX5-209" fmla="*/ 1026891 w 1892189"/>
              <a:gd name="connsiteY5-210" fmla="*/ 1856693 h 1892188"/>
              <a:gd name="connsiteX6-211" fmla="*/ 865274 w 1892189"/>
              <a:gd name="connsiteY6-212" fmla="*/ 1856668 h 1892188"/>
              <a:gd name="connsiteX7-213" fmla="*/ 35496 w 1892189"/>
              <a:gd name="connsiteY7-214" fmla="*/ 1026890 h 1892188"/>
              <a:gd name="connsiteX8-215" fmla="*/ 35521 w 1892189"/>
              <a:gd name="connsiteY8-216" fmla="*/ 865273 h 1892188"/>
              <a:gd name="connsiteX0-217" fmla="*/ 35521 w 1892189"/>
              <a:gd name="connsiteY0-218" fmla="*/ 865273 h 1892188"/>
              <a:gd name="connsiteX1-219" fmla="*/ 865299 w 1892189"/>
              <a:gd name="connsiteY1-220" fmla="*/ 35495 h 1892188"/>
              <a:gd name="connsiteX2-221" fmla="*/ 1026916 w 1892189"/>
              <a:gd name="connsiteY2-222" fmla="*/ 35520 h 1892188"/>
              <a:gd name="connsiteX3-223" fmla="*/ 1856694 w 1892189"/>
              <a:gd name="connsiteY3-224" fmla="*/ 865298 h 1892188"/>
              <a:gd name="connsiteX4-225" fmla="*/ 1856669 w 1892189"/>
              <a:gd name="connsiteY4-226" fmla="*/ 1026916 h 1892188"/>
              <a:gd name="connsiteX5-227" fmla="*/ 1026891 w 1892189"/>
              <a:gd name="connsiteY5-228" fmla="*/ 1856693 h 1892188"/>
              <a:gd name="connsiteX6-229" fmla="*/ 865274 w 1892189"/>
              <a:gd name="connsiteY6-230" fmla="*/ 1856668 h 1892188"/>
              <a:gd name="connsiteX7-231" fmla="*/ 35496 w 1892189"/>
              <a:gd name="connsiteY7-232" fmla="*/ 1026890 h 1892188"/>
              <a:gd name="connsiteX8-233" fmla="*/ 35521 w 1892189"/>
              <a:gd name="connsiteY8-234" fmla="*/ 865273 h 1892188"/>
              <a:gd name="connsiteX0-235" fmla="*/ 35521 w 1892189"/>
              <a:gd name="connsiteY0-236" fmla="*/ 865273 h 1892188"/>
              <a:gd name="connsiteX1-237" fmla="*/ 865299 w 1892189"/>
              <a:gd name="connsiteY1-238" fmla="*/ 35495 h 1892188"/>
              <a:gd name="connsiteX2-239" fmla="*/ 1026916 w 1892189"/>
              <a:gd name="connsiteY2-240" fmla="*/ 35520 h 1892188"/>
              <a:gd name="connsiteX3-241" fmla="*/ 1856694 w 1892189"/>
              <a:gd name="connsiteY3-242" fmla="*/ 865298 h 1892188"/>
              <a:gd name="connsiteX4-243" fmla="*/ 1856669 w 1892189"/>
              <a:gd name="connsiteY4-244" fmla="*/ 1026916 h 1892188"/>
              <a:gd name="connsiteX5-245" fmla="*/ 1026891 w 1892189"/>
              <a:gd name="connsiteY5-246" fmla="*/ 1856693 h 1892188"/>
              <a:gd name="connsiteX6-247" fmla="*/ 865274 w 1892189"/>
              <a:gd name="connsiteY6-248" fmla="*/ 1856668 h 1892188"/>
              <a:gd name="connsiteX7-249" fmla="*/ 35496 w 1892189"/>
              <a:gd name="connsiteY7-250" fmla="*/ 1026890 h 1892188"/>
              <a:gd name="connsiteX8-251" fmla="*/ 35521 w 1892189"/>
              <a:gd name="connsiteY8-252" fmla="*/ 865273 h 189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892189" h="1892188">
                <a:moveTo>
                  <a:pt x="35521" y="865273"/>
                </a:moveTo>
                <a:cubicBezTo>
                  <a:pt x="35521" y="865273"/>
                  <a:pt x="865299" y="35495"/>
                  <a:pt x="865299" y="35495"/>
                </a:cubicBezTo>
                <a:cubicBezTo>
                  <a:pt x="912643" y="-11849"/>
                  <a:pt x="979572" y="-11824"/>
                  <a:pt x="1026916" y="35520"/>
                </a:cubicBezTo>
                <a:cubicBezTo>
                  <a:pt x="1026916" y="35520"/>
                  <a:pt x="1856694" y="865298"/>
                  <a:pt x="1856694" y="865298"/>
                </a:cubicBezTo>
                <a:cubicBezTo>
                  <a:pt x="1904038" y="912642"/>
                  <a:pt x="1904013" y="979572"/>
                  <a:pt x="1856669" y="1026916"/>
                </a:cubicBezTo>
                <a:cubicBezTo>
                  <a:pt x="1856669" y="1026916"/>
                  <a:pt x="1026891" y="1856693"/>
                  <a:pt x="1026891" y="1856693"/>
                </a:cubicBezTo>
                <a:cubicBezTo>
                  <a:pt x="979547" y="1904037"/>
                  <a:pt x="912618" y="1904011"/>
                  <a:pt x="865274" y="1856668"/>
                </a:cubicBezTo>
                <a:cubicBezTo>
                  <a:pt x="865274" y="1856667"/>
                  <a:pt x="35496" y="1026889"/>
                  <a:pt x="35496" y="1026890"/>
                </a:cubicBezTo>
                <a:cubicBezTo>
                  <a:pt x="-11848" y="979545"/>
                  <a:pt x="-11823" y="912617"/>
                  <a:pt x="35521" y="865273"/>
                </a:cubicBezTo>
                <a:close/>
              </a:path>
            </a:pathLst>
          </a:custGeom>
          <a:solidFill>
            <a:schemeClr val="accent1">
              <a:alpha val="2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sym typeface="+mn-ea"/>
            </a:endParaRPr>
          </a:p>
        </p:txBody>
      </p:sp>
      <p:sp>
        <p:nvSpPr>
          <p:cNvPr id="4" name="任意多边形: 形状 1397"/>
          <p:cNvSpPr/>
          <p:nvPr>
            <p:custDataLst>
              <p:tags r:id="rId5"/>
            </p:custDataLst>
          </p:nvPr>
        </p:nvSpPr>
        <p:spPr>
          <a:xfrm>
            <a:off x="1092835" y="5670550"/>
            <a:ext cx="395605" cy="395605"/>
          </a:xfrm>
          <a:custGeom>
            <a:avLst/>
            <a:gdLst>
              <a:gd name="connsiteX0" fmla="*/ 35521 w 1877718"/>
              <a:gd name="connsiteY0" fmla="*/ 850803 h 1863247"/>
              <a:gd name="connsiteX1" fmla="*/ 865299 w 1877718"/>
              <a:gd name="connsiteY1" fmla="*/ 21025 h 1863247"/>
              <a:gd name="connsiteX2" fmla="*/ 1026916 w 1877718"/>
              <a:gd name="connsiteY2" fmla="*/ 21050 h 1863247"/>
              <a:gd name="connsiteX3" fmla="*/ 1856694 w 1877718"/>
              <a:gd name="connsiteY3" fmla="*/ 850828 h 1863247"/>
              <a:gd name="connsiteX4" fmla="*/ 1856669 w 1877718"/>
              <a:gd name="connsiteY4" fmla="*/ 1012446 h 1863247"/>
              <a:gd name="connsiteX5" fmla="*/ 1026891 w 1877718"/>
              <a:gd name="connsiteY5" fmla="*/ 1842223 h 1863247"/>
              <a:gd name="connsiteX6" fmla="*/ 865274 w 1877718"/>
              <a:gd name="connsiteY6" fmla="*/ 1842198 h 1863247"/>
              <a:gd name="connsiteX7" fmla="*/ 35496 w 1877718"/>
              <a:gd name="connsiteY7" fmla="*/ 1012420 h 1863247"/>
              <a:gd name="connsiteX8" fmla="*/ 35521 w 1877718"/>
              <a:gd name="connsiteY8" fmla="*/ 850803 h 1863247"/>
              <a:gd name="connsiteX0-1" fmla="*/ 35521 w 1877718"/>
              <a:gd name="connsiteY0-2" fmla="*/ 850803 h 1863247"/>
              <a:gd name="connsiteX1-3" fmla="*/ 865299 w 1877718"/>
              <a:gd name="connsiteY1-4" fmla="*/ 21025 h 1863247"/>
              <a:gd name="connsiteX2-5" fmla="*/ 1026916 w 1877718"/>
              <a:gd name="connsiteY2-6" fmla="*/ 21050 h 1863247"/>
              <a:gd name="connsiteX3-7" fmla="*/ 1856694 w 1877718"/>
              <a:gd name="connsiteY3-8" fmla="*/ 850828 h 1863247"/>
              <a:gd name="connsiteX4-9" fmla="*/ 1856669 w 1877718"/>
              <a:gd name="connsiteY4-10" fmla="*/ 1012446 h 1863247"/>
              <a:gd name="connsiteX5-11" fmla="*/ 1026891 w 1877718"/>
              <a:gd name="connsiteY5-12" fmla="*/ 1842223 h 1863247"/>
              <a:gd name="connsiteX6-13" fmla="*/ 865274 w 1877718"/>
              <a:gd name="connsiteY6-14" fmla="*/ 1842198 h 1863247"/>
              <a:gd name="connsiteX7-15" fmla="*/ 35496 w 1877718"/>
              <a:gd name="connsiteY7-16" fmla="*/ 1012420 h 1863247"/>
              <a:gd name="connsiteX8-17" fmla="*/ 35521 w 1877718"/>
              <a:gd name="connsiteY8-18" fmla="*/ 850803 h 1863247"/>
              <a:gd name="connsiteX0-19" fmla="*/ 35521 w 1877718"/>
              <a:gd name="connsiteY0-20" fmla="*/ 850813 h 1863257"/>
              <a:gd name="connsiteX1-21" fmla="*/ 865299 w 1877718"/>
              <a:gd name="connsiteY1-22" fmla="*/ 21035 h 1863257"/>
              <a:gd name="connsiteX2-23" fmla="*/ 1026916 w 1877718"/>
              <a:gd name="connsiteY2-24" fmla="*/ 21060 h 1863257"/>
              <a:gd name="connsiteX3-25" fmla="*/ 1856694 w 1877718"/>
              <a:gd name="connsiteY3-26" fmla="*/ 850838 h 1863257"/>
              <a:gd name="connsiteX4-27" fmla="*/ 1856669 w 1877718"/>
              <a:gd name="connsiteY4-28" fmla="*/ 1012456 h 1863257"/>
              <a:gd name="connsiteX5-29" fmla="*/ 1026891 w 1877718"/>
              <a:gd name="connsiteY5-30" fmla="*/ 1842233 h 1863257"/>
              <a:gd name="connsiteX6-31" fmla="*/ 865274 w 1877718"/>
              <a:gd name="connsiteY6-32" fmla="*/ 1842208 h 1863257"/>
              <a:gd name="connsiteX7-33" fmla="*/ 35496 w 1877718"/>
              <a:gd name="connsiteY7-34" fmla="*/ 1012430 h 1863257"/>
              <a:gd name="connsiteX8-35" fmla="*/ 35521 w 1877718"/>
              <a:gd name="connsiteY8-36" fmla="*/ 850813 h 1863257"/>
              <a:gd name="connsiteX0-37" fmla="*/ 35521 w 1877718"/>
              <a:gd name="connsiteY0-38" fmla="*/ 865273 h 1877717"/>
              <a:gd name="connsiteX1-39" fmla="*/ 865299 w 1877718"/>
              <a:gd name="connsiteY1-40" fmla="*/ 35495 h 1877717"/>
              <a:gd name="connsiteX2-41" fmla="*/ 1026916 w 1877718"/>
              <a:gd name="connsiteY2-42" fmla="*/ 35520 h 1877717"/>
              <a:gd name="connsiteX3-43" fmla="*/ 1856694 w 1877718"/>
              <a:gd name="connsiteY3-44" fmla="*/ 865298 h 1877717"/>
              <a:gd name="connsiteX4-45" fmla="*/ 1856669 w 1877718"/>
              <a:gd name="connsiteY4-46" fmla="*/ 1026916 h 1877717"/>
              <a:gd name="connsiteX5-47" fmla="*/ 1026891 w 1877718"/>
              <a:gd name="connsiteY5-48" fmla="*/ 1856693 h 1877717"/>
              <a:gd name="connsiteX6-49" fmla="*/ 865274 w 1877718"/>
              <a:gd name="connsiteY6-50" fmla="*/ 1856668 h 1877717"/>
              <a:gd name="connsiteX7-51" fmla="*/ 35496 w 1877718"/>
              <a:gd name="connsiteY7-52" fmla="*/ 1026890 h 1877717"/>
              <a:gd name="connsiteX8-53" fmla="*/ 35521 w 1877718"/>
              <a:gd name="connsiteY8-54" fmla="*/ 865273 h 1877717"/>
              <a:gd name="connsiteX0-55" fmla="*/ 35521 w 1877718"/>
              <a:gd name="connsiteY0-56" fmla="*/ 865273 h 1877717"/>
              <a:gd name="connsiteX1-57" fmla="*/ 865299 w 1877718"/>
              <a:gd name="connsiteY1-58" fmla="*/ 35495 h 1877717"/>
              <a:gd name="connsiteX2-59" fmla="*/ 1026916 w 1877718"/>
              <a:gd name="connsiteY2-60" fmla="*/ 35520 h 1877717"/>
              <a:gd name="connsiteX3-61" fmla="*/ 1856694 w 1877718"/>
              <a:gd name="connsiteY3-62" fmla="*/ 865298 h 1877717"/>
              <a:gd name="connsiteX4-63" fmla="*/ 1856669 w 1877718"/>
              <a:gd name="connsiteY4-64" fmla="*/ 1026916 h 1877717"/>
              <a:gd name="connsiteX5-65" fmla="*/ 1026891 w 1877718"/>
              <a:gd name="connsiteY5-66" fmla="*/ 1856693 h 1877717"/>
              <a:gd name="connsiteX6-67" fmla="*/ 865274 w 1877718"/>
              <a:gd name="connsiteY6-68" fmla="*/ 1856668 h 1877717"/>
              <a:gd name="connsiteX7-69" fmla="*/ 35496 w 1877718"/>
              <a:gd name="connsiteY7-70" fmla="*/ 1026890 h 1877717"/>
              <a:gd name="connsiteX8-71" fmla="*/ 35521 w 1877718"/>
              <a:gd name="connsiteY8-72" fmla="*/ 865273 h 1877717"/>
              <a:gd name="connsiteX0-73" fmla="*/ 35521 w 1877718"/>
              <a:gd name="connsiteY0-74" fmla="*/ 865273 h 1877717"/>
              <a:gd name="connsiteX1-75" fmla="*/ 865299 w 1877718"/>
              <a:gd name="connsiteY1-76" fmla="*/ 35495 h 1877717"/>
              <a:gd name="connsiteX2-77" fmla="*/ 1026916 w 1877718"/>
              <a:gd name="connsiteY2-78" fmla="*/ 35520 h 1877717"/>
              <a:gd name="connsiteX3-79" fmla="*/ 1856694 w 1877718"/>
              <a:gd name="connsiteY3-80" fmla="*/ 865298 h 1877717"/>
              <a:gd name="connsiteX4-81" fmla="*/ 1856669 w 1877718"/>
              <a:gd name="connsiteY4-82" fmla="*/ 1026916 h 1877717"/>
              <a:gd name="connsiteX5-83" fmla="*/ 1026891 w 1877718"/>
              <a:gd name="connsiteY5-84" fmla="*/ 1856693 h 1877717"/>
              <a:gd name="connsiteX6-85" fmla="*/ 865274 w 1877718"/>
              <a:gd name="connsiteY6-86" fmla="*/ 1856668 h 1877717"/>
              <a:gd name="connsiteX7-87" fmla="*/ 35496 w 1877718"/>
              <a:gd name="connsiteY7-88" fmla="*/ 1026890 h 1877717"/>
              <a:gd name="connsiteX8-89" fmla="*/ 35521 w 1877718"/>
              <a:gd name="connsiteY8-90" fmla="*/ 865273 h 1877717"/>
              <a:gd name="connsiteX0-91" fmla="*/ 35521 w 1877729"/>
              <a:gd name="connsiteY0-92" fmla="*/ 865273 h 1877717"/>
              <a:gd name="connsiteX1-93" fmla="*/ 865299 w 1877729"/>
              <a:gd name="connsiteY1-94" fmla="*/ 35495 h 1877717"/>
              <a:gd name="connsiteX2-95" fmla="*/ 1026916 w 1877729"/>
              <a:gd name="connsiteY2-96" fmla="*/ 35520 h 1877717"/>
              <a:gd name="connsiteX3-97" fmla="*/ 1856694 w 1877729"/>
              <a:gd name="connsiteY3-98" fmla="*/ 865298 h 1877717"/>
              <a:gd name="connsiteX4-99" fmla="*/ 1856669 w 1877729"/>
              <a:gd name="connsiteY4-100" fmla="*/ 1026916 h 1877717"/>
              <a:gd name="connsiteX5-101" fmla="*/ 1026891 w 1877729"/>
              <a:gd name="connsiteY5-102" fmla="*/ 1856693 h 1877717"/>
              <a:gd name="connsiteX6-103" fmla="*/ 865274 w 1877729"/>
              <a:gd name="connsiteY6-104" fmla="*/ 1856668 h 1877717"/>
              <a:gd name="connsiteX7-105" fmla="*/ 35496 w 1877729"/>
              <a:gd name="connsiteY7-106" fmla="*/ 1026890 h 1877717"/>
              <a:gd name="connsiteX8-107" fmla="*/ 35521 w 1877729"/>
              <a:gd name="connsiteY8-108" fmla="*/ 865273 h 1877717"/>
              <a:gd name="connsiteX0-109" fmla="*/ 35521 w 1892189"/>
              <a:gd name="connsiteY0-110" fmla="*/ 865273 h 1877717"/>
              <a:gd name="connsiteX1-111" fmla="*/ 865299 w 1892189"/>
              <a:gd name="connsiteY1-112" fmla="*/ 35495 h 1877717"/>
              <a:gd name="connsiteX2-113" fmla="*/ 1026916 w 1892189"/>
              <a:gd name="connsiteY2-114" fmla="*/ 35520 h 1877717"/>
              <a:gd name="connsiteX3-115" fmla="*/ 1856694 w 1892189"/>
              <a:gd name="connsiteY3-116" fmla="*/ 865298 h 1877717"/>
              <a:gd name="connsiteX4-117" fmla="*/ 1856669 w 1892189"/>
              <a:gd name="connsiteY4-118" fmla="*/ 1026916 h 1877717"/>
              <a:gd name="connsiteX5-119" fmla="*/ 1026891 w 1892189"/>
              <a:gd name="connsiteY5-120" fmla="*/ 1856693 h 1877717"/>
              <a:gd name="connsiteX6-121" fmla="*/ 865274 w 1892189"/>
              <a:gd name="connsiteY6-122" fmla="*/ 1856668 h 1877717"/>
              <a:gd name="connsiteX7-123" fmla="*/ 35496 w 1892189"/>
              <a:gd name="connsiteY7-124" fmla="*/ 1026890 h 1877717"/>
              <a:gd name="connsiteX8-125" fmla="*/ 35521 w 1892189"/>
              <a:gd name="connsiteY8-126" fmla="*/ 865273 h 1877717"/>
              <a:gd name="connsiteX0-127" fmla="*/ 35521 w 1892189"/>
              <a:gd name="connsiteY0-128" fmla="*/ 865273 h 1877717"/>
              <a:gd name="connsiteX1-129" fmla="*/ 865299 w 1892189"/>
              <a:gd name="connsiteY1-130" fmla="*/ 35495 h 1877717"/>
              <a:gd name="connsiteX2-131" fmla="*/ 1026916 w 1892189"/>
              <a:gd name="connsiteY2-132" fmla="*/ 35520 h 1877717"/>
              <a:gd name="connsiteX3-133" fmla="*/ 1856694 w 1892189"/>
              <a:gd name="connsiteY3-134" fmla="*/ 865298 h 1877717"/>
              <a:gd name="connsiteX4-135" fmla="*/ 1856669 w 1892189"/>
              <a:gd name="connsiteY4-136" fmla="*/ 1026916 h 1877717"/>
              <a:gd name="connsiteX5-137" fmla="*/ 1026891 w 1892189"/>
              <a:gd name="connsiteY5-138" fmla="*/ 1856693 h 1877717"/>
              <a:gd name="connsiteX6-139" fmla="*/ 865274 w 1892189"/>
              <a:gd name="connsiteY6-140" fmla="*/ 1856668 h 1877717"/>
              <a:gd name="connsiteX7-141" fmla="*/ 35496 w 1892189"/>
              <a:gd name="connsiteY7-142" fmla="*/ 1026890 h 1877717"/>
              <a:gd name="connsiteX8-143" fmla="*/ 35521 w 1892189"/>
              <a:gd name="connsiteY8-144" fmla="*/ 865273 h 1877717"/>
              <a:gd name="connsiteX0-145" fmla="*/ 35521 w 1892189"/>
              <a:gd name="connsiteY0-146" fmla="*/ 865273 h 1877717"/>
              <a:gd name="connsiteX1-147" fmla="*/ 865299 w 1892189"/>
              <a:gd name="connsiteY1-148" fmla="*/ 35495 h 1877717"/>
              <a:gd name="connsiteX2-149" fmla="*/ 1026916 w 1892189"/>
              <a:gd name="connsiteY2-150" fmla="*/ 35520 h 1877717"/>
              <a:gd name="connsiteX3-151" fmla="*/ 1856694 w 1892189"/>
              <a:gd name="connsiteY3-152" fmla="*/ 865298 h 1877717"/>
              <a:gd name="connsiteX4-153" fmla="*/ 1856669 w 1892189"/>
              <a:gd name="connsiteY4-154" fmla="*/ 1026916 h 1877717"/>
              <a:gd name="connsiteX5-155" fmla="*/ 1026891 w 1892189"/>
              <a:gd name="connsiteY5-156" fmla="*/ 1856693 h 1877717"/>
              <a:gd name="connsiteX6-157" fmla="*/ 865274 w 1892189"/>
              <a:gd name="connsiteY6-158" fmla="*/ 1856668 h 1877717"/>
              <a:gd name="connsiteX7-159" fmla="*/ 35496 w 1892189"/>
              <a:gd name="connsiteY7-160" fmla="*/ 1026890 h 1877717"/>
              <a:gd name="connsiteX8-161" fmla="*/ 35521 w 1892189"/>
              <a:gd name="connsiteY8-162" fmla="*/ 865273 h 1877717"/>
              <a:gd name="connsiteX0-163" fmla="*/ 35521 w 1892189"/>
              <a:gd name="connsiteY0-164" fmla="*/ 865273 h 1877728"/>
              <a:gd name="connsiteX1-165" fmla="*/ 865299 w 1892189"/>
              <a:gd name="connsiteY1-166" fmla="*/ 35495 h 1877728"/>
              <a:gd name="connsiteX2-167" fmla="*/ 1026916 w 1892189"/>
              <a:gd name="connsiteY2-168" fmla="*/ 35520 h 1877728"/>
              <a:gd name="connsiteX3-169" fmla="*/ 1856694 w 1892189"/>
              <a:gd name="connsiteY3-170" fmla="*/ 865298 h 1877728"/>
              <a:gd name="connsiteX4-171" fmla="*/ 1856669 w 1892189"/>
              <a:gd name="connsiteY4-172" fmla="*/ 1026916 h 1877728"/>
              <a:gd name="connsiteX5-173" fmla="*/ 1026891 w 1892189"/>
              <a:gd name="connsiteY5-174" fmla="*/ 1856693 h 1877728"/>
              <a:gd name="connsiteX6-175" fmla="*/ 865274 w 1892189"/>
              <a:gd name="connsiteY6-176" fmla="*/ 1856668 h 1877728"/>
              <a:gd name="connsiteX7-177" fmla="*/ 35496 w 1892189"/>
              <a:gd name="connsiteY7-178" fmla="*/ 1026890 h 1877728"/>
              <a:gd name="connsiteX8-179" fmla="*/ 35521 w 1892189"/>
              <a:gd name="connsiteY8-180" fmla="*/ 865273 h 1877728"/>
              <a:gd name="connsiteX0-181" fmla="*/ 35521 w 1892189"/>
              <a:gd name="connsiteY0-182" fmla="*/ 865273 h 1892188"/>
              <a:gd name="connsiteX1-183" fmla="*/ 865299 w 1892189"/>
              <a:gd name="connsiteY1-184" fmla="*/ 35495 h 1892188"/>
              <a:gd name="connsiteX2-185" fmla="*/ 1026916 w 1892189"/>
              <a:gd name="connsiteY2-186" fmla="*/ 35520 h 1892188"/>
              <a:gd name="connsiteX3-187" fmla="*/ 1856694 w 1892189"/>
              <a:gd name="connsiteY3-188" fmla="*/ 865298 h 1892188"/>
              <a:gd name="connsiteX4-189" fmla="*/ 1856669 w 1892189"/>
              <a:gd name="connsiteY4-190" fmla="*/ 1026916 h 1892188"/>
              <a:gd name="connsiteX5-191" fmla="*/ 1026891 w 1892189"/>
              <a:gd name="connsiteY5-192" fmla="*/ 1856693 h 1892188"/>
              <a:gd name="connsiteX6-193" fmla="*/ 865274 w 1892189"/>
              <a:gd name="connsiteY6-194" fmla="*/ 1856668 h 1892188"/>
              <a:gd name="connsiteX7-195" fmla="*/ 35496 w 1892189"/>
              <a:gd name="connsiteY7-196" fmla="*/ 1026890 h 1892188"/>
              <a:gd name="connsiteX8-197" fmla="*/ 35521 w 1892189"/>
              <a:gd name="connsiteY8-198" fmla="*/ 865273 h 1892188"/>
              <a:gd name="connsiteX0-199" fmla="*/ 35521 w 1892189"/>
              <a:gd name="connsiteY0-200" fmla="*/ 865273 h 1892188"/>
              <a:gd name="connsiteX1-201" fmla="*/ 865299 w 1892189"/>
              <a:gd name="connsiteY1-202" fmla="*/ 35495 h 1892188"/>
              <a:gd name="connsiteX2-203" fmla="*/ 1026916 w 1892189"/>
              <a:gd name="connsiteY2-204" fmla="*/ 35520 h 1892188"/>
              <a:gd name="connsiteX3-205" fmla="*/ 1856694 w 1892189"/>
              <a:gd name="connsiteY3-206" fmla="*/ 865298 h 1892188"/>
              <a:gd name="connsiteX4-207" fmla="*/ 1856669 w 1892189"/>
              <a:gd name="connsiteY4-208" fmla="*/ 1026916 h 1892188"/>
              <a:gd name="connsiteX5-209" fmla="*/ 1026891 w 1892189"/>
              <a:gd name="connsiteY5-210" fmla="*/ 1856693 h 1892188"/>
              <a:gd name="connsiteX6-211" fmla="*/ 865274 w 1892189"/>
              <a:gd name="connsiteY6-212" fmla="*/ 1856668 h 1892188"/>
              <a:gd name="connsiteX7-213" fmla="*/ 35496 w 1892189"/>
              <a:gd name="connsiteY7-214" fmla="*/ 1026890 h 1892188"/>
              <a:gd name="connsiteX8-215" fmla="*/ 35521 w 1892189"/>
              <a:gd name="connsiteY8-216" fmla="*/ 865273 h 1892188"/>
              <a:gd name="connsiteX0-217" fmla="*/ 35521 w 1892189"/>
              <a:gd name="connsiteY0-218" fmla="*/ 865273 h 1892188"/>
              <a:gd name="connsiteX1-219" fmla="*/ 865299 w 1892189"/>
              <a:gd name="connsiteY1-220" fmla="*/ 35495 h 1892188"/>
              <a:gd name="connsiteX2-221" fmla="*/ 1026916 w 1892189"/>
              <a:gd name="connsiteY2-222" fmla="*/ 35520 h 1892188"/>
              <a:gd name="connsiteX3-223" fmla="*/ 1856694 w 1892189"/>
              <a:gd name="connsiteY3-224" fmla="*/ 865298 h 1892188"/>
              <a:gd name="connsiteX4-225" fmla="*/ 1856669 w 1892189"/>
              <a:gd name="connsiteY4-226" fmla="*/ 1026916 h 1892188"/>
              <a:gd name="connsiteX5-227" fmla="*/ 1026891 w 1892189"/>
              <a:gd name="connsiteY5-228" fmla="*/ 1856693 h 1892188"/>
              <a:gd name="connsiteX6-229" fmla="*/ 865274 w 1892189"/>
              <a:gd name="connsiteY6-230" fmla="*/ 1856668 h 1892188"/>
              <a:gd name="connsiteX7-231" fmla="*/ 35496 w 1892189"/>
              <a:gd name="connsiteY7-232" fmla="*/ 1026890 h 1892188"/>
              <a:gd name="connsiteX8-233" fmla="*/ 35521 w 1892189"/>
              <a:gd name="connsiteY8-234" fmla="*/ 865273 h 1892188"/>
              <a:gd name="connsiteX0-235" fmla="*/ 35521 w 1892189"/>
              <a:gd name="connsiteY0-236" fmla="*/ 865273 h 1892188"/>
              <a:gd name="connsiteX1-237" fmla="*/ 865299 w 1892189"/>
              <a:gd name="connsiteY1-238" fmla="*/ 35495 h 1892188"/>
              <a:gd name="connsiteX2-239" fmla="*/ 1026916 w 1892189"/>
              <a:gd name="connsiteY2-240" fmla="*/ 35520 h 1892188"/>
              <a:gd name="connsiteX3-241" fmla="*/ 1856694 w 1892189"/>
              <a:gd name="connsiteY3-242" fmla="*/ 865298 h 1892188"/>
              <a:gd name="connsiteX4-243" fmla="*/ 1856669 w 1892189"/>
              <a:gd name="connsiteY4-244" fmla="*/ 1026916 h 1892188"/>
              <a:gd name="connsiteX5-245" fmla="*/ 1026891 w 1892189"/>
              <a:gd name="connsiteY5-246" fmla="*/ 1856693 h 1892188"/>
              <a:gd name="connsiteX6-247" fmla="*/ 865274 w 1892189"/>
              <a:gd name="connsiteY6-248" fmla="*/ 1856668 h 1892188"/>
              <a:gd name="connsiteX7-249" fmla="*/ 35496 w 1892189"/>
              <a:gd name="connsiteY7-250" fmla="*/ 1026890 h 1892188"/>
              <a:gd name="connsiteX8-251" fmla="*/ 35521 w 1892189"/>
              <a:gd name="connsiteY8-252" fmla="*/ 865273 h 189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892189" h="1892188">
                <a:moveTo>
                  <a:pt x="35521" y="865273"/>
                </a:moveTo>
                <a:cubicBezTo>
                  <a:pt x="35521" y="865273"/>
                  <a:pt x="865299" y="35495"/>
                  <a:pt x="865299" y="35495"/>
                </a:cubicBezTo>
                <a:cubicBezTo>
                  <a:pt x="912643" y="-11849"/>
                  <a:pt x="979572" y="-11824"/>
                  <a:pt x="1026916" y="35520"/>
                </a:cubicBezTo>
                <a:cubicBezTo>
                  <a:pt x="1026916" y="35520"/>
                  <a:pt x="1856694" y="865298"/>
                  <a:pt x="1856694" y="865298"/>
                </a:cubicBezTo>
                <a:cubicBezTo>
                  <a:pt x="1904038" y="912642"/>
                  <a:pt x="1904013" y="979572"/>
                  <a:pt x="1856669" y="1026916"/>
                </a:cubicBezTo>
                <a:cubicBezTo>
                  <a:pt x="1856669" y="1026916"/>
                  <a:pt x="1026891" y="1856693"/>
                  <a:pt x="1026891" y="1856693"/>
                </a:cubicBezTo>
                <a:cubicBezTo>
                  <a:pt x="979547" y="1904037"/>
                  <a:pt x="912618" y="1904011"/>
                  <a:pt x="865274" y="1856668"/>
                </a:cubicBezTo>
                <a:cubicBezTo>
                  <a:pt x="865274" y="1856667"/>
                  <a:pt x="35496" y="1026889"/>
                  <a:pt x="35496" y="1026890"/>
                </a:cubicBezTo>
                <a:cubicBezTo>
                  <a:pt x="-11848" y="979545"/>
                  <a:pt x="-11823" y="912617"/>
                  <a:pt x="35521" y="865273"/>
                </a:cubicBezTo>
                <a:close/>
              </a:path>
            </a:pathLst>
          </a:custGeom>
          <a:solidFill>
            <a:schemeClr val="accent1">
              <a:lumMod val="40000"/>
              <a:lumOff val="60000"/>
              <a:alpha val="2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sym typeface="+mn-ea"/>
            </a:endParaRPr>
          </a:p>
        </p:txBody>
      </p:sp>
      <p:cxnSp>
        <p:nvCxnSpPr>
          <p:cNvPr id="73" name="直接连接符 72"/>
          <p:cNvCxnSpPr/>
          <p:nvPr>
            <p:custDataLst>
              <p:tags r:id="rId6"/>
            </p:custDataLst>
          </p:nvPr>
        </p:nvCxnSpPr>
        <p:spPr>
          <a:xfrm>
            <a:off x="608965" y="1818640"/>
            <a:ext cx="3843655" cy="0"/>
          </a:xfrm>
          <a:prstGeom prst="line">
            <a:avLst/>
          </a:prstGeom>
          <a:ln w="9525" cap="rnd">
            <a:solidFill>
              <a:schemeClr val="accent1">
                <a:alpha val="35000"/>
              </a:schemeClr>
            </a:solidFill>
            <a:round/>
          </a:ln>
        </p:spPr>
        <p:style>
          <a:lnRef idx="3">
            <a:schemeClr val="accent1"/>
          </a:lnRef>
          <a:fillRef idx="0">
            <a:srgbClr val="FFFFFF"/>
          </a:fillRef>
          <a:effectRef idx="0">
            <a:srgbClr val="FFFFFF"/>
          </a:effectRef>
          <a:fontRef idx="minor">
            <a:schemeClr val="tx1"/>
          </a:fontRef>
        </p:style>
      </p:cxnSp>
      <p:cxnSp>
        <p:nvCxnSpPr>
          <p:cNvPr id="74" name="直接连接符 73"/>
          <p:cNvCxnSpPr/>
          <p:nvPr>
            <p:custDataLst>
              <p:tags r:id="rId7"/>
            </p:custDataLst>
          </p:nvPr>
        </p:nvCxnSpPr>
        <p:spPr>
          <a:xfrm>
            <a:off x="2518410" y="1924685"/>
            <a:ext cx="7999095" cy="6350"/>
          </a:xfrm>
          <a:prstGeom prst="line">
            <a:avLst/>
          </a:prstGeom>
          <a:ln w="9525" cap="rnd">
            <a:solidFill>
              <a:schemeClr val="accent1">
                <a:alpha val="35000"/>
              </a:schemeClr>
            </a:solidFill>
            <a:round/>
          </a:ln>
        </p:spPr>
        <p:style>
          <a:lnRef idx="2">
            <a:schemeClr val="accent1"/>
          </a:lnRef>
          <a:fillRef idx="0">
            <a:srgbClr val="FFFFFF"/>
          </a:fillRef>
          <a:effectRef idx="0">
            <a:srgbClr val="FFFFFF"/>
          </a:effectRef>
          <a:fontRef idx="minor">
            <a:schemeClr val="tx1"/>
          </a:fontRef>
        </p:style>
      </p:cxnSp>
      <p:sp>
        <p:nvSpPr>
          <p:cNvPr id="5" name="任意多边形: 形状 1397"/>
          <p:cNvSpPr/>
          <p:nvPr>
            <p:custDataLst>
              <p:tags r:id="rId8"/>
            </p:custDataLst>
          </p:nvPr>
        </p:nvSpPr>
        <p:spPr>
          <a:xfrm>
            <a:off x="10650855" y="1641475"/>
            <a:ext cx="631190" cy="631190"/>
          </a:xfrm>
          <a:custGeom>
            <a:avLst/>
            <a:gdLst>
              <a:gd name="connsiteX0" fmla="*/ 35521 w 1877718"/>
              <a:gd name="connsiteY0" fmla="*/ 850803 h 1863247"/>
              <a:gd name="connsiteX1" fmla="*/ 865299 w 1877718"/>
              <a:gd name="connsiteY1" fmla="*/ 21025 h 1863247"/>
              <a:gd name="connsiteX2" fmla="*/ 1026916 w 1877718"/>
              <a:gd name="connsiteY2" fmla="*/ 21050 h 1863247"/>
              <a:gd name="connsiteX3" fmla="*/ 1856694 w 1877718"/>
              <a:gd name="connsiteY3" fmla="*/ 850828 h 1863247"/>
              <a:gd name="connsiteX4" fmla="*/ 1856669 w 1877718"/>
              <a:gd name="connsiteY4" fmla="*/ 1012446 h 1863247"/>
              <a:gd name="connsiteX5" fmla="*/ 1026891 w 1877718"/>
              <a:gd name="connsiteY5" fmla="*/ 1842223 h 1863247"/>
              <a:gd name="connsiteX6" fmla="*/ 865274 w 1877718"/>
              <a:gd name="connsiteY6" fmla="*/ 1842198 h 1863247"/>
              <a:gd name="connsiteX7" fmla="*/ 35496 w 1877718"/>
              <a:gd name="connsiteY7" fmla="*/ 1012420 h 1863247"/>
              <a:gd name="connsiteX8" fmla="*/ 35521 w 1877718"/>
              <a:gd name="connsiteY8" fmla="*/ 850803 h 1863247"/>
              <a:gd name="connsiteX0-1" fmla="*/ 35521 w 1877718"/>
              <a:gd name="connsiteY0-2" fmla="*/ 850803 h 1863247"/>
              <a:gd name="connsiteX1-3" fmla="*/ 865299 w 1877718"/>
              <a:gd name="connsiteY1-4" fmla="*/ 21025 h 1863247"/>
              <a:gd name="connsiteX2-5" fmla="*/ 1026916 w 1877718"/>
              <a:gd name="connsiteY2-6" fmla="*/ 21050 h 1863247"/>
              <a:gd name="connsiteX3-7" fmla="*/ 1856694 w 1877718"/>
              <a:gd name="connsiteY3-8" fmla="*/ 850828 h 1863247"/>
              <a:gd name="connsiteX4-9" fmla="*/ 1856669 w 1877718"/>
              <a:gd name="connsiteY4-10" fmla="*/ 1012446 h 1863247"/>
              <a:gd name="connsiteX5-11" fmla="*/ 1026891 w 1877718"/>
              <a:gd name="connsiteY5-12" fmla="*/ 1842223 h 1863247"/>
              <a:gd name="connsiteX6-13" fmla="*/ 865274 w 1877718"/>
              <a:gd name="connsiteY6-14" fmla="*/ 1842198 h 1863247"/>
              <a:gd name="connsiteX7-15" fmla="*/ 35496 w 1877718"/>
              <a:gd name="connsiteY7-16" fmla="*/ 1012420 h 1863247"/>
              <a:gd name="connsiteX8-17" fmla="*/ 35521 w 1877718"/>
              <a:gd name="connsiteY8-18" fmla="*/ 850803 h 1863247"/>
              <a:gd name="connsiteX0-19" fmla="*/ 35521 w 1877718"/>
              <a:gd name="connsiteY0-20" fmla="*/ 850813 h 1863257"/>
              <a:gd name="connsiteX1-21" fmla="*/ 865299 w 1877718"/>
              <a:gd name="connsiteY1-22" fmla="*/ 21035 h 1863257"/>
              <a:gd name="connsiteX2-23" fmla="*/ 1026916 w 1877718"/>
              <a:gd name="connsiteY2-24" fmla="*/ 21060 h 1863257"/>
              <a:gd name="connsiteX3-25" fmla="*/ 1856694 w 1877718"/>
              <a:gd name="connsiteY3-26" fmla="*/ 850838 h 1863257"/>
              <a:gd name="connsiteX4-27" fmla="*/ 1856669 w 1877718"/>
              <a:gd name="connsiteY4-28" fmla="*/ 1012456 h 1863257"/>
              <a:gd name="connsiteX5-29" fmla="*/ 1026891 w 1877718"/>
              <a:gd name="connsiteY5-30" fmla="*/ 1842233 h 1863257"/>
              <a:gd name="connsiteX6-31" fmla="*/ 865274 w 1877718"/>
              <a:gd name="connsiteY6-32" fmla="*/ 1842208 h 1863257"/>
              <a:gd name="connsiteX7-33" fmla="*/ 35496 w 1877718"/>
              <a:gd name="connsiteY7-34" fmla="*/ 1012430 h 1863257"/>
              <a:gd name="connsiteX8-35" fmla="*/ 35521 w 1877718"/>
              <a:gd name="connsiteY8-36" fmla="*/ 850813 h 1863257"/>
              <a:gd name="connsiteX0-37" fmla="*/ 35521 w 1877718"/>
              <a:gd name="connsiteY0-38" fmla="*/ 865273 h 1877717"/>
              <a:gd name="connsiteX1-39" fmla="*/ 865299 w 1877718"/>
              <a:gd name="connsiteY1-40" fmla="*/ 35495 h 1877717"/>
              <a:gd name="connsiteX2-41" fmla="*/ 1026916 w 1877718"/>
              <a:gd name="connsiteY2-42" fmla="*/ 35520 h 1877717"/>
              <a:gd name="connsiteX3-43" fmla="*/ 1856694 w 1877718"/>
              <a:gd name="connsiteY3-44" fmla="*/ 865298 h 1877717"/>
              <a:gd name="connsiteX4-45" fmla="*/ 1856669 w 1877718"/>
              <a:gd name="connsiteY4-46" fmla="*/ 1026916 h 1877717"/>
              <a:gd name="connsiteX5-47" fmla="*/ 1026891 w 1877718"/>
              <a:gd name="connsiteY5-48" fmla="*/ 1856693 h 1877717"/>
              <a:gd name="connsiteX6-49" fmla="*/ 865274 w 1877718"/>
              <a:gd name="connsiteY6-50" fmla="*/ 1856668 h 1877717"/>
              <a:gd name="connsiteX7-51" fmla="*/ 35496 w 1877718"/>
              <a:gd name="connsiteY7-52" fmla="*/ 1026890 h 1877717"/>
              <a:gd name="connsiteX8-53" fmla="*/ 35521 w 1877718"/>
              <a:gd name="connsiteY8-54" fmla="*/ 865273 h 1877717"/>
              <a:gd name="connsiteX0-55" fmla="*/ 35521 w 1877718"/>
              <a:gd name="connsiteY0-56" fmla="*/ 865273 h 1877717"/>
              <a:gd name="connsiteX1-57" fmla="*/ 865299 w 1877718"/>
              <a:gd name="connsiteY1-58" fmla="*/ 35495 h 1877717"/>
              <a:gd name="connsiteX2-59" fmla="*/ 1026916 w 1877718"/>
              <a:gd name="connsiteY2-60" fmla="*/ 35520 h 1877717"/>
              <a:gd name="connsiteX3-61" fmla="*/ 1856694 w 1877718"/>
              <a:gd name="connsiteY3-62" fmla="*/ 865298 h 1877717"/>
              <a:gd name="connsiteX4-63" fmla="*/ 1856669 w 1877718"/>
              <a:gd name="connsiteY4-64" fmla="*/ 1026916 h 1877717"/>
              <a:gd name="connsiteX5-65" fmla="*/ 1026891 w 1877718"/>
              <a:gd name="connsiteY5-66" fmla="*/ 1856693 h 1877717"/>
              <a:gd name="connsiteX6-67" fmla="*/ 865274 w 1877718"/>
              <a:gd name="connsiteY6-68" fmla="*/ 1856668 h 1877717"/>
              <a:gd name="connsiteX7-69" fmla="*/ 35496 w 1877718"/>
              <a:gd name="connsiteY7-70" fmla="*/ 1026890 h 1877717"/>
              <a:gd name="connsiteX8-71" fmla="*/ 35521 w 1877718"/>
              <a:gd name="connsiteY8-72" fmla="*/ 865273 h 1877717"/>
              <a:gd name="connsiteX0-73" fmla="*/ 35521 w 1877718"/>
              <a:gd name="connsiteY0-74" fmla="*/ 865273 h 1877717"/>
              <a:gd name="connsiteX1-75" fmla="*/ 865299 w 1877718"/>
              <a:gd name="connsiteY1-76" fmla="*/ 35495 h 1877717"/>
              <a:gd name="connsiteX2-77" fmla="*/ 1026916 w 1877718"/>
              <a:gd name="connsiteY2-78" fmla="*/ 35520 h 1877717"/>
              <a:gd name="connsiteX3-79" fmla="*/ 1856694 w 1877718"/>
              <a:gd name="connsiteY3-80" fmla="*/ 865298 h 1877717"/>
              <a:gd name="connsiteX4-81" fmla="*/ 1856669 w 1877718"/>
              <a:gd name="connsiteY4-82" fmla="*/ 1026916 h 1877717"/>
              <a:gd name="connsiteX5-83" fmla="*/ 1026891 w 1877718"/>
              <a:gd name="connsiteY5-84" fmla="*/ 1856693 h 1877717"/>
              <a:gd name="connsiteX6-85" fmla="*/ 865274 w 1877718"/>
              <a:gd name="connsiteY6-86" fmla="*/ 1856668 h 1877717"/>
              <a:gd name="connsiteX7-87" fmla="*/ 35496 w 1877718"/>
              <a:gd name="connsiteY7-88" fmla="*/ 1026890 h 1877717"/>
              <a:gd name="connsiteX8-89" fmla="*/ 35521 w 1877718"/>
              <a:gd name="connsiteY8-90" fmla="*/ 865273 h 1877717"/>
              <a:gd name="connsiteX0-91" fmla="*/ 35521 w 1877729"/>
              <a:gd name="connsiteY0-92" fmla="*/ 865273 h 1877717"/>
              <a:gd name="connsiteX1-93" fmla="*/ 865299 w 1877729"/>
              <a:gd name="connsiteY1-94" fmla="*/ 35495 h 1877717"/>
              <a:gd name="connsiteX2-95" fmla="*/ 1026916 w 1877729"/>
              <a:gd name="connsiteY2-96" fmla="*/ 35520 h 1877717"/>
              <a:gd name="connsiteX3-97" fmla="*/ 1856694 w 1877729"/>
              <a:gd name="connsiteY3-98" fmla="*/ 865298 h 1877717"/>
              <a:gd name="connsiteX4-99" fmla="*/ 1856669 w 1877729"/>
              <a:gd name="connsiteY4-100" fmla="*/ 1026916 h 1877717"/>
              <a:gd name="connsiteX5-101" fmla="*/ 1026891 w 1877729"/>
              <a:gd name="connsiteY5-102" fmla="*/ 1856693 h 1877717"/>
              <a:gd name="connsiteX6-103" fmla="*/ 865274 w 1877729"/>
              <a:gd name="connsiteY6-104" fmla="*/ 1856668 h 1877717"/>
              <a:gd name="connsiteX7-105" fmla="*/ 35496 w 1877729"/>
              <a:gd name="connsiteY7-106" fmla="*/ 1026890 h 1877717"/>
              <a:gd name="connsiteX8-107" fmla="*/ 35521 w 1877729"/>
              <a:gd name="connsiteY8-108" fmla="*/ 865273 h 1877717"/>
              <a:gd name="connsiteX0-109" fmla="*/ 35521 w 1892189"/>
              <a:gd name="connsiteY0-110" fmla="*/ 865273 h 1877717"/>
              <a:gd name="connsiteX1-111" fmla="*/ 865299 w 1892189"/>
              <a:gd name="connsiteY1-112" fmla="*/ 35495 h 1877717"/>
              <a:gd name="connsiteX2-113" fmla="*/ 1026916 w 1892189"/>
              <a:gd name="connsiteY2-114" fmla="*/ 35520 h 1877717"/>
              <a:gd name="connsiteX3-115" fmla="*/ 1856694 w 1892189"/>
              <a:gd name="connsiteY3-116" fmla="*/ 865298 h 1877717"/>
              <a:gd name="connsiteX4-117" fmla="*/ 1856669 w 1892189"/>
              <a:gd name="connsiteY4-118" fmla="*/ 1026916 h 1877717"/>
              <a:gd name="connsiteX5-119" fmla="*/ 1026891 w 1892189"/>
              <a:gd name="connsiteY5-120" fmla="*/ 1856693 h 1877717"/>
              <a:gd name="connsiteX6-121" fmla="*/ 865274 w 1892189"/>
              <a:gd name="connsiteY6-122" fmla="*/ 1856668 h 1877717"/>
              <a:gd name="connsiteX7-123" fmla="*/ 35496 w 1892189"/>
              <a:gd name="connsiteY7-124" fmla="*/ 1026890 h 1877717"/>
              <a:gd name="connsiteX8-125" fmla="*/ 35521 w 1892189"/>
              <a:gd name="connsiteY8-126" fmla="*/ 865273 h 1877717"/>
              <a:gd name="connsiteX0-127" fmla="*/ 35521 w 1892189"/>
              <a:gd name="connsiteY0-128" fmla="*/ 865273 h 1877717"/>
              <a:gd name="connsiteX1-129" fmla="*/ 865299 w 1892189"/>
              <a:gd name="connsiteY1-130" fmla="*/ 35495 h 1877717"/>
              <a:gd name="connsiteX2-131" fmla="*/ 1026916 w 1892189"/>
              <a:gd name="connsiteY2-132" fmla="*/ 35520 h 1877717"/>
              <a:gd name="connsiteX3-133" fmla="*/ 1856694 w 1892189"/>
              <a:gd name="connsiteY3-134" fmla="*/ 865298 h 1877717"/>
              <a:gd name="connsiteX4-135" fmla="*/ 1856669 w 1892189"/>
              <a:gd name="connsiteY4-136" fmla="*/ 1026916 h 1877717"/>
              <a:gd name="connsiteX5-137" fmla="*/ 1026891 w 1892189"/>
              <a:gd name="connsiteY5-138" fmla="*/ 1856693 h 1877717"/>
              <a:gd name="connsiteX6-139" fmla="*/ 865274 w 1892189"/>
              <a:gd name="connsiteY6-140" fmla="*/ 1856668 h 1877717"/>
              <a:gd name="connsiteX7-141" fmla="*/ 35496 w 1892189"/>
              <a:gd name="connsiteY7-142" fmla="*/ 1026890 h 1877717"/>
              <a:gd name="connsiteX8-143" fmla="*/ 35521 w 1892189"/>
              <a:gd name="connsiteY8-144" fmla="*/ 865273 h 1877717"/>
              <a:gd name="connsiteX0-145" fmla="*/ 35521 w 1892189"/>
              <a:gd name="connsiteY0-146" fmla="*/ 865273 h 1877717"/>
              <a:gd name="connsiteX1-147" fmla="*/ 865299 w 1892189"/>
              <a:gd name="connsiteY1-148" fmla="*/ 35495 h 1877717"/>
              <a:gd name="connsiteX2-149" fmla="*/ 1026916 w 1892189"/>
              <a:gd name="connsiteY2-150" fmla="*/ 35520 h 1877717"/>
              <a:gd name="connsiteX3-151" fmla="*/ 1856694 w 1892189"/>
              <a:gd name="connsiteY3-152" fmla="*/ 865298 h 1877717"/>
              <a:gd name="connsiteX4-153" fmla="*/ 1856669 w 1892189"/>
              <a:gd name="connsiteY4-154" fmla="*/ 1026916 h 1877717"/>
              <a:gd name="connsiteX5-155" fmla="*/ 1026891 w 1892189"/>
              <a:gd name="connsiteY5-156" fmla="*/ 1856693 h 1877717"/>
              <a:gd name="connsiteX6-157" fmla="*/ 865274 w 1892189"/>
              <a:gd name="connsiteY6-158" fmla="*/ 1856668 h 1877717"/>
              <a:gd name="connsiteX7-159" fmla="*/ 35496 w 1892189"/>
              <a:gd name="connsiteY7-160" fmla="*/ 1026890 h 1877717"/>
              <a:gd name="connsiteX8-161" fmla="*/ 35521 w 1892189"/>
              <a:gd name="connsiteY8-162" fmla="*/ 865273 h 1877717"/>
              <a:gd name="connsiteX0-163" fmla="*/ 35521 w 1892189"/>
              <a:gd name="connsiteY0-164" fmla="*/ 865273 h 1877728"/>
              <a:gd name="connsiteX1-165" fmla="*/ 865299 w 1892189"/>
              <a:gd name="connsiteY1-166" fmla="*/ 35495 h 1877728"/>
              <a:gd name="connsiteX2-167" fmla="*/ 1026916 w 1892189"/>
              <a:gd name="connsiteY2-168" fmla="*/ 35520 h 1877728"/>
              <a:gd name="connsiteX3-169" fmla="*/ 1856694 w 1892189"/>
              <a:gd name="connsiteY3-170" fmla="*/ 865298 h 1877728"/>
              <a:gd name="connsiteX4-171" fmla="*/ 1856669 w 1892189"/>
              <a:gd name="connsiteY4-172" fmla="*/ 1026916 h 1877728"/>
              <a:gd name="connsiteX5-173" fmla="*/ 1026891 w 1892189"/>
              <a:gd name="connsiteY5-174" fmla="*/ 1856693 h 1877728"/>
              <a:gd name="connsiteX6-175" fmla="*/ 865274 w 1892189"/>
              <a:gd name="connsiteY6-176" fmla="*/ 1856668 h 1877728"/>
              <a:gd name="connsiteX7-177" fmla="*/ 35496 w 1892189"/>
              <a:gd name="connsiteY7-178" fmla="*/ 1026890 h 1877728"/>
              <a:gd name="connsiteX8-179" fmla="*/ 35521 w 1892189"/>
              <a:gd name="connsiteY8-180" fmla="*/ 865273 h 1877728"/>
              <a:gd name="connsiteX0-181" fmla="*/ 35521 w 1892189"/>
              <a:gd name="connsiteY0-182" fmla="*/ 865273 h 1892188"/>
              <a:gd name="connsiteX1-183" fmla="*/ 865299 w 1892189"/>
              <a:gd name="connsiteY1-184" fmla="*/ 35495 h 1892188"/>
              <a:gd name="connsiteX2-185" fmla="*/ 1026916 w 1892189"/>
              <a:gd name="connsiteY2-186" fmla="*/ 35520 h 1892188"/>
              <a:gd name="connsiteX3-187" fmla="*/ 1856694 w 1892189"/>
              <a:gd name="connsiteY3-188" fmla="*/ 865298 h 1892188"/>
              <a:gd name="connsiteX4-189" fmla="*/ 1856669 w 1892189"/>
              <a:gd name="connsiteY4-190" fmla="*/ 1026916 h 1892188"/>
              <a:gd name="connsiteX5-191" fmla="*/ 1026891 w 1892189"/>
              <a:gd name="connsiteY5-192" fmla="*/ 1856693 h 1892188"/>
              <a:gd name="connsiteX6-193" fmla="*/ 865274 w 1892189"/>
              <a:gd name="connsiteY6-194" fmla="*/ 1856668 h 1892188"/>
              <a:gd name="connsiteX7-195" fmla="*/ 35496 w 1892189"/>
              <a:gd name="connsiteY7-196" fmla="*/ 1026890 h 1892188"/>
              <a:gd name="connsiteX8-197" fmla="*/ 35521 w 1892189"/>
              <a:gd name="connsiteY8-198" fmla="*/ 865273 h 1892188"/>
              <a:gd name="connsiteX0-199" fmla="*/ 35521 w 1892189"/>
              <a:gd name="connsiteY0-200" fmla="*/ 865273 h 1892188"/>
              <a:gd name="connsiteX1-201" fmla="*/ 865299 w 1892189"/>
              <a:gd name="connsiteY1-202" fmla="*/ 35495 h 1892188"/>
              <a:gd name="connsiteX2-203" fmla="*/ 1026916 w 1892189"/>
              <a:gd name="connsiteY2-204" fmla="*/ 35520 h 1892188"/>
              <a:gd name="connsiteX3-205" fmla="*/ 1856694 w 1892189"/>
              <a:gd name="connsiteY3-206" fmla="*/ 865298 h 1892188"/>
              <a:gd name="connsiteX4-207" fmla="*/ 1856669 w 1892189"/>
              <a:gd name="connsiteY4-208" fmla="*/ 1026916 h 1892188"/>
              <a:gd name="connsiteX5-209" fmla="*/ 1026891 w 1892189"/>
              <a:gd name="connsiteY5-210" fmla="*/ 1856693 h 1892188"/>
              <a:gd name="connsiteX6-211" fmla="*/ 865274 w 1892189"/>
              <a:gd name="connsiteY6-212" fmla="*/ 1856668 h 1892188"/>
              <a:gd name="connsiteX7-213" fmla="*/ 35496 w 1892189"/>
              <a:gd name="connsiteY7-214" fmla="*/ 1026890 h 1892188"/>
              <a:gd name="connsiteX8-215" fmla="*/ 35521 w 1892189"/>
              <a:gd name="connsiteY8-216" fmla="*/ 865273 h 1892188"/>
              <a:gd name="connsiteX0-217" fmla="*/ 35521 w 1892189"/>
              <a:gd name="connsiteY0-218" fmla="*/ 865273 h 1892188"/>
              <a:gd name="connsiteX1-219" fmla="*/ 865299 w 1892189"/>
              <a:gd name="connsiteY1-220" fmla="*/ 35495 h 1892188"/>
              <a:gd name="connsiteX2-221" fmla="*/ 1026916 w 1892189"/>
              <a:gd name="connsiteY2-222" fmla="*/ 35520 h 1892188"/>
              <a:gd name="connsiteX3-223" fmla="*/ 1856694 w 1892189"/>
              <a:gd name="connsiteY3-224" fmla="*/ 865298 h 1892188"/>
              <a:gd name="connsiteX4-225" fmla="*/ 1856669 w 1892189"/>
              <a:gd name="connsiteY4-226" fmla="*/ 1026916 h 1892188"/>
              <a:gd name="connsiteX5-227" fmla="*/ 1026891 w 1892189"/>
              <a:gd name="connsiteY5-228" fmla="*/ 1856693 h 1892188"/>
              <a:gd name="connsiteX6-229" fmla="*/ 865274 w 1892189"/>
              <a:gd name="connsiteY6-230" fmla="*/ 1856668 h 1892188"/>
              <a:gd name="connsiteX7-231" fmla="*/ 35496 w 1892189"/>
              <a:gd name="connsiteY7-232" fmla="*/ 1026890 h 1892188"/>
              <a:gd name="connsiteX8-233" fmla="*/ 35521 w 1892189"/>
              <a:gd name="connsiteY8-234" fmla="*/ 865273 h 1892188"/>
              <a:gd name="connsiteX0-235" fmla="*/ 35521 w 1892189"/>
              <a:gd name="connsiteY0-236" fmla="*/ 865273 h 1892188"/>
              <a:gd name="connsiteX1-237" fmla="*/ 865299 w 1892189"/>
              <a:gd name="connsiteY1-238" fmla="*/ 35495 h 1892188"/>
              <a:gd name="connsiteX2-239" fmla="*/ 1026916 w 1892189"/>
              <a:gd name="connsiteY2-240" fmla="*/ 35520 h 1892188"/>
              <a:gd name="connsiteX3-241" fmla="*/ 1856694 w 1892189"/>
              <a:gd name="connsiteY3-242" fmla="*/ 865298 h 1892188"/>
              <a:gd name="connsiteX4-243" fmla="*/ 1856669 w 1892189"/>
              <a:gd name="connsiteY4-244" fmla="*/ 1026916 h 1892188"/>
              <a:gd name="connsiteX5-245" fmla="*/ 1026891 w 1892189"/>
              <a:gd name="connsiteY5-246" fmla="*/ 1856693 h 1892188"/>
              <a:gd name="connsiteX6-247" fmla="*/ 865274 w 1892189"/>
              <a:gd name="connsiteY6-248" fmla="*/ 1856668 h 1892188"/>
              <a:gd name="connsiteX7-249" fmla="*/ 35496 w 1892189"/>
              <a:gd name="connsiteY7-250" fmla="*/ 1026890 h 1892188"/>
              <a:gd name="connsiteX8-251" fmla="*/ 35521 w 1892189"/>
              <a:gd name="connsiteY8-252" fmla="*/ 865273 h 189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892189" h="1892188">
                <a:moveTo>
                  <a:pt x="35521" y="865273"/>
                </a:moveTo>
                <a:cubicBezTo>
                  <a:pt x="35521" y="865273"/>
                  <a:pt x="865299" y="35495"/>
                  <a:pt x="865299" y="35495"/>
                </a:cubicBezTo>
                <a:cubicBezTo>
                  <a:pt x="912643" y="-11849"/>
                  <a:pt x="979572" y="-11824"/>
                  <a:pt x="1026916" y="35520"/>
                </a:cubicBezTo>
                <a:cubicBezTo>
                  <a:pt x="1026916" y="35520"/>
                  <a:pt x="1856694" y="865298"/>
                  <a:pt x="1856694" y="865298"/>
                </a:cubicBezTo>
                <a:cubicBezTo>
                  <a:pt x="1904038" y="912642"/>
                  <a:pt x="1904013" y="979572"/>
                  <a:pt x="1856669" y="1026916"/>
                </a:cubicBezTo>
                <a:cubicBezTo>
                  <a:pt x="1856669" y="1026916"/>
                  <a:pt x="1026891" y="1856693"/>
                  <a:pt x="1026891" y="1856693"/>
                </a:cubicBezTo>
                <a:cubicBezTo>
                  <a:pt x="979547" y="1904037"/>
                  <a:pt x="912618" y="1904011"/>
                  <a:pt x="865274" y="1856668"/>
                </a:cubicBezTo>
                <a:cubicBezTo>
                  <a:pt x="865274" y="1856667"/>
                  <a:pt x="35496" y="1026889"/>
                  <a:pt x="35496" y="1026890"/>
                </a:cubicBezTo>
                <a:cubicBezTo>
                  <a:pt x="-11848" y="979545"/>
                  <a:pt x="-11823" y="912617"/>
                  <a:pt x="35521" y="865273"/>
                </a:cubicBezTo>
                <a:close/>
              </a:path>
            </a:pathLst>
          </a:custGeom>
          <a:solidFill>
            <a:schemeClr val="accent1">
              <a:alpha val="2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6" name="任意多边形: 形状 1397"/>
          <p:cNvSpPr/>
          <p:nvPr>
            <p:custDataLst>
              <p:tags r:id="rId9"/>
            </p:custDataLst>
          </p:nvPr>
        </p:nvSpPr>
        <p:spPr>
          <a:xfrm>
            <a:off x="11108055" y="1759585"/>
            <a:ext cx="395605" cy="395605"/>
          </a:xfrm>
          <a:custGeom>
            <a:avLst/>
            <a:gdLst>
              <a:gd name="connsiteX0" fmla="*/ 35521 w 1877718"/>
              <a:gd name="connsiteY0" fmla="*/ 850803 h 1863247"/>
              <a:gd name="connsiteX1" fmla="*/ 865299 w 1877718"/>
              <a:gd name="connsiteY1" fmla="*/ 21025 h 1863247"/>
              <a:gd name="connsiteX2" fmla="*/ 1026916 w 1877718"/>
              <a:gd name="connsiteY2" fmla="*/ 21050 h 1863247"/>
              <a:gd name="connsiteX3" fmla="*/ 1856694 w 1877718"/>
              <a:gd name="connsiteY3" fmla="*/ 850828 h 1863247"/>
              <a:gd name="connsiteX4" fmla="*/ 1856669 w 1877718"/>
              <a:gd name="connsiteY4" fmla="*/ 1012446 h 1863247"/>
              <a:gd name="connsiteX5" fmla="*/ 1026891 w 1877718"/>
              <a:gd name="connsiteY5" fmla="*/ 1842223 h 1863247"/>
              <a:gd name="connsiteX6" fmla="*/ 865274 w 1877718"/>
              <a:gd name="connsiteY6" fmla="*/ 1842198 h 1863247"/>
              <a:gd name="connsiteX7" fmla="*/ 35496 w 1877718"/>
              <a:gd name="connsiteY7" fmla="*/ 1012420 h 1863247"/>
              <a:gd name="connsiteX8" fmla="*/ 35521 w 1877718"/>
              <a:gd name="connsiteY8" fmla="*/ 850803 h 1863247"/>
              <a:gd name="connsiteX0-1" fmla="*/ 35521 w 1877718"/>
              <a:gd name="connsiteY0-2" fmla="*/ 850803 h 1863247"/>
              <a:gd name="connsiteX1-3" fmla="*/ 865299 w 1877718"/>
              <a:gd name="connsiteY1-4" fmla="*/ 21025 h 1863247"/>
              <a:gd name="connsiteX2-5" fmla="*/ 1026916 w 1877718"/>
              <a:gd name="connsiteY2-6" fmla="*/ 21050 h 1863247"/>
              <a:gd name="connsiteX3-7" fmla="*/ 1856694 w 1877718"/>
              <a:gd name="connsiteY3-8" fmla="*/ 850828 h 1863247"/>
              <a:gd name="connsiteX4-9" fmla="*/ 1856669 w 1877718"/>
              <a:gd name="connsiteY4-10" fmla="*/ 1012446 h 1863247"/>
              <a:gd name="connsiteX5-11" fmla="*/ 1026891 w 1877718"/>
              <a:gd name="connsiteY5-12" fmla="*/ 1842223 h 1863247"/>
              <a:gd name="connsiteX6-13" fmla="*/ 865274 w 1877718"/>
              <a:gd name="connsiteY6-14" fmla="*/ 1842198 h 1863247"/>
              <a:gd name="connsiteX7-15" fmla="*/ 35496 w 1877718"/>
              <a:gd name="connsiteY7-16" fmla="*/ 1012420 h 1863247"/>
              <a:gd name="connsiteX8-17" fmla="*/ 35521 w 1877718"/>
              <a:gd name="connsiteY8-18" fmla="*/ 850803 h 1863247"/>
              <a:gd name="connsiteX0-19" fmla="*/ 35521 w 1877718"/>
              <a:gd name="connsiteY0-20" fmla="*/ 850813 h 1863257"/>
              <a:gd name="connsiteX1-21" fmla="*/ 865299 w 1877718"/>
              <a:gd name="connsiteY1-22" fmla="*/ 21035 h 1863257"/>
              <a:gd name="connsiteX2-23" fmla="*/ 1026916 w 1877718"/>
              <a:gd name="connsiteY2-24" fmla="*/ 21060 h 1863257"/>
              <a:gd name="connsiteX3-25" fmla="*/ 1856694 w 1877718"/>
              <a:gd name="connsiteY3-26" fmla="*/ 850838 h 1863257"/>
              <a:gd name="connsiteX4-27" fmla="*/ 1856669 w 1877718"/>
              <a:gd name="connsiteY4-28" fmla="*/ 1012456 h 1863257"/>
              <a:gd name="connsiteX5-29" fmla="*/ 1026891 w 1877718"/>
              <a:gd name="connsiteY5-30" fmla="*/ 1842233 h 1863257"/>
              <a:gd name="connsiteX6-31" fmla="*/ 865274 w 1877718"/>
              <a:gd name="connsiteY6-32" fmla="*/ 1842208 h 1863257"/>
              <a:gd name="connsiteX7-33" fmla="*/ 35496 w 1877718"/>
              <a:gd name="connsiteY7-34" fmla="*/ 1012430 h 1863257"/>
              <a:gd name="connsiteX8-35" fmla="*/ 35521 w 1877718"/>
              <a:gd name="connsiteY8-36" fmla="*/ 850813 h 1863257"/>
              <a:gd name="connsiteX0-37" fmla="*/ 35521 w 1877718"/>
              <a:gd name="connsiteY0-38" fmla="*/ 865273 h 1877717"/>
              <a:gd name="connsiteX1-39" fmla="*/ 865299 w 1877718"/>
              <a:gd name="connsiteY1-40" fmla="*/ 35495 h 1877717"/>
              <a:gd name="connsiteX2-41" fmla="*/ 1026916 w 1877718"/>
              <a:gd name="connsiteY2-42" fmla="*/ 35520 h 1877717"/>
              <a:gd name="connsiteX3-43" fmla="*/ 1856694 w 1877718"/>
              <a:gd name="connsiteY3-44" fmla="*/ 865298 h 1877717"/>
              <a:gd name="connsiteX4-45" fmla="*/ 1856669 w 1877718"/>
              <a:gd name="connsiteY4-46" fmla="*/ 1026916 h 1877717"/>
              <a:gd name="connsiteX5-47" fmla="*/ 1026891 w 1877718"/>
              <a:gd name="connsiteY5-48" fmla="*/ 1856693 h 1877717"/>
              <a:gd name="connsiteX6-49" fmla="*/ 865274 w 1877718"/>
              <a:gd name="connsiteY6-50" fmla="*/ 1856668 h 1877717"/>
              <a:gd name="connsiteX7-51" fmla="*/ 35496 w 1877718"/>
              <a:gd name="connsiteY7-52" fmla="*/ 1026890 h 1877717"/>
              <a:gd name="connsiteX8-53" fmla="*/ 35521 w 1877718"/>
              <a:gd name="connsiteY8-54" fmla="*/ 865273 h 1877717"/>
              <a:gd name="connsiteX0-55" fmla="*/ 35521 w 1877718"/>
              <a:gd name="connsiteY0-56" fmla="*/ 865273 h 1877717"/>
              <a:gd name="connsiteX1-57" fmla="*/ 865299 w 1877718"/>
              <a:gd name="connsiteY1-58" fmla="*/ 35495 h 1877717"/>
              <a:gd name="connsiteX2-59" fmla="*/ 1026916 w 1877718"/>
              <a:gd name="connsiteY2-60" fmla="*/ 35520 h 1877717"/>
              <a:gd name="connsiteX3-61" fmla="*/ 1856694 w 1877718"/>
              <a:gd name="connsiteY3-62" fmla="*/ 865298 h 1877717"/>
              <a:gd name="connsiteX4-63" fmla="*/ 1856669 w 1877718"/>
              <a:gd name="connsiteY4-64" fmla="*/ 1026916 h 1877717"/>
              <a:gd name="connsiteX5-65" fmla="*/ 1026891 w 1877718"/>
              <a:gd name="connsiteY5-66" fmla="*/ 1856693 h 1877717"/>
              <a:gd name="connsiteX6-67" fmla="*/ 865274 w 1877718"/>
              <a:gd name="connsiteY6-68" fmla="*/ 1856668 h 1877717"/>
              <a:gd name="connsiteX7-69" fmla="*/ 35496 w 1877718"/>
              <a:gd name="connsiteY7-70" fmla="*/ 1026890 h 1877717"/>
              <a:gd name="connsiteX8-71" fmla="*/ 35521 w 1877718"/>
              <a:gd name="connsiteY8-72" fmla="*/ 865273 h 1877717"/>
              <a:gd name="connsiteX0-73" fmla="*/ 35521 w 1877718"/>
              <a:gd name="connsiteY0-74" fmla="*/ 865273 h 1877717"/>
              <a:gd name="connsiteX1-75" fmla="*/ 865299 w 1877718"/>
              <a:gd name="connsiteY1-76" fmla="*/ 35495 h 1877717"/>
              <a:gd name="connsiteX2-77" fmla="*/ 1026916 w 1877718"/>
              <a:gd name="connsiteY2-78" fmla="*/ 35520 h 1877717"/>
              <a:gd name="connsiteX3-79" fmla="*/ 1856694 w 1877718"/>
              <a:gd name="connsiteY3-80" fmla="*/ 865298 h 1877717"/>
              <a:gd name="connsiteX4-81" fmla="*/ 1856669 w 1877718"/>
              <a:gd name="connsiteY4-82" fmla="*/ 1026916 h 1877717"/>
              <a:gd name="connsiteX5-83" fmla="*/ 1026891 w 1877718"/>
              <a:gd name="connsiteY5-84" fmla="*/ 1856693 h 1877717"/>
              <a:gd name="connsiteX6-85" fmla="*/ 865274 w 1877718"/>
              <a:gd name="connsiteY6-86" fmla="*/ 1856668 h 1877717"/>
              <a:gd name="connsiteX7-87" fmla="*/ 35496 w 1877718"/>
              <a:gd name="connsiteY7-88" fmla="*/ 1026890 h 1877717"/>
              <a:gd name="connsiteX8-89" fmla="*/ 35521 w 1877718"/>
              <a:gd name="connsiteY8-90" fmla="*/ 865273 h 1877717"/>
              <a:gd name="connsiteX0-91" fmla="*/ 35521 w 1877729"/>
              <a:gd name="connsiteY0-92" fmla="*/ 865273 h 1877717"/>
              <a:gd name="connsiteX1-93" fmla="*/ 865299 w 1877729"/>
              <a:gd name="connsiteY1-94" fmla="*/ 35495 h 1877717"/>
              <a:gd name="connsiteX2-95" fmla="*/ 1026916 w 1877729"/>
              <a:gd name="connsiteY2-96" fmla="*/ 35520 h 1877717"/>
              <a:gd name="connsiteX3-97" fmla="*/ 1856694 w 1877729"/>
              <a:gd name="connsiteY3-98" fmla="*/ 865298 h 1877717"/>
              <a:gd name="connsiteX4-99" fmla="*/ 1856669 w 1877729"/>
              <a:gd name="connsiteY4-100" fmla="*/ 1026916 h 1877717"/>
              <a:gd name="connsiteX5-101" fmla="*/ 1026891 w 1877729"/>
              <a:gd name="connsiteY5-102" fmla="*/ 1856693 h 1877717"/>
              <a:gd name="connsiteX6-103" fmla="*/ 865274 w 1877729"/>
              <a:gd name="connsiteY6-104" fmla="*/ 1856668 h 1877717"/>
              <a:gd name="connsiteX7-105" fmla="*/ 35496 w 1877729"/>
              <a:gd name="connsiteY7-106" fmla="*/ 1026890 h 1877717"/>
              <a:gd name="connsiteX8-107" fmla="*/ 35521 w 1877729"/>
              <a:gd name="connsiteY8-108" fmla="*/ 865273 h 1877717"/>
              <a:gd name="connsiteX0-109" fmla="*/ 35521 w 1892189"/>
              <a:gd name="connsiteY0-110" fmla="*/ 865273 h 1877717"/>
              <a:gd name="connsiteX1-111" fmla="*/ 865299 w 1892189"/>
              <a:gd name="connsiteY1-112" fmla="*/ 35495 h 1877717"/>
              <a:gd name="connsiteX2-113" fmla="*/ 1026916 w 1892189"/>
              <a:gd name="connsiteY2-114" fmla="*/ 35520 h 1877717"/>
              <a:gd name="connsiteX3-115" fmla="*/ 1856694 w 1892189"/>
              <a:gd name="connsiteY3-116" fmla="*/ 865298 h 1877717"/>
              <a:gd name="connsiteX4-117" fmla="*/ 1856669 w 1892189"/>
              <a:gd name="connsiteY4-118" fmla="*/ 1026916 h 1877717"/>
              <a:gd name="connsiteX5-119" fmla="*/ 1026891 w 1892189"/>
              <a:gd name="connsiteY5-120" fmla="*/ 1856693 h 1877717"/>
              <a:gd name="connsiteX6-121" fmla="*/ 865274 w 1892189"/>
              <a:gd name="connsiteY6-122" fmla="*/ 1856668 h 1877717"/>
              <a:gd name="connsiteX7-123" fmla="*/ 35496 w 1892189"/>
              <a:gd name="connsiteY7-124" fmla="*/ 1026890 h 1877717"/>
              <a:gd name="connsiteX8-125" fmla="*/ 35521 w 1892189"/>
              <a:gd name="connsiteY8-126" fmla="*/ 865273 h 1877717"/>
              <a:gd name="connsiteX0-127" fmla="*/ 35521 w 1892189"/>
              <a:gd name="connsiteY0-128" fmla="*/ 865273 h 1877717"/>
              <a:gd name="connsiteX1-129" fmla="*/ 865299 w 1892189"/>
              <a:gd name="connsiteY1-130" fmla="*/ 35495 h 1877717"/>
              <a:gd name="connsiteX2-131" fmla="*/ 1026916 w 1892189"/>
              <a:gd name="connsiteY2-132" fmla="*/ 35520 h 1877717"/>
              <a:gd name="connsiteX3-133" fmla="*/ 1856694 w 1892189"/>
              <a:gd name="connsiteY3-134" fmla="*/ 865298 h 1877717"/>
              <a:gd name="connsiteX4-135" fmla="*/ 1856669 w 1892189"/>
              <a:gd name="connsiteY4-136" fmla="*/ 1026916 h 1877717"/>
              <a:gd name="connsiteX5-137" fmla="*/ 1026891 w 1892189"/>
              <a:gd name="connsiteY5-138" fmla="*/ 1856693 h 1877717"/>
              <a:gd name="connsiteX6-139" fmla="*/ 865274 w 1892189"/>
              <a:gd name="connsiteY6-140" fmla="*/ 1856668 h 1877717"/>
              <a:gd name="connsiteX7-141" fmla="*/ 35496 w 1892189"/>
              <a:gd name="connsiteY7-142" fmla="*/ 1026890 h 1877717"/>
              <a:gd name="connsiteX8-143" fmla="*/ 35521 w 1892189"/>
              <a:gd name="connsiteY8-144" fmla="*/ 865273 h 1877717"/>
              <a:gd name="connsiteX0-145" fmla="*/ 35521 w 1892189"/>
              <a:gd name="connsiteY0-146" fmla="*/ 865273 h 1877717"/>
              <a:gd name="connsiteX1-147" fmla="*/ 865299 w 1892189"/>
              <a:gd name="connsiteY1-148" fmla="*/ 35495 h 1877717"/>
              <a:gd name="connsiteX2-149" fmla="*/ 1026916 w 1892189"/>
              <a:gd name="connsiteY2-150" fmla="*/ 35520 h 1877717"/>
              <a:gd name="connsiteX3-151" fmla="*/ 1856694 w 1892189"/>
              <a:gd name="connsiteY3-152" fmla="*/ 865298 h 1877717"/>
              <a:gd name="connsiteX4-153" fmla="*/ 1856669 w 1892189"/>
              <a:gd name="connsiteY4-154" fmla="*/ 1026916 h 1877717"/>
              <a:gd name="connsiteX5-155" fmla="*/ 1026891 w 1892189"/>
              <a:gd name="connsiteY5-156" fmla="*/ 1856693 h 1877717"/>
              <a:gd name="connsiteX6-157" fmla="*/ 865274 w 1892189"/>
              <a:gd name="connsiteY6-158" fmla="*/ 1856668 h 1877717"/>
              <a:gd name="connsiteX7-159" fmla="*/ 35496 w 1892189"/>
              <a:gd name="connsiteY7-160" fmla="*/ 1026890 h 1877717"/>
              <a:gd name="connsiteX8-161" fmla="*/ 35521 w 1892189"/>
              <a:gd name="connsiteY8-162" fmla="*/ 865273 h 1877717"/>
              <a:gd name="connsiteX0-163" fmla="*/ 35521 w 1892189"/>
              <a:gd name="connsiteY0-164" fmla="*/ 865273 h 1877728"/>
              <a:gd name="connsiteX1-165" fmla="*/ 865299 w 1892189"/>
              <a:gd name="connsiteY1-166" fmla="*/ 35495 h 1877728"/>
              <a:gd name="connsiteX2-167" fmla="*/ 1026916 w 1892189"/>
              <a:gd name="connsiteY2-168" fmla="*/ 35520 h 1877728"/>
              <a:gd name="connsiteX3-169" fmla="*/ 1856694 w 1892189"/>
              <a:gd name="connsiteY3-170" fmla="*/ 865298 h 1877728"/>
              <a:gd name="connsiteX4-171" fmla="*/ 1856669 w 1892189"/>
              <a:gd name="connsiteY4-172" fmla="*/ 1026916 h 1877728"/>
              <a:gd name="connsiteX5-173" fmla="*/ 1026891 w 1892189"/>
              <a:gd name="connsiteY5-174" fmla="*/ 1856693 h 1877728"/>
              <a:gd name="connsiteX6-175" fmla="*/ 865274 w 1892189"/>
              <a:gd name="connsiteY6-176" fmla="*/ 1856668 h 1877728"/>
              <a:gd name="connsiteX7-177" fmla="*/ 35496 w 1892189"/>
              <a:gd name="connsiteY7-178" fmla="*/ 1026890 h 1877728"/>
              <a:gd name="connsiteX8-179" fmla="*/ 35521 w 1892189"/>
              <a:gd name="connsiteY8-180" fmla="*/ 865273 h 1877728"/>
              <a:gd name="connsiteX0-181" fmla="*/ 35521 w 1892189"/>
              <a:gd name="connsiteY0-182" fmla="*/ 865273 h 1892188"/>
              <a:gd name="connsiteX1-183" fmla="*/ 865299 w 1892189"/>
              <a:gd name="connsiteY1-184" fmla="*/ 35495 h 1892188"/>
              <a:gd name="connsiteX2-185" fmla="*/ 1026916 w 1892189"/>
              <a:gd name="connsiteY2-186" fmla="*/ 35520 h 1892188"/>
              <a:gd name="connsiteX3-187" fmla="*/ 1856694 w 1892189"/>
              <a:gd name="connsiteY3-188" fmla="*/ 865298 h 1892188"/>
              <a:gd name="connsiteX4-189" fmla="*/ 1856669 w 1892189"/>
              <a:gd name="connsiteY4-190" fmla="*/ 1026916 h 1892188"/>
              <a:gd name="connsiteX5-191" fmla="*/ 1026891 w 1892189"/>
              <a:gd name="connsiteY5-192" fmla="*/ 1856693 h 1892188"/>
              <a:gd name="connsiteX6-193" fmla="*/ 865274 w 1892189"/>
              <a:gd name="connsiteY6-194" fmla="*/ 1856668 h 1892188"/>
              <a:gd name="connsiteX7-195" fmla="*/ 35496 w 1892189"/>
              <a:gd name="connsiteY7-196" fmla="*/ 1026890 h 1892188"/>
              <a:gd name="connsiteX8-197" fmla="*/ 35521 w 1892189"/>
              <a:gd name="connsiteY8-198" fmla="*/ 865273 h 1892188"/>
              <a:gd name="connsiteX0-199" fmla="*/ 35521 w 1892189"/>
              <a:gd name="connsiteY0-200" fmla="*/ 865273 h 1892188"/>
              <a:gd name="connsiteX1-201" fmla="*/ 865299 w 1892189"/>
              <a:gd name="connsiteY1-202" fmla="*/ 35495 h 1892188"/>
              <a:gd name="connsiteX2-203" fmla="*/ 1026916 w 1892189"/>
              <a:gd name="connsiteY2-204" fmla="*/ 35520 h 1892188"/>
              <a:gd name="connsiteX3-205" fmla="*/ 1856694 w 1892189"/>
              <a:gd name="connsiteY3-206" fmla="*/ 865298 h 1892188"/>
              <a:gd name="connsiteX4-207" fmla="*/ 1856669 w 1892189"/>
              <a:gd name="connsiteY4-208" fmla="*/ 1026916 h 1892188"/>
              <a:gd name="connsiteX5-209" fmla="*/ 1026891 w 1892189"/>
              <a:gd name="connsiteY5-210" fmla="*/ 1856693 h 1892188"/>
              <a:gd name="connsiteX6-211" fmla="*/ 865274 w 1892189"/>
              <a:gd name="connsiteY6-212" fmla="*/ 1856668 h 1892188"/>
              <a:gd name="connsiteX7-213" fmla="*/ 35496 w 1892189"/>
              <a:gd name="connsiteY7-214" fmla="*/ 1026890 h 1892188"/>
              <a:gd name="connsiteX8-215" fmla="*/ 35521 w 1892189"/>
              <a:gd name="connsiteY8-216" fmla="*/ 865273 h 1892188"/>
              <a:gd name="connsiteX0-217" fmla="*/ 35521 w 1892189"/>
              <a:gd name="connsiteY0-218" fmla="*/ 865273 h 1892188"/>
              <a:gd name="connsiteX1-219" fmla="*/ 865299 w 1892189"/>
              <a:gd name="connsiteY1-220" fmla="*/ 35495 h 1892188"/>
              <a:gd name="connsiteX2-221" fmla="*/ 1026916 w 1892189"/>
              <a:gd name="connsiteY2-222" fmla="*/ 35520 h 1892188"/>
              <a:gd name="connsiteX3-223" fmla="*/ 1856694 w 1892189"/>
              <a:gd name="connsiteY3-224" fmla="*/ 865298 h 1892188"/>
              <a:gd name="connsiteX4-225" fmla="*/ 1856669 w 1892189"/>
              <a:gd name="connsiteY4-226" fmla="*/ 1026916 h 1892188"/>
              <a:gd name="connsiteX5-227" fmla="*/ 1026891 w 1892189"/>
              <a:gd name="connsiteY5-228" fmla="*/ 1856693 h 1892188"/>
              <a:gd name="connsiteX6-229" fmla="*/ 865274 w 1892189"/>
              <a:gd name="connsiteY6-230" fmla="*/ 1856668 h 1892188"/>
              <a:gd name="connsiteX7-231" fmla="*/ 35496 w 1892189"/>
              <a:gd name="connsiteY7-232" fmla="*/ 1026890 h 1892188"/>
              <a:gd name="connsiteX8-233" fmla="*/ 35521 w 1892189"/>
              <a:gd name="connsiteY8-234" fmla="*/ 865273 h 1892188"/>
              <a:gd name="connsiteX0-235" fmla="*/ 35521 w 1892189"/>
              <a:gd name="connsiteY0-236" fmla="*/ 865273 h 1892188"/>
              <a:gd name="connsiteX1-237" fmla="*/ 865299 w 1892189"/>
              <a:gd name="connsiteY1-238" fmla="*/ 35495 h 1892188"/>
              <a:gd name="connsiteX2-239" fmla="*/ 1026916 w 1892189"/>
              <a:gd name="connsiteY2-240" fmla="*/ 35520 h 1892188"/>
              <a:gd name="connsiteX3-241" fmla="*/ 1856694 w 1892189"/>
              <a:gd name="connsiteY3-242" fmla="*/ 865298 h 1892188"/>
              <a:gd name="connsiteX4-243" fmla="*/ 1856669 w 1892189"/>
              <a:gd name="connsiteY4-244" fmla="*/ 1026916 h 1892188"/>
              <a:gd name="connsiteX5-245" fmla="*/ 1026891 w 1892189"/>
              <a:gd name="connsiteY5-246" fmla="*/ 1856693 h 1892188"/>
              <a:gd name="connsiteX6-247" fmla="*/ 865274 w 1892189"/>
              <a:gd name="connsiteY6-248" fmla="*/ 1856668 h 1892188"/>
              <a:gd name="connsiteX7-249" fmla="*/ 35496 w 1892189"/>
              <a:gd name="connsiteY7-250" fmla="*/ 1026890 h 1892188"/>
              <a:gd name="connsiteX8-251" fmla="*/ 35521 w 1892189"/>
              <a:gd name="connsiteY8-252" fmla="*/ 865273 h 189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892189" h="1892188">
                <a:moveTo>
                  <a:pt x="35521" y="865273"/>
                </a:moveTo>
                <a:cubicBezTo>
                  <a:pt x="35521" y="865273"/>
                  <a:pt x="865299" y="35495"/>
                  <a:pt x="865299" y="35495"/>
                </a:cubicBezTo>
                <a:cubicBezTo>
                  <a:pt x="912643" y="-11849"/>
                  <a:pt x="979572" y="-11824"/>
                  <a:pt x="1026916" y="35520"/>
                </a:cubicBezTo>
                <a:cubicBezTo>
                  <a:pt x="1026916" y="35520"/>
                  <a:pt x="1856694" y="865298"/>
                  <a:pt x="1856694" y="865298"/>
                </a:cubicBezTo>
                <a:cubicBezTo>
                  <a:pt x="1904038" y="912642"/>
                  <a:pt x="1904013" y="979572"/>
                  <a:pt x="1856669" y="1026916"/>
                </a:cubicBezTo>
                <a:cubicBezTo>
                  <a:pt x="1856669" y="1026916"/>
                  <a:pt x="1026891" y="1856693"/>
                  <a:pt x="1026891" y="1856693"/>
                </a:cubicBezTo>
                <a:cubicBezTo>
                  <a:pt x="979547" y="1904037"/>
                  <a:pt x="912618" y="1904011"/>
                  <a:pt x="865274" y="1856668"/>
                </a:cubicBezTo>
                <a:cubicBezTo>
                  <a:pt x="865274" y="1856667"/>
                  <a:pt x="35496" y="1026889"/>
                  <a:pt x="35496" y="1026890"/>
                </a:cubicBezTo>
                <a:cubicBezTo>
                  <a:pt x="-11848" y="979545"/>
                  <a:pt x="-11823" y="912617"/>
                  <a:pt x="35521" y="865273"/>
                </a:cubicBezTo>
                <a:close/>
              </a:path>
            </a:pathLst>
          </a:custGeom>
          <a:solidFill>
            <a:schemeClr val="accent1">
              <a:lumMod val="40000"/>
              <a:lumOff val="60000"/>
              <a:alpha val="2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cxnSp>
        <p:nvCxnSpPr>
          <p:cNvPr id="2" name="直接连接符 1"/>
          <p:cNvCxnSpPr/>
          <p:nvPr>
            <p:custDataLst>
              <p:tags r:id="rId10"/>
            </p:custDataLst>
          </p:nvPr>
        </p:nvCxnSpPr>
        <p:spPr>
          <a:xfrm>
            <a:off x="740410" y="1534160"/>
            <a:ext cx="0" cy="1152525"/>
          </a:xfrm>
          <a:prstGeom prst="line">
            <a:avLst/>
          </a:prstGeom>
          <a:ln w="9525" cap="rnd">
            <a:solidFill>
              <a:schemeClr val="accent1">
                <a:alpha val="35000"/>
              </a:schemeClr>
            </a:solidFill>
            <a:round/>
          </a:ln>
        </p:spPr>
        <p:style>
          <a:lnRef idx="2">
            <a:schemeClr val="accent1"/>
          </a:lnRef>
          <a:fillRef idx="0">
            <a:srgbClr val="FFFFFF"/>
          </a:fillRef>
          <a:effectRef idx="0">
            <a:srgbClr val="FFFFFF"/>
          </a:effectRef>
          <a:fontRef idx="minor">
            <a:schemeClr val="tx1"/>
          </a:fontRef>
        </p:style>
      </p:cxnSp>
      <p:cxnSp>
        <p:nvCxnSpPr>
          <p:cNvPr id="3" name="直接连接符 2"/>
          <p:cNvCxnSpPr/>
          <p:nvPr>
            <p:custDataLst>
              <p:tags r:id="rId11"/>
            </p:custDataLst>
          </p:nvPr>
        </p:nvCxnSpPr>
        <p:spPr>
          <a:xfrm>
            <a:off x="11346815" y="5031105"/>
            <a:ext cx="0" cy="1152525"/>
          </a:xfrm>
          <a:prstGeom prst="line">
            <a:avLst/>
          </a:prstGeom>
          <a:ln w="9525" cap="rnd">
            <a:solidFill>
              <a:schemeClr val="accent1">
                <a:alpha val="35000"/>
              </a:schemeClr>
            </a:solidFill>
            <a:round/>
          </a:ln>
        </p:spPr>
        <p:style>
          <a:lnRef idx="2">
            <a:schemeClr val="accent1"/>
          </a:lnRef>
          <a:fillRef idx="0">
            <a:srgbClr val="FFFFFF"/>
          </a:fillRef>
          <a:effectRef idx="0">
            <a:srgbClr val="FFFFFF"/>
          </a:effectRef>
          <a:fontRef idx="minor">
            <a:schemeClr val="tx1"/>
          </a:fontRef>
        </p:style>
      </p:cxnSp>
      <p:sp>
        <p:nvSpPr>
          <p:cNvPr id="7" name="文本框 6"/>
          <p:cNvSpPr txBox="1"/>
          <p:nvPr>
            <p:custDataLst>
              <p:tags r:id="rId12"/>
            </p:custDataLst>
          </p:nvPr>
        </p:nvSpPr>
        <p:spPr>
          <a:xfrm>
            <a:off x="1092835" y="2148840"/>
            <a:ext cx="10015220" cy="3486150"/>
          </a:xfrm>
          <a:prstGeom prst="rect">
            <a:avLst/>
          </a:prstGeom>
          <a:noFill/>
        </p:spPr>
        <p:txBody>
          <a:bodyPr wrap="square" rtlCol="0" anchor="ctr" anchorCtr="0">
            <a:normAutofit/>
          </a:bodyPr>
          <a:lstStyle/>
          <a:p>
            <a:pPr indent="0" fontAlgn="auto">
              <a:lnSpc>
                <a:spcPct val="150000"/>
              </a:lnSpc>
            </a:pPr>
            <a:r>
              <a:rPr lang="zh-CN" altLang="en-US" sz="1600" kern="0" dirty="0">
                <a:ln>
                  <a:noFill/>
                  <a:prstDash val="sysDot"/>
                </a:ln>
                <a:solidFill>
                  <a:schemeClr val="tx1">
                    <a:lumMod val="85000"/>
                    <a:lumOff val="15000"/>
                  </a:schemeClr>
                </a:solidFill>
                <a:latin typeface="+mn-ea"/>
                <a:sym typeface="+mn-ea"/>
              </a:rPr>
              <a:t>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a:t>
            </a:r>
            <a:endParaRPr lang="zh-CN" altLang="en-US" sz="1600" kern="0" dirty="0">
              <a:ln>
                <a:noFill/>
                <a:prstDash val="sysDot"/>
              </a:ln>
              <a:solidFill>
                <a:schemeClr val="tx1">
                  <a:lumMod val="85000"/>
                  <a:lumOff val="15000"/>
                </a:schemeClr>
              </a:solidFill>
              <a:latin typeface="+mn-ea"/>
              <a:sym typeface="+mn-ea"/>
            </a:endParaRPr>
          </a:p>
        </p:txBody>
      </p:sp>
    </p:spTree>
    <p:custDataLst>
      <p:tags r:id="rId13"/>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ctrTitle"/>
            <p:custDataLst>
              <p:tags r:id="rId1"/>
            </p:custDataLst>
          </p:nvPr>
        </p:nvSpPr>
        <p:spPr/>
        <p:txBody>
          <a:bodyPr/>
          <a:lstStyle/>
          <a:p>
            <a:r>
              <a:rPr lang="zh-CN" altLang="en-US"/>
              <a:t>谢谢</a:t>
            </a:r>
            <a:endParaRPr lang="zh-CN" altLang="en-US"/>
          </a:p>
        </p:txBody>
      </p:sp>
      <p:sp>
        <p:nvSpPr>
          <p:cNvPr id="5" name="副标题"/>
          <p:cNvSpPr>
            <a:spLocks noGrp="1"/>
          </p:cNvSpPr>
          <p:nvPr>
            <p:ph type="subTitle" idx="1"/>
            <p:custDataLst>
              <p:tags r:id="rId2"/>
            </p:custDataLst>
          </p:nvPr>
        </p:nvSpPr>
        <p:spPr/>
        <p:txBody>
          <a:bodyPr/>
          <a:lstStyle/>
          <a:p>
            <a:r>
              <a:rPr lang="en-US" altLang="zh-CN"/>
              <a:t>Thank you</a:t>
            </a:r>
            <a:endParaRPr lang="en-US" altLang="zh-CN"/>
          </a:p>
        </p:txBody>
      </p:sp>
      <p:sp>
        <p:nvSpPr>
          <p:cNvPr id="10" name="署名"/>
          <p:cNvSpPr>
            <a:spLocks noGrp="1"/>
          </p:cNvSpPr>
          <p:nvPr>
            <p:ph type="body" sz="quarter" idx="17"/>
            <p:custDataLst>
              <p:tags r:id="rId3"/>
            </p:custDataLst>
          </p:nvPr>
        </p:nvSpPr>
        <p:spPr/>
        <p:txBody>
          <a:bodyPr/>
          <a:lstStyle/>
          <a:p>
            <a:r>
              <a:rPr lang="zh-CN" altLang="en-US"/>
              <a:t>汇报人：</a:t>
            </a:r>
            <a:r>
              <a:rPr lang="en-US" altLang="zh-CN"/>
              <a:t>WPS</a:t>
            </a:r>
            <a:endParaRPr lang="en-US" altLang="zh-CN"/>
          </a:p>
        </p:txBody>
      </p:sp>
    </p:spTree>
    <p:custDataLst>
      <p:tags r:id="rId4"/>
    </p:custDataLst>
  </p:cSld>
  <p:clrMapOvr>
    <a:masterClrMapping/>
  </p:clrMapOvr>
</p:sld>
</file>

<file path=ppt/tags/tag1.xml><?xml version="1.0" encoding="utf-8"?>
<p:tagLst xmlns:p="http://schemas.openxmlformats.org/presentationml/2006/main">
  <p:tag name="KSO_WM_UNIT_TYPE" val="i"/>
  <p:tag name="KSO_WM_UNIT_INDEX" val="1"/>
  <p:tag name="KSO_WM_BEAUTIFY_FLAG" val="#wm#"/>
  <p:tag name="KSO_WM_TAG_VERSION" val="3.0"/>
  <p:tag name="KSO_WM_UNIT_ID" val="_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xml><?xml version="1.0" encoding="utf-8"?>
<p:tagLst xmlns:p="http://schemas.openxmlformats.org/presentationml/2006/main">
  <p:tag name="KSO_WM_UNIT_TYPE" val="i"/>
  <p:tag name="KSO_WM_UNIT_INDEX" val="2"/>
  <p:tag name="KSO_WM_BEAUTIFY_FLAG" val="#wm#"/>
  <p:tag name="KSO_WM_TAG_VERSION" val="3.0"/>
  <p:tag name="KSO_WM_UNIT_ID" val="_1*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xml><?xml version="1.0" encoding="utf-8"?>
<p:tagLst xmlns:p="http://schemas.openxmlformats.org/presentationml/2006/main">
  <p:tag name="KSO_WM_UNIT_TYPE" val="i"/>
  <p:tag name="KSO_WM_UNIT_INDEX" val="8"/>
  <p:tag name="KSO_WM_BEAUTIFY_FLAG" val="#wm#"/>
  <p:tag name="KSO_WM_TAG_VERSION" val="3.0"/>
  <p:tag name="KSO_WM_UNIT_ID" val="_1*i*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xml><?xml version="1.0" encoding="utf-8"?>
<p:tagLst xmlns:p="http://schemas.openxmlformats.org/presentationml/2006/main">
  <p:tag name="KSO_WM_UNIT_TYPE" val="i"/>
  <p:tag name="KSO_WM_UNIT_INDEX" val="9"/>
  <p:tag name="KSO_WM_BEAUTIFY_FLAG" val="#wm#"/>
  <p:tag name="KSO_WM_TAG_VERSION" val="3.0"/>
  <p:tag name="KSO_WM_UNIT_ID" val="_1*i*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xml><?xml version="1.0" encoding="utf-8"?>
<p:tagLst xmlns:p="http://schemas.openxmlformats.org/presentationml/2006/main">
  <p:tag name="KSO_WM_UNIT_TYPE" val="i"/>
  <p:tag name="KSO_WM_UNIT_INDEX" val="6"/>
  <p:tag name="KSO_WM_BEAUTIFY_FLAG" val="#wm#"/>
  <p:tag name="KSO_WM_TAG_VERSION" val="3.0"/>
  <p:tag name="KSO_WM_UNIT_ID" val="_1*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xml><?xml version="1.0" encoding="utf-8"?>
<p:tagLst xmlns:p="http://schemas.openxmlformats.org/presentationml/2006/main">
  <p:tag name="KSO_WM_UNIT_TYPE" val="i"/>
  <p:tag name="KSO_WM_UNIT_INDEX" val="5"/>
  <p:tag name="KSO_WM_BEAUTIFY_FLAG" val="#wm#"/>
  <p:tag name="KSO_WM_TAG_VERSION" val="3.0"/>
  <p:tag name="KSO_WM_UNIT_ID" val="_1*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xml><?xml version="1.0" encoding="utf-8"?>
<p:tagLst xmlns:p="http://schemas.openxmlformats.org/presentationml/2006/main">
  <p:tag name="KSO_WM_UNIT_TYPE" val="i"/>
  <p:tag name="KSO_WM_UNIT_INDEX" val="4"/>
  <p:tag name="KSO_WM_BEAUTIFY_FLAG" val="#wm#"/>
  <p:tag name="KSO_WM_TAG_VERSION" val="3.0"/>
  <p:tag name="KSO_WM_UNIT_ID" val="_1*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xml><?xml version="1.0" encoding="utf-8"?>
<p:tagLst xmlns:p="http://schemas.openxmlformats.org/presentationml/2006/main">
  <p:tag name="KSO_WM_UNIT_TYPE" val="i"/>
  <p:tag name="KSO_WM_UNIT_INDEX" val="7"/>
  <p:tag name="KSO_WM_BEAUTIFY_FLAG" val="#wm#"/>
  <p:tag name="KSO_WM_TAG_VERSION" val="3.0"/>
  <p:tag name="KSO_WM_UNIT_ID" val="_1*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13.xml><?xml version="1.0" encoding="utf-8"?>
<p:tagLst xmlns:p="http://schemas.openxmlformats.org/presentationml/2006/main">
  <p:tag name="KSO_WM_UNIT_TYPE" val="b"/>
  <p:tag name="KSO_WM_UNIT_INDEX" val="1"/>
  <p:tag name="KSO_WM_BEAUTIFY_FLAG" val="#wm#"/>
  <p:tag name="KSO_WM_TAG_VERSION" val="3.0"/>
  <p:tag name="KSO_WM_UNIT_PRESET_TEXT" val="单击此处编辑副标题"/>
  <p:tag name="KSO_WM_UNIT_ID" val="_1*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14.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PRESET_TEXT" val="署名"/>
  <p:tag name="KSO_WM_UNIT_ID" val="_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30"/>
</p:tagLst>
</file>

<file path=ppt/tags/tag15.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2*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9"/>
</p:tagLst>
</file>

<file path=ppt/tags/tag16.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7.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8.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9.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0.xml><?xml version="1.0" encoding="utf-8"?>
<p:tagLst xmlns:p="http://schemas.openxmlformats.org/presentationml/2006/main">
  <p:tag name="KSO_WM_UNIT_TYPE" val="i"/>
  <p:tag name="KSO_WM_UNIT_INDEX" val="1"/>
  <p:tag name="KSO_WM_BEAUTIFY_FLAG" val="#wm#"/>
  <p:tag name="KSO_WM_TAG_VERSION" val="3.0"/>
  <p:tag name="KSO_WM_UNIT_ID" val="_3*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xml><?xml version="1.0" encoding="utf-8"?>
<p:tagLst xmlns:p="http://schemas.openxmlformats.org/presentationml/2006/main">
  <p:tag name="KSO_WM_UNIT_TYPE" val="i"/>
  <p:tag name="KSO_WM_UNIT_INDEX" val="2"/>
  <p:tag name="KSO_WM_BEAUTIFY_FLAG" val="#wm#"/>
  <p:tag name="KSO_WM_TAG_VERSION" val="3.0"/>
  <p:tag name="KSO_WM_UNIT_ID" val="_3*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xml><?xml version="1.0" encoding="utf-8"?>
<p:tagLst xmlns:p="http://schemas.openxmlformats.org/presentationml/2006/main">
  <p:tag name="KSO_WM_UNIT_TYPE" val="i"/>
  <p:tag name="KSO_WM_UNIT_INDEX" val="4"/>
  <p:tag name="KSO_WM_BEAUTIFY_FLAG" val="#wm#"/>
  <p:tag name="KSO_WM_TAG_VERSION" val="3.0"/>
  <p:tag name="KSO_WM_UNIT_ID" val="_3*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3.xml><?xml version="1.0" encoding="utf-8"?>
<p:tagLst xmlns:p="http://schemas.openxmlformats.org/presentationml/2006/main">
  <p:tag name="KSO_WM_UNIT_TYPE" val="i"/>
  <p:tag name="KSO_WM_UNIT_INDEX" val="5"/>
  <p:tag name="KSO_WM_BEAUTIFY_FLAG" val="#wm#"/>
  <p:tag name="KSO_WM_TAG_VERSION" val="3.0"/>
  <p:tag name="KSO_WM_UNIT_ID" val="_3*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4.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5.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6.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7.xml><?xml version="1.0" encoding="utf-8"?>
<p:tagLst xmlns:p="http://schemas.openxmlformats.org/presentationml/2006/main">
  <p:tag name="KSO_WM_UNIT_TYPE" val="a"/>
  <p:tag name="KSO_WM_UNIT_INDEX" val="1"/>
  <p:tag name="KSO_WM_BEAUTIFY_FLAG" val="#wm#"/>
  <p:tag name="KSO_WM_TAG_VERSION" val="3.0"/>
  <p:tag name="KSO_WM_UNIT_PRESET_TEXT" val="标题"/>
  <p:tag name="KSO_WM_UNIT_ID" val="_3*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1"/>
  <p:tag name="KSO_WM_UNIT_VALUE" val="2"/>
</p:tagLst>
</file>

<file path=ppt/tags/tag28.xml><?xml version="1.0" encoding="utf-8"?>
<p:tagLst xmlns:p="http://schemas.openxmlformats.org/presentationml/2006/main">
  <p:tag name="KSO_WM_UNIT_TYPE" val="i"/>
  <p:tag name="KSO_WM_UNIT_INDEX" val="1"/>
  <p:tag name="KSO_WM_BEAUTIFY_FLAG" val="#wm#"/>
  <p:tag name="KSO_WM_TAG_VERSION" val="3.0"/>
  <p:tag name="KSO_WM_UNIT_ID" val="_4*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9.xml><?xml version="1.0" encoding="utf-8"?>
<p:tagLst xmlns:p="http://schemas.openxmlformats.org/presentationml/2006/main">
  <p:tag name="KSO_WM_UNIT_TYPE" val="i"/>
  <p:tag name="KSO_WM_UNIT_INDEX" val="4"/>
  <p:tag name="KSO_WM_BEAUTIFY_FLAG" val="#wm#"/>
  <p:tag name="KSO_WM_TAG_VERSION" val="3.0"/>
  <p:tag name="KSO_WM_UNIT_ID" val="_4*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0.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4*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31.xml><?xml version="1.0" encoding="utf-8"?>
<p:tagLst xmlns:p="http://schemas.openxmlformats.org/presentationml/2006/main">
  <p:tag name="KSO_WM_UNIT_TYPE" val="b"/>
  <p:tag name="KSO_WM_UNIT_INDEX" val="1"/>
  <p:tag name="KSO_WM_BEAUTIFY_FLAG" val="#wm#"/>
  <p:tag name="KSO_WM_TAG_VERSION" val="3.0"/>
  <p:tag name="KSO_WM_UNIT_PRESET_TEXT" val="单击此处编辑副标题"/>
  <p:tag name="KSO_WM_UNIT_ID" val="_4*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32.xml><?xml version="1.0" encoding="utf-8"?>
<p:tagLst xmlns:p="http://schemas.openxmlformats.org/presentationml/2006/main">
  <p:tag name="KSO_WM_UNIT_TYPE" val="e"/>
  <p:tag name="KSO_WM_UNIT_INDEX" val="1"/>
  <p:tag name="KSO_WM_BEAUTIFY_FLAG" val="#wm#"/>
  <p:tag name="KSO_WM_TAG_VERSION" val="3.0"/>
  <p:tag name="KSO_WM_UNIT_PRESET_TEXT" val="节编号"/>
  <p:tag name="KSO_WM_UNIT_ID" val="_4*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3.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4.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5.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6.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5*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37.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5*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8.xml><?xml version="1.0" encoding="utf-8"?>
<p:tagLst xmlns:p="http://schemas.openxmlformats.org/presentationml/2006/main">
  <p:tag name="KSO_WM_UNIT_TYPE" val="f"/>
  <p:tag name="KSO_WM_UNIT_SUBTYPE" val="a"/>
  <p:tag name="KSO_WM_UNIT_INDEX" val="2"/>
  <p:tag name="KSO_WM_BEAUTIFY_FLAG" val="#wm#"/>
  <p:tag name="KSO_WM_TAG_VERSION" val="3.0"/>
  <p:tag name="KSO_WM_UNIT_PRESET_TEXT" val="单击此处编辑母版文本样式&#10;第二级&#10;第三级&#10;第四级&#10;第五级"/>
  <p:tag name="KSO_WM_UNIT_ID" val="_5*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9.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0.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1.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2.xml><?xml version="1.0" encoding="utf-8"?>
<p:tagLst xmlns:p="http://schemas.openxmlformats.org/presentationml/2006/main">
  <p:tag name="KSO_WM_UNIT_TYPE" val="h_a"/>
  <p:tag name="KSO_WM_UNIT_INDEX" val="1_1"/>
  <p:tag name="KSO_WM_BEAUTIFY_FLAG" val="#wm#"/>
  <p:tag name="KSO_WM_TAG_VERSION" val="3.0"/>
  <p:tag name="KSO_WM_UNIT_PRESET_TEXT" val="单击此处编辑母版文本样式"/>
  <p:tag name="KSO_WM_UNIT_ID" val="_6*h_a*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ISCONTENTSTITLE" val="0"/>
</p:tagLst>
</file>

<file path=ppt/tags/tag43.xml><?xml version="1.0" encoding="utf-8"?>
<p:tagLst xmlns:p="http://schemas.openxmlformats.org/presentationml/2006/main">
  <p:tag name="KSO_WM_UNIT_TYPE" val="h_f"/>
  <p:tag name="KSO_WM_UNIT_SUBTYPE" val="a"/>
  <p:tag name="KSO_WM_UNIT_INDEX" val="1_1"/>
  <p:tag name="KSO_WM_BEAUTIFY_FLAG" val="#wm#"/>
  <p:tag name="KSO_WM_TAG_VERSION" val="3.0"/>
  <p:tag name="KSO_WM_UNIT_PRESET_TEXT" val="单击此处编辑母版文本样式&#10;第二级&#10;第三级&#10;第四级&#10;第五级"/>
  <p:tag name="KSO_WM_UNIT_ID" val="_6*h_f*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Lst>
</file>

<file path=ppt/tags/tag44.xml><?xml version="1.0" encoding="utf-8"?>
<p:tagLst xmlns:p="http://schemas.openxmlformats.org/presentationml/2006/main">
  <p:tag name="KSO_WM_UNIT_TYPE" val="h_a"/>
  <p:tag name="KSO_WM_UNIT_INDEX" val="2_1"/>
  <p:tag name="KSO_WM_BEAUTIFY_FLAG" val="#wm#"/>
  <p:tag name="KSO_WM_TAG_VERSION" val="3.0"/>
  <p:tag name="KSO_WM_UNIT_PRESET_TEXT" val="单击此处编辑母版文本样式"/>
  <p:tag name="KSO_WM_UNIT_ID" val="_6*h_a*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ISCONTENTSTITLE" val="0"/>
</p:tagLst>
</file>

<file path=ppt/tags/tag45.xml><?xml version="1.0" encoding="utf-8"?>
<p:tagLst xmlns:p="http://schemas.openxmlformats.org/presentationml/2006/main">
  <p:tag name="KSO_WM_UNIT_TYPE" val="h_f"/>
  <p:tag name="KSO_WM_UNIT_SUBTYPE" val="a"/>
  <p:tag name="KSO_WM_UNIT_INDEX" val="2_1"/>
  <p:tag name="KSO_WM_BEAUTIFY_FLAG" val="#wm#"/>
  <p:tag name="KSO_WM_TAG_VERSION" val="3.0"/>
  <p:tag name="KSO_WM_UNIT_PRESET_TEXT" val="单击此处编辑母版文本样式&#10;第二级&#10;第三级&#10;第四级&#10;第五级"/>
  <p:tag name="KSO_WM_UNIT_ID" val="_6*h_f*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Lst>
</file>

<file path=ppt/tags/tag46.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7.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8.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Lst>
</file>

<file path=ppt/tags/tag50.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51.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2.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3.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4.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5.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6.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7.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9*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8.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9.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0.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1.xml><?xml version="1.0" encoding="utf-8"?>
<p:tagLst xmlns:p="http://schemas.openxmlformats.org/presentationml/2006/main">
  <p:tag name="KSO_WM_UNIT_TYPE" val="b"/>
  <p:tag name="KSO_WM_UNIT_INDEX" val="1"/>
  <p:tag name="KSO_WM_BEAUTIFY_FLAG" val="#wm#"/>
  <p:tag name="KSO_WM_TAG_VERSION" val="3.0"/>
  <p:tag name="KSO_WM_UNIT_PRESET_TEXT" val="单击此处编辑副标题"/>
  <p:tag name="KSO_WM_UNIT_ID" val="_10*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62.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3.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4.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Lst>
</file>

<file path=ppt/tags/tag66.xml><?xml version="1.0" encoding="utf-8"?>
<p:tagLst xmlns:p="http://schemas.openxmlformats.org/presentationml/2006/main">
  <p:tag name="KSO_WM_UNIT_TYPE" val="i"/>
  <p:tag name="KSO_WM_UNIT_INDEX" val="1"/>
  <p:tag name="KSO_WM_BEAUTIFY_FLAG" val="#wm#"/>
  <p:tag name="KSO_WM_TAG_VERSION" val="3.0"/>
  <p:tag name="KSO_WM_UNIT_ID" val="_1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7.xml><?xml version="1.0" encoding="utf-8"?>
<p:tagLst xmlns:p="http://schemas.openxmlformats.org/presentationml/2006/main">
  <p:tag name="KSO_WM_UNIT_TYPE" val="i"/>
  <p:tag name="KSO_WM_UNIT_INDEX" val="2"/>
  <p:tag name="KSO_WM_BEAUTIFY_FLAG" val="#wm#"/>
  <p:tag name="KSO_WM_TAG_VERSION" val="3.0"/>
  <p:tag name="KSO_WM_UNIT_ID" val="_11*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8.xml><?xml version="1.0" encoding="utf-8"?>
<p:tagLst xmlns:p="http://schemas.openxmlformats.org/presentationml/2006/main">
  <p:tag name="KSO_WM_UNIT_TYPE" val="i"/>
  <p:tag name="KSO_WM_UNIT_INDEX" val="8"/>
  <p:tag name="KSO_WM_BEAUTIFY_FLAG" val="#wm#"/>
  <p:tag name="KSO_WM_TAG_VERSION" val="3.0"/>
  <p:tag name="KSO_WM_UNIT_ID" val="_11*i*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9.xml><?xml version="1.0" encoding="utf-8"?>
<p:tagLst xmlns:p="http://schemas.openxmlformats.org/presentationml/2006/main">
  <p:tag name="KSO_WM_UNIT_TYPE" val="i"/>
  <p:tag name="KSO_WM_UNIT_INDEX" val="9"/>
  <p:tag name="KSO_WM_BEAUTIFY_FLAG" val="#wm#"/>
  <p:tag name="KSO_WM_TAG_VERSION" val="3.0"/>
  <p:tag name="KSO_WM_UNIT_ID" val="_11*i*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0.xml><?xml version="1.0" encoding="utf-8"?>
<p:tagLst xmlns:p="http://schemas.openxmlformats.org/presentationml/2006/main">
  <p:tag name="KSO_WM_UNIT_TYPE" val="i"/>
  <p:tag name="KSO_WM_UNIT_INDEX" val="6"/>
  <p:tag name="KSO_WM_BEAUTIFY_FLAG" val="#wm#"/>
  <p:tag name="KSO_WM_TAG_VERSION" val="3.0"/>
  <p:tag name="KSO_WM_UNIT_ID" val="_11*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1.xml><?xml version="1.0" encoding="utf-8"?>
<p:tagLst xmlns:p="http://schemas.openxmlformats.org/presentationml/2006/main">
  <p:tag name="KSO_WM_UNIT_TYPE" val="i"/>
  <p:tag name="KSO_WM_UNIT_INDEX" val="5"/>
  <p:tag name="KSO_WM_BEAUTIFY_FLAG" val="#wm#"/>
  <p:tag name="KSO_WM_TAG_VERSION" val="3.0"/>
  <p:tag name="KSO_WM_UNIT_ID" val="_11*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2.xml><?xml version="1.0" encoding="utf-8"?>
<p:tagLst xmlns:p="http://schemas.openxmlformats.org/presentationml/2006/main">
  <p:tag name="KSO_WM_UNIT_TYPE" val="i"/>
  <p:tag name="KSO_WM_UNIT_INDEX" val="4"/>
  <p:tag name="KSO_WM_BEAUTIFY_FLAG" val="#wm#"/>
  <p:tag name="KSO_WM_TAG_VERSION" val="3.0"/>
  <p:tag name="KSO_WM_UNIT_ID" val="_11*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3.xml><?xml version="1.0" encoding="utf-8"?>
<p:tagLst xmlns:p="http://schemas.openxmlformats.org/presentationml/2006/main">
  <p:tag name="KSO_WM_UNIT_TYPE" val="i"/>
  <p:tag name="KSO_WM_UNIT_INDEX" val="7"/>
  <p:tag name="KSO_WM_BEAUTIFY_FLAG" val="#wm#"/>
  <p:tag name="KSO_WM_TAG_VERSION" val="3.0"/>
  <p:tag name="KSO_WM_UNIT_ID" val="_11*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6.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7.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8.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1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14"/>
</p:tagLst>
</file>

<file path=ppt/tags/tag79.xml><?xml version="1.0" encoding="utf-8"?>
<p:tagLst xmlns:p="http://schemas.openxmlformats.org/presentationml/2006/main">
  <p:tag name="KSO_WM_UNIT_TYPE" val="b"/>
  <p:tag name="KSO_WM_UNIT_INDEX" val="1"/>
  <p:tag name="KSO_WM_BEAUTIFY_FLAG" val="#wm#"/>
  <p:tag name="KSO_WM_TAG_VERSION" val="3.0"/>
  <p:tag name="KSO_WM_UNIT_PRESET_TEXT" val="单击此处编辑副标题"/>
  <p:tag name="KSO_WM_UNIT_ID" val="_11*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11"/>
</p:tagLst>
</file>

<file path=ppt/tags/tag80.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PRESET_TEXT" val="署名"/>
  <p:tag name="KSO_WM_UNIT_ID" val="_1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30"/>
</p:tagLst>
</file>

<file path=ppt/tags/tag81.xml><?xml version="1.0" encoding="utf-8"?>
<p:tagLst xmlns:p="http://schemas.openxmlformats.org/presentationml/2006/main">
  <p:tag name="KSO_WM_UNIT_TYPE" val="i"/>
  <p:tag name="KSO_WM_UNIT_INDEX" val="1"/>
  <p:tag name="KSO_WM_BEAUTIFY_FLAG" val="#wm#"/>
  <p:tag name="KSO_WM_TAG_VERSION" val="3.0"/>
  <p:tag name="KSO_WM_UNIT_ID" val="_0*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2.xml><?xml version="1.0" encoding="utf-8"?>
<p:tagLst xmlns:p="http://schemas.openxmlformats.org/presentationml/2006/main">
  <p:tag name="KSO_WM_UNIT_TYPE" val="i"/>
  <p:tag name="KSO_WM_UNIT_INDEX" val="2"/>
  <p:tag name="KSO_WM_BEAUTIFY_FLAG" val="#wm#"/>
  <p:tag name="KSO_WM_TAG_VERSION" val="3.0"/>
  <p:tag name="KSO_WM_UNIT_ID" val="_0*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3.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4.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5.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6.xml><?xml version="1.0" encoding="utf-8"?>
<p:tagLst xmlns:p="http://schemas.openxmlformats.org/presentationml/2006/main">
  <p:tag name="KSO_WM_UNIT_TYPE" val="i"/>
  <p:tag name="KSO_WM_UNIT_INDEX" val="3"/>
  <p:tag name="KSO_WM_BEAUTIFY_FLAG" val="#wm#"/>
  <p:tag name="KSO_WM_TAG_VERSION" val="3.0"/>
  <p:tag name="KSO_WM_UNIT_ID" val="_0*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7.xml><?xml version="1.0" encoding="utf-8"?>
<p:tagLst xmlns:p="http://schemas.openxmlformats.org/presentationml/2006/main">
  <p:tag name="KSO_WM_UNIT_TYPE" val="a"/>
  <p:tag name="KSO_WM_UNIT_INDEX" val="1"/>
  <p:tag name="KSO_WM_BEAUTIFY_FLAG" val="#wm#"/>
  <p:tag name="KSO_WM_TAG_VERSION" val="1.0"/>
  <p:tag name="KSO_WM_UNIT_PRESET_TEXT" val="单击此处编辑母版标题样式"/>
  <p:tag name="KSO_WM_UNIT_ID" val="_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CATEGORY" val="custom"/>
  <p:tag name="KSO_WM_TEMPLATE_INDEX" val="20235982"/>
</p:tagLst>
</file>

<file path=ppt/tags/tag88.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0*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CATEGORY" val="custom"/>
  <p:tag name="KSO_WM_TEMPLATE_INDEX" val="20235982"/>
</p:tagLst>
</file>

<file path=ppt/tags/tag89.xml><?xml version="1.0" encoding="utf-8"?>
<p:tagLst xmlns:p="http://schemas.openxmlformats.org/presentationml/2006/main">
  <p:tag name="KSO_WM_TEMPLATE_SUBCATEGORY" val="29"/>
  <p:tag name="KSO_WM_TEMPLATE_COLOR_TYPE" val="0"/>
  <p:tag name="KSO_WM_TAG_VERSION" val="3.0"/>
  <p:tag name="KSO_WM_TEMPLATE_THUMBS_INDEX" val="1、9"/>
  <p:tag name="KSO_WM_BEAUTIFY_FLAG" val="#wm#"/>
  <p:tag name="KSO_WM_TEMPLATE_INDEX" val="20235982"/>
  <p:tag name="KSO_WM_TEMPLATE_CATEGORY" val="custom"/>
  <p:tag name="KSO_WM_TEMPLATE_MASTER_TYPE" val="0"/>
</p:tagLst>
</file>

<file path=ppt/tags/tag90.xml><?xml version="1.0" encoding="utf-8"?>
<p:tagLst xmlns:p="http://schemas.openxmlformats.org/presentationml/2006/main">
  <p:tag name="KSO_WM_UNIT_TYPE" val="a"/>
  <p:tag name="KSO_WM_UNIT_INDEX" val="1"/>
  <p:tag name="KSO_WM_BEAUTIFY_FLAG" val="#wm#"/>
  <p:tag name="KSO_WM_TAG_VERSION" val="3.0"/>
  <p:tag name="KSO_WM_UNIT_ID" val="custom20235982_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982"/>
  <p:tag name="KSO_WM_TEMPLATE_CATEGORY" val="custom"/>
  <p:tag name="KSO_WM_UNIT_ISCONTENTSTITLE" val="0"/>
  <p:tag name="KSO_WM_UNIT_VALUE" val="16"/>
  <p:tag name="KSO_WM_UNIT_PRESET_TEXT" val="单击此处&#10;添加文档标题"/>
  <p:tag name="KSO_WM_UNIT_TEXT_TYPE" val="1"/>
</p:tagLst>
</file>

<file path=ppt/tags/tag91.xml><?xml version="1.0" encoding="utf-8"?>
<p:tagLst xmlns:p="http://schemas.openxmlformats.org/presentationml/2006/main">
  <p:tag name="KSO_WM_UNIT_TYPE" val="b"/>
  <p:tag name="KSO_WM_UNIT_INDEX" val="1"/>
  <p:tag name="KSO_WM_BEAUTIFY_FLAG" val="#wm#"/>
  <p:tag name="KSO_WM_TAG_VERSION" val="3.0"/>
  <p:tag name="KSO_WM_UNIT_ID" val="custom20235982_1*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982"/>
  <p:tag name="KSO_WM_TEMPLATE_CATEGORY" val="custom"/>
  <p:tag name="KSO_WM_UNIT_ISCONTENTSTITLE" val="0"/>
  <p:tag name="KSO_WM_UNIT_VALUE" val="40"/>
  <p:tag name="KSO_WM_UNIT_PRESET_TEXT" val="单击此处添加副标题"/>
  <p:tag name="KSO_WM_UNIT_TEXT_TYPE" val="1"/>
</p:tagLst>
</file>

<file path=ppt/tags/tag92.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ID" val="custom20235982_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982"/>
  <p:tag name="KSO_WM_TEMPLATE_CATEGORY" val="custom"/>
  <p:tag name="KSO_WM_UNIT_VALUE" val="30"/>
</p:tagLst>
</file>

<file path=ppt/tags/tag93.xml><?xml version="1.0" encoding="utf-8"?>
<p:tagLst xmlns:p="http://schemas.openxmlformats.org/presentationml/2006/main">
  <p:tag name="KSO_WM_SLIDE_TYPE" val="title"/>
  <p:tag name="KSO_WM_TEMPLATE_SUBCATEGORY" val="29"/>
  <p:tag name="KSO_WM_TEMPLATE_COLOR_TYPE" val="0"/>
  <p:tag name="KSO_WM_TAG_VERSION" val="3.0"/>
  <p:tag name="KSO_WM_SLIDE_SUBTYPE" val="pureTxt"/>
  <p:tag name="KSO_WM_SLIDE_ITEM_CNT" val="0"/>
  <p:tag name="KSO_WM_TEMPLATE_THUMBS_INDEX" val="1、9"/>
  <p:tag name="KSO_WM_BEAUTIFY_FLAG" val="#wm#"/>
  <p:tag name="KSO_WM_TEMPLATE_INDEX" val="20235982"/>
  <p:tag name="KSO_WM_TEMPLATE_CATEGORY" val="custom"/>
  <p:tag name="KSO_WM_SLIDE_INDEX" val="1"/>
  <p:tag name="KSO_WM_SLIDE_ID" val="custom20235982_1"/>
  <p:tag name="KSO_WM_TEMPLATE_MASTER_TYPE" val="0"/>
  <p:tag name="KSO_WM_SLIDE_LAYOUT" val="a_b_f"/>
  <p:tag name="KSO_WM_SLIDE_LAYOUT_CNT" val="1_1_1"/>
  <p:tag name="CP_OUTLINE_TITLE" val="红色寻访：武汉辛亥革命博物馆的历史传承与当代启示"/>
  <p:tag name="CP_OUTLINE_TYPE" val="pt_title"/>
</p:tagLst>
</file>

<file path=ppt/tags/tag94.xml><?xml version="1.0" encoding="utf-8"?>
<p:tagLst xmlns:p="http://schemas.openxmlformats.org/presentationml/2006/main">
  <p:tag name="KSO_WM_UNIT_TYPE" val="l_h_i"/>
  <p:tag name="KSO_WM_UNIT_INDEX" val="1_1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982_4*l_h_i*1_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82"/>
  <p:tag name="KSO_WM_TEMPLATE_CATEGORY" val="custom"/>
  <p:tag name="KSO_WM_DIAGRAM_MAX_ITEMCNT" val="6"/>
  <p:tag name="KSO_WM_DIAGRAM_MIN_ITEMCNT" val="2"/>
  <p:tag name="KSO_WM_DIAGRAM_VIRTUALLY_FRAME" val="{&quot;height&quot;:399.23590087890625,&quot;width&quot;:493.1266784667969}"/>
  <p:tag name="KSO_WM_DIAGRAM_COLOR_MATCH_VALUE" val="{&quot;shape&quot;:{&quot;fill&quot;:{&quot;type&quot;:0},&quot;glow&quot;:{&quot;colorType&quot;:0},&quot;line&quot;:{&quot;solidLine&quot;:{&quot;brightness&quot;:0,&quot;colorType&quot;:1,&quot;foreColorIndex&quot;:7,&quot;transparency&quot;:0.7200000286102295},&quot;type&quot;:1},&quot;shadow&quot;:{&quot;colorType&quot;:0},&quot;threeD&quot;:{&quot;curvedSurface&quot;:{&quot;brightness&quot;:0,&quot;colorType&quot;:2,&quot;rgb&quot;:&quot;#000000&quot;},&quot;depth&quot;:{&quot;colorType&quot;:0}}},&quot;text&quot;:{&quot;fill&quot;:{},&quot;glow&quot;:{},&quot;line&quot;:{},&quot;shadow&quot;:{},&quot;threeD&quot;:{}}}"/>
</p:tagLst>
</file>

<file path=ppt/tags/tag95.xml><?xml version="1.0" encoding="utf-8"?>
<p:tagLst xmlns:p="http://schemas.openxmlformats.org/presentationml/2006/main">
  <p:tag name="KSO_WM_UNIT_TYPE" val="l_h_i"/>
  <p:tag name="KSO_WM_UNIT_INDEX" val="1_2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982_4*l_h_i*1_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82"/>
  <p:tag name="KSO_WM_TEMPLATE_CATEGORY" val="custom"/>
  <p:tag name="KSO_WM_DIAGRAM_MAX_ITEMCNT" val="6"/>
  <p:tag name="KSO_WM_DIAGRAM_MIN_ITEMCNT" val="2"/>
  <p:tag name="KSO_WM_DIAGRAM_VIRTUALLY_FRAME" val="{&quot;height&quot;:399.23590087890625,&quot;width&quot;:493.1266784667969}"/>
  <p:tag name="KSO_WM_DIAGRAM_COLOR_MATCH_VALUE" val="{&quot;shape&quot;:{&quot;fill&quot;:{&quot;type&quot;:0},&quot;glow&quot;:{&quot;colorType&quot;:0},&quot;line&quot;:{&quot;solidLine&quot;:{&quot;brightness&quot;:0,&quot;colorType&quot;:1,&quot;foreColorIndex&quot;:7,&quot;transparency&quot;:0.7200000286102295},&quot;type&quot;:1},&quot;shadow&quot;:{&quot;colorType&quot;:0},&quot;threeD&quot;:{&quot;curvedSurface&quot;:{&quot;brightness&quot;:0,&quot;colorType&quot;:2,&quot;rgb&quot;:&quot;#000000&quot;},&quot;depth&quot;:{&quot;colorType&quot;:0}}},&quot;text&quot;:{&quot;fill&quot;:{},&quot;glow&quot;:{},&quot;line&quot;:{},&quot;shadow&quot;:{},&quot;threeD&quot;:{}}}"/>
</p:tagLst>
</file>

<file path=ppt/tags/tag96.xml><?xml version="1.0" encoding="utf-8"?>
<p:tagLst xmlns:p="http://schemas.openxmlformats.org/presentationml/2006/main">
  <p:tag name="KSO_WM_UNIT_TYPE" val="l_h_i"/>
  <p:tag name="KSO_WM_UNIT_INDEX" val="1_3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982_4*l_h_i*1_3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82"/>
  <p:tag name="KSO_WM_TEMPLATE_CATEGORY" val="custom"/>
  <p:tag name="KSO_WM_DIAGRAM_MAX_ITEMCNT" val="6"/>
  <p:tag name="KSO_WM_DIAGRAM_MIN_ITEMCNT" val="2"/>
  <p:tag name="KSO_WM_DIAGRAM_VIRTUALLY_FRAME" val="{&quot;height&quot;:399.23590087890625,&quot;width&quot;:493.1266784667969}"/>
  <p:tag name="KSO_WM_DIAGRAM_COLOR_MATCH_VALUE" val="{&quot;shape&quot;:{&quot;fill&quot;:{&quot;type&quot;:0},&quot;glow&quot;:{&quot;colorType&quot;:0},&quot;line&quot;:{&quot;solidLine&quot;:{&quot;brightness&quot;:0,&quot;colorType&quot;:1,&quot;foreColorIndex&quot;:7,&quot;transparency&quot;:0.7200000286102295},&quot;type&quot;:1},&quot;shadow&quot;:{&quot;colorType&quot;:0},&quot;threeD&quot;:{&quot;curvedSurface&quot;:{&quot;brightness&quot;:0,&quot;colorType&quot;:2,&quot;rgb&quot;:&quot;#000000&quot;},&quot;depth&quot;:{&quot;colorType&quot;:0}}},&quot;text&quot;:{&quot;fill&quot;:{},&quot;glow&quot;:{},&quot;line&quot;:{},&quot;shadow&quot;:{},&quot;threeD&quot;:{}}}"/>
</p:tagLst>
</file>

<file path=ppt/tags/tag97.xml><?xml version="1.0" encoding="utf-8"?>
<p:tagLst xmlns:p="http://schemas.openxmlformats.org/presentationml/2006/main">
  <p:tag name="KSO_WM_UNIT_TYPE" val="l_h_i"/>
  <p:tag name="KSO_WM_UNIT_INDEX" val="1_4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982_4*l_h_i*1_4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82"/>
  <p:tag name="KSO_WM_TEMPLATE_CATEGORY" val="custom"/>
  <p:tag name="KSO_WM_DIAGRAM_MAX_ITEMCNT" val="6"/>
  <p:tag name="KSO_WM_DIAGRAM_MIN_ITEMCNT" val="2"/>
  <p:tag name="KSO_WM_DIAGRAM_VIRTUALLY_FRAME" val="{&quot;height&quot;:399.23590087890625,&quot;width&quot;:493.1266784667969}"/>
  <p:tag name="KSO_WM_DIAGRAM_COLOR_MATCH_VALUE" val="{&quot;shape&quot;:{&quot;fill&quot;:{&quot;type&quot;:0},&quot;glow&quot;:{&quot;colorType&quot;:0},&quot;line&quot;:{&quot;solidLine&quot;:{&quot;brightness&quot;:0,&quot;colorType&quot;:1,&quot;foreColorIndex&quot;:7,&quot;transparency&quot;:0.7200000286102295},&quot;type&quot;:1},&quot;shadow&quot;:{&quot;colorType&quot;:0},&quot;threeD&quot;:{&quot;curvedSurface&quot;:{&quot;brightness&quot;:0,&quot;colorType&quot;:2,&quot;rgb&quot;:&quot;#000000&quot;},&quot;depth&quot;:{&quot;colorType&quot;:0}}},&quot;text&quot;:{&quot;fill&quot;:{},&quot;glow&quot;:{},&quot;line&quot;:{},&quot;shadow&quot;:{},&quot;threeD&quot;:{}}}"/>
</p:tagLst>
</file>

<file path=ppt/tags/tag98.xml><?xml version="1.0" encoding="utf-8"?>
<p:tagLst xmlns:p="http://schemas.openxmlformats.org/presentationml/2006/main">
  <p:tag name="KSO_WM_UNIT_TYPE" val="a"/>
  <p:tag name="KSO_WM_UNIT_INDEX" val="1"/>
  <p:tag name="KSO_WM_BEAUTIFY_FLAG" val="#wm#"/>
  <p:tag name="KSO_WM_TAG_VERSION" val="3.0"/>
  <p:tag name="KSO_WM_UNIT_ISCONTENTSTITLE" val="1"/>
  <p:tag name="KSO_WM_DIAGRAM_GROUP_CODE" val="l1-1"/>
  <p:tag name="KSO_WM_DIAGRAM_COLOR_TRICK" val="1"/>
  <p:tag name="KSO_WM_DIAGRAM_COLOR_TEXT_CAN_REMOVE" val="n"/>
  <p:tag name="KSO_WM_UNIT_ID" val="custom20235982_4*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982"/>
  <p:tag name="KSO_WM_TEMPLATE_CATEGORY" val="custom"/>
</p:tagLst>
</file>

<file path=ppt/tags/tag99.xml><?xml version="1.0" encoding="utf-8"?>
<p:tagLst xmlns:p="http://schemas.openxmlformats.org/presentationml/2006/main">
  <p:tag name="KSO_WM_UNIT_TYPE" val="l_h_f"/>
  <p:tag name="KSO_WM_UNIT_INDEX" val="1_1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982_4*l_h_f*1_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82"/>
  <p:tag name="KSO_WM_TEMPLATE_CATEGORY" val="custom"/>
  <p:tag name="KSO_WM_UNIT_SUBTYPE" val="a"/>
  <p:tag name="KSO_WM_UNIT_PRESET_TEXT" val="单击添加目录项标题"/>
  <p:tag name="KSO_WM_DIAGRAM_MAX_ITEMCNT" val="6"/>
  <p:tag name="KSO_WM_DIAGRAM_MIN_ITEMCNT" val="2"/>
  <p:tag name="KSO_WM_DIAGRAM_VIRTUALLY_FRAME" val="{&quot;height&quot;:399.23590087890625,&quot;width&quot;:493.126678466796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Lst>
</file>

<file path=ppt/tags/tag100.xml><?xml version="1.0" encoding="utf-8"?>
<p:tagLst xmlns:p="http://schemas.openxmlformats.org/presentationml/2006/main">
  <p:tag name="KSO_WM_UNIT_TYPE" val="l_h_i"/>
  <p:tag name="KSO_WM_UNIT_SUBTYPE" val="d"/>
  <p:tag name="KSO_WM_UNIT_INDEX" val="1_1_2"/>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982_4*l_h_i*1_1_2"/>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82"/>
  <p:tag name="KSO_WM_TEMPLATE_CATEGORY" val="custom"/>
  <p:tag name="KSO_WM_DIAGRAM_MAX_ITEMCNT" val="6"/>
  <p:tag name="KSO_WM_DIAGRAM_MIN_ITEMCNT" val="2"/>
  <p:tag name="KSO_WM_DIAGRAM_VIRTUALLY_FRAME" val="{&quot;height&quot;:399.23590087890625,&quot;width&quot;:493.126678466796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7,&quot;pos&quot;:0.03669999912381172,&quot;transparency&quot;:0},{&quot;brightness&quot;:0,&quot;colorType&quot;:1,&quot;foreColorIndex&quot;:6,&quot;pos&quot;:0.4300000071525574,&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
</p:tagLst>
</file>

<file path=ppt/tags/tag101.xml><?xml version="1.0" encoding="utf-8"?>
<p:tagLst xmlns:p="http://schemas.openxmlformats.org/presentationml/2006/main">
  <p:tag name="KSO_WM_UNIT_TYPE" val="l_h_i"/>
  <p:tag name="KSO_WM_UNIT_SUBTYPE" val="d"/>
  <p:tag name="KSO_WM_UNIT_INDEX" val="1_2_2"/>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982_4*l_h_i*1_2_2"/>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82"/>
  <p:tag name="KSO_WM_TEMPLATE_CATEGORY" val="custom"/>
  <p:tag name="KSO_WM_DIAGRAM_MAX_ITEMCNT" val="6"/>
  <p:tag name="KSO_WM_DIAGRAM_MIN_ITEMCNT" val="2"/>
  <p:tag name="KSO_WM_DIAGRAM_VIRTUALLY_FRAME" val="{&quot;height&quot;:399.23590087890625,&quot;width&quot;:493.126678466796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7,&quot;pos&quot;:0.03669999912381172,&quot;transparency&quot;:0},{&quot;brightness&quot;:0,&quot;colorType&quot;:1,&quot;foreColorIndex&quot;:6,&quot;pos&quot;:0.4300000071525574,&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
</p:tagLst>
</file>

<file path=ppt/tags/tag102.xml><?xml version="1.0" encoding="utf-8"?>
<p:tagLst xmlns:p="http://schemas.openxmlformats.org/presentationml/2006/main">
  <p:tag name="KSO_WM_UNIT_TYPE" val="l_h_f"/>
  <p:tag name="KSO_WM_UNIT_INDEX" val="1_2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982_4*l_h_f*1_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82"/>
  <p:tag name="KSO_WM_TEMPLATE_CATEGORY" val="custom"/>
  <p:tag name="KSO_WM_UNIT_SUBTYPE" val="a"/>
  <p:tag name="KSO_WM_UNIT_PRESET_TEXT" val="单击添加目录项标题"/>
  <p:tag name="KSO_WM_DIAGRAM_MAX_ITEMCNT" val="6"/>
  <p:tag name="KSO_WM_DIAGRAM_MIN_ITEMCNT" val="2"/>
  <p:tag name="KSO_WM_DIAGRAM_VIRTUALLY_FRAME" val="{&quot;height&quot;:399.23590087890625,&quot;width&quot;:493.126678466796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Lst>
</file>

<file path=ppt/tags/tag103.xml><?xml version="1.0" encoding="utf-8"?>
<p:tagLst xmlns:p="http://schemas.openxmlformats.org/presentationml/2006/main">
  <p:tag name="KSO_WM_UNIT_TYPE" val="l_h_f"/>
  <p:tag name="KSO_WM_UNIT_INDEX" val="1_3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982_4*l_h_f*1_3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82"/>
  <p:tag name="KSO_WM_TEMPLATE_CATEGORY" val="custom"/>
  <p:tag name="KSO_WM_UNIT_SUBTYPE" val="a"/>
  <p:tag name="KSO_WM_UNIT_PRESET_TEXT" val="单击添加目录项标题"/>
  <p:tag name="KSO_WM_DIAGRAM_MAX_ITEMCNT" val="6"/>
  <p:tag name="KSO_WM_DIAGRAM_MIN_ITEMCNT" val="2"/>
  <p:tag name="KSO_WM_DIAGRAM_VIRTUALLY_FRAME" val="{&quot;height&quot;:399.23590087890625,&quot;width&quot;:493.126678466796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Lst>
</file>

<file path=ppt/tags/tag104.xml><?xml version="1.0" encoding="utf-8"?>
<p:tagLst xmlns:p="http://schemas.openxmlformats.org/presentationml/2006/main">
  <p:tag name="KSO_WM_UNIT_TYPE" val="l_h_i"/>
  <p:tag name="KSO_WM_UNIT_SUBTYPE" val="d"/>
  <p:tag name="KSO_WM_UNIT_INDEX" val="1_3_2"/>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982_4*l_h_i*1_3_2"/>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82"/>
  <p:tag name="KSO_WM_TEMPLATE_CATEGORY" val="custom"/>
  <p:tag name="KSO_WM_DIAGRAM_MAX_ITEMCNT" val="6"/>
  <p:tag name="KSO_WM_DIAGRAM_MIN_ITEMCNT" val="2"/>
  <p:tag name="KSO_WM_DIAGRAM_VIRTUALLY_FRAME" val="{&quot;height&quot;:399.23590087890625,&quot;width&quot;:493.126678466796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7,&quot;pos&quot;:0.03669999912381172,&quot;transparency&quot;:0},{&quot;brightness&quot;:0,&quot;colorType&quot;:1,&quot;foreColorIndex&quot;:6,&quot;pos&quot;:0.4300000071525574,&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
</p:tagLst>
</file>

<file path=ppt/tags/tag105.xml><?xml version="1.0" encoding="utf-8"?>
<p:tagLst xmlns:p="http://schemas.openxmlformats.org/presentationml/2006/main">
  <p:tag name="KSO_WM_UNIT_TYPE" val="l_h_f"/>
  <p:tag name="KSO_WM_UNIT_INDEX" val="1_4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982_4*l_h_f*1_4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82"/>
  <p:tag name="KSO_WM_TEMPLATE_CATEGORY" val="custom"/>
  <p:tag name="KSO_WM_UNIT_SUBTYPE" val="a"/>
  <p:tag name="KSO_WM_UNIT_PRESET_TEXT" val="单击添加目录项标题"/>
  <p:tag name="KSO_WM_DIAGRAM_MAX_ITEMCNT" val="6"/>
  <p:tag name="KSO_WM_DIAGRAM_MIN_ITEMCNT" val="2"/>
  <p:tag name="KSO_WM_DIAGRAM_VIRTUALLY_FRAME" val="{&quot;height&quot;:399.23590087890625,&quot;width&quot;:493.126678466796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Lst>
</file>

<file path=ppt/tags/tag106.xml><?xml version="1.0" encoding="utf-8"?>
<p:tagLst xmlns:p="http://schemas.openxmlformats.org/presentationml/2006/main">
  <p:tag name="KSO_WM_UNIT_TYPE" val="l_h_i"/>
  <p:tag name="KSO_WM_UNIT_SUBTYPE" val="d"/>
  <p:tag name="KSO_WM_UNIT_INDEX" val="1_4_2"/>
  <p:tag name="KSO_WM_BEAUTIFY_FLAG" val="#wm#"/>
  <p:tag name="KSO_WM_TAG_VERSION" val="3.0"/>
  <p:tag name="KSO_WM_DIAGRAM_VERSION" val="3"/>
  <p:tag name="KSO_WM_DIAGRAM_GROUP_CODE" val="l1-1"/>
  <p:tag name="KSO_WM_DIAGRAM_COLOR_TRICK" val="1"/>
  <p:tag name="KSO_WM_DIAGRAM_COLOR_TEXT_CAN_REMOVE" val="n"/>
  <p:tag name="KSO_WM_UNIT_ID" val="custom20235982_4*l_h_i*1_4_2"/>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5982"/>
  <p:tag name="KSO_WM_TEMPLATE_CATEGORY" val="custom"/>
  <p:tag name="KSO_WM_DIAGRAM_MAX_ITEMCNT" val="6"/>
  <p:tag name="KSO_WM_DIAGRAM_MIN_ITEMCNT" val="2"/>
  <p:tag name="KSO_WM_DIAGRAM_VIRTUALLY_FRAME" val="{&quot;height&quot;:399.23590087890625,&quot;width&quot;:493.126678466796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7,&quot;pos&quot;:0.03669999912381172,&quot;transparency&quot;:0},{&quot;brightness&quot;:0,&quot;colorType&quot;:1,&quot;foreColorIndex&quot;:6,&quot;pos&quot;:0.4300000071525574,&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
</p:tagLst>
</file>

<file path=ppt/tags/tag107.xml><?xml version="1.0" encoding="utf-8"?>
<p:tagLst xmlns:p="http://schemas.openxmlformats.org/presentationml/2006/main">
  <p:tag name="KSO_WM_UNIT_TYPE" val="i"/>
  <p:tag name="KSO_WM_UNIT_INDEX" val="1"/>
  <p:tag name="KSO_WM_BEAUTIFY_FLAG" val="#wm#"/>
  <p:tag name="KSO_WM_TAG_VERSION" val="3.0"/>
  <p:tag name="KSO_WM_DIAGRAM_GROUP_CODE" val="l1-1"/>
  <p:tag name="KSO_WM_DIAGRAM_COLOR_TRICK" val="1"/>
  <p:tag name="KSO_WM_DIAGRAM_COLOR_TEXT_CAN_REMOVE" val="n"/>
  <p:tag name="KSO_WM_UNIT_ID" val="custom20235982_4*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982"/>
  <p:tag name="KSO_WM_TEMPLATE_CATEGORY" val="custom"/>
</p:tagLst>
</file>

<file path=ppt/tags/tag108.xml><?xml version="1.0" encoding="utf-8"?>
<p:tagLst xmlns:p="http://schemas.openxmlformats.org/presentationml/2006/main">
  <p:tag name="KSO_WM_SLIDE_TYPE" val="contents"/>
  <p:tag name="KSO_WM_TEMPLATE_SUBCATEGORY" val="29"/>
  <p:tag name="KSO_WM_TEMPLATE_COLOR_TYPE" val="0"/>
  <p:tag name="KSO_WM_TAG_VERSION" val="3.0"/>
  <p:tag name="KSO_WM_SLIDE_SUBTYPE" val="diag"/>
  <p:tag name="KSO_WM_SLIDE_ITEM_CNT" val="4"/>
  <p:tag name="KSO_WM_DIAGRAM_GROUP_CODE" val="l1-1"/>
  <p:tag name="KSO_WM_BEAUTIFY_FLAG" val="#wm#"/>
  <p:tag name="KSO_WM_TEMPLATE_INDEX" val="20235982"/>
  <p:tag name="KSO_WM_TEMPLATE_CATEGORY" val="custom"/>
  <p:tag name="KSO_WM_SLIDE_INDEX" val="4"/>
  <p:tag name="KSO_WM_SLIDE_ID" val="custom20235982_4"/>
  <p:tag name="KSO_WM_TEMPLATE_MASTER_TYPE" val="0"/>
  <p:tag name="KSO_WM_SLIDE_LAYOUT" val="a_l"/>
  <p:tag name="KSO_WM_SLIDE_LAYOUT_CNT" val="1_1"/>
  <p:tag name="KSO_WM_SLIDE_DIAGTYPE" val="l"/>
  <p:tag name="CP_OUTLINE_TITLE" val="目录"/>
  <p:tag name="CP_OUTLINE_TYPE" val="pt_contents"/>
</p:tagLst>
</file>

<file path=ppt/tags/tag109.xml><?xml version="1.0" encoding="utf-8"?>
<p:tagLst xmlns:p="http://schemas.openxmlformats.org/presentationml/2006/main">
  <p:tag name="KSO_WM_UNIT_TYPE" val="a"/>
  <p:tag name="KSO_WM_UNIT_INDEX" val="1"/>
  <p:tag name="KSO_WM_BEAUTIFY_FLAG" val="#wm#"/>
  <p:tag name="KSO_WM_TAG_VERSION" val="3.0"/>
  <p:tag name="KSO_WM_UNIT_ID" val="custom20235982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982"/>
  <p:tag name="KSO_WM_TEMPLATE_CATEGORY" val="custom"/>
  <p:tag name="KSO_WM_UNIT_ISCONTENTSTITLE" val="0"/>
  <p:tag name="KSO_WM_UNIT_VALUE" val="14"/>
  <p:tag name="KSO_WM_UNIT_PRESET_TEXT" val="添加章节标题"/>
  <p:tag name="KSO_WM_UNIT_TEXT_TYPE" val="1"/>
</p:tagLst>
</file>

<file path=ppt/tags/tag110.xml><?xml version="1.0" encoding="utf-8"?>
<p:tagLst xmlns:p="http://schemas.openxmlformats.org/presentationml/2006/main">
  <p:tag name="KSO_WM_UNIT_TYPE" val="b"/>
  <p:tag name="KSO_WM_UNIT_INDEX" val="1"/>
  <p:tag name="KSO_WM_BEAUTIFY_FLAG" val="#wm#"/>
  <p:tag name="KSO_WM_TAG_VERSION" val="3.0"/>
  <p:tag name="KSO_WM_UNIT_ID" val="custom20235982_7*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982"/>
  <p:tag name="KSO_WM_TEMPLATE_CATEGORY" val="custom"/>
  <p:tag name="KSO_WM_UNIT_ISCONTENTSTITLE" val="0"/>
  <p:tag name="KSO_WM_UNIT_VALUE" val="35"/>
  <p:tag name="KSO_WM_UNIT_PRESET_TEXT" val="章节副标题"/>
  <p:tag name="KSO_WM_UNIT_TEXT_TYPE" val="1"/>
</p:tagLst>
</file>

<file path=ppt/tags/tag111.xml><?xml version="1.0" encoding="utf-8"?>
<p:tagLst xmlns:p="http://schemas.openxmlformats.org/presentationml/2006/main">
  <p:tag name="KSO_WM_UNIT_TYPE" val="e"/>
  <p:tag name="KSO_WM_UNIT_INDEX" val="1"/>
  <p:tag name="KSO_WM_BEAUTIFY_FLAG" val="#wm#"/>
  <p:tag name="KSO_WM_TAG_VERSION" val="3.0"/>
  <p:tag name="KSO_WM_UNIT_ID" val="custom20235982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982"/>
  <p:tag name="KSO_WM_TEMPLATE_CATEGORY" val="custom"/>
  <p:tag name="KSO_WM_UNIT_VALUE" val="5"/>
</p:tagLst>
</file>

<file path=ppt/tags/tag112.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5982"/>
  <p:tag name="KSO_WM_TEMPLATE_CATEGORY" val="custom"/>
  <p:tag name="KSO_WM_SLIDE_INDEX" val="7"/>
  <p:tag name="KSO_WM_SLIDE_ID" val="custom20235982_7"/>
  <p:tag name="KSO_WM_TEMPLATE_MASTER_TYPE" val="0"/>
  <p:tag name="KSO_WM_SLIDE_LAYOUT" val="a_b_e"/>
  <p:tag name="KSO_WM_SLIDE_LAYOUT_CNT" val="1_1_1"/>
  <p:tag name="CP_OUTLINE_TITLE" val="辛亥革命的背景与意义"/>
  <p:tag name="CP_OUTLINE_TYPE" val="pt_section_title"/>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TEMPLATE_CATEGORY" val="diagram"/>
  <p:tag name="KSO_WM_UNIT_LAYERLEVEL" val="1"/>
  <p:tag name="KSO_WM_TAG_VERSION" val="3.0"/>
  <p:tag name="KSO_WM_BEAUTIFY_FLAG" val="#wm#"/>
  <p:tag name="KSO_WM_UNIT_ISCONTENTSTITLE" val="0"/>
  <p:tag name="KSO_WM_UNIT_ISNUMDGMTITLE" val="0"/>
  <p:tag name="KSO_WM_UNIT_NOCLEAR" val="0"/>
  <p:tag name="KSO_WM_UNIT_VALUE" val="29"/>
  <p:tag name="KSO_WM_DIAGRAM_GROUP_CODE" val="m1-1"/>
  <p:tag name="KSO_WM_UNIT_TYPE" val="a"/>
  <p:tag name="KSO_WM_UNIT_INDEX" val="1"/>
  <p:tag name="KSO_WM_TEMPLATE_INDEX" val="20233265"/>
  <p:tag name="KSO_WM_UNIT_ID" val="diagram20233265_4*a*1"/>
  <p:tag name="KSO_WM_UNIT_TEXT_TYPE" val="1"/>
  <p:tag name="KSO_WM_UNIT_PRESET_TEXT" val="单击此处添加标题"/>
</p:tagLst>
</file>

<file path=ppt/tags/tag114.xml><?xml version="1.0" encoding="utf-8"?>
<p:tagLst xmlns:p="http://schemas.openxmlformats.org/presentationml/2006/main">
  <p:tag name="KSO_WM_DIAGRAM_VIRTUALLY_FRAME" val="{&quot;height&quot;:355.3999938964844,&quot;width&quot;:850.3499755859375}"/>
  <p:tag name="KSO_WM_UNIT_HIGHLIGHT" val="0"/>
  <p:tag name="KSO_WM_UNIT_COMPATIBLE" val="0"/>
  <p:tag name="KSO_WM_UNIT_DIAGRAM_ISNUMVISUAL" val="0"/>
  <p:tag name="KSO_WM_UNIT_DIAGRAM_ISREFERUNIT" val="0"/>
  <p:tag name="KSO_WM_TEMPLATE_CATEGORY" val="diagram"/>
  <p:tag name="KSO_WM_TEMPLATE_INDEX" val="20233265"/>
  <p:tag name="KSO_WM_UNIT_LAYERLEVEL" val="1_1_1"/>
  <p:tag name="KSO_WM_TAG_VERSION" val="3.0"/>
  <p:tag name="KSO_WM_UNIT_TYPE" val="m_h_i"/>
  <p:tag name="KSO_WM_DIAGRAM_VERSION" val="3"/>
  <p:tag name="KSO_WM_DIAGRAM_MAX_ITEMCNT" val="5"/>
  <p:tag name="KSO_WM_DIAGRAM_MIN_ITEMCNT" val="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RICK" val="1"/>
  <p:tag name="KSO_WM_DIAGRAM_COLOR_TEXT_CAN_REMOVE" val="n"/>
  <p:tag name="KSO_WM_UNIT_ID" val="diagram20233265_2*m_h_i*1_1_2"/>
  <p:tag name="KSO_WM_UNIT_INDEX" val="1_1_2"/>
  <p:tag name="KSO_WM_DIAGRAM_GROUP_CODE" val="m1-1"/>
  <p:tag name="KSO_WM_BEAUTIFY_FLAG" val="#wm#"/>
  <p:tag name="KSO_WM_UNIT_FILL_TYPE" val="1"/>
  <p:tag name="KSO_WM_UNIT_FILL_FORE_SCHEMECOLOR_INDEX" val="5"/>
  <p:tag name="KSO_WM_UNIT_FILL_FORE_SCHEMECOLOR_INDEX_BRIGHTNESS" val="0"/>
  <p:tag name="KSO_WM_UNIT_LINE_FORE_SCHEMECOLOR_INDEX" val="-2"/>
</p:tagLst>
</file>

<file path=ppt/tags/tag115.xml><?xml version="1.0" encoding="utf-8"?>
<p:tagLst xmlns:p="http://schemas.openxmlformats.org/presentationml/2006/main">
  <p:tag name="KSO_WM_DIAGRAM_VIRTUALLY_FRAME" val="{&quot;height&quot;:355.3999938964844,&quot;width&quot;:850.3499755859375}"/>
  <p:tag name="KSO_WM_UNIT_HIGHLIGHT" val="0"/>
  <p:tag name="KSO_WM_UNIT_COMPATIBLE" val="0"/>
  <p:tag name="KSO_WM_UNIT_DIAGRAM_ISNUMVISUAL" val="0"/>
  <p:tag name="KSO_WM_UNIT_DIAGRAM_ISREFERUNIT" val="0"/>
  <p:tag name="KSO_WM_TEMPLATE_CATEGORY" val="diagram"/>
  <p:tag name="KSO_WM_TEMPLATE_INDEX" val="20233265"/>
  <p:tag name="KSO_WM_UNIT_LAYERLEVEL" val="1_1_1"/>
  <p:tag name="KSO_WM_TAG_VERSION" val="3.0"/>
  <p:tag name="KSO_WM_UNIT_TYPE" val="m_h_i"/>
  <p:tag name="KSO_WM_DIAGRAM_VERSION" val="3"/>
  <p:tag name="KSO_WM_DIAGRAM_MAX_ITEMCNT" val="5"/>
  <p:tag name="KSO_WM_DIAGRAM_MIN_ITEMCNT" val="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RICK" val="1"/>
  <p:tag name="KSO_WM_DIAGRAM_COLOR_TEXT_CAN_REMOVE" val="n"/>
  <p:tag name="KSO_WM_UNIT_ID" val="diagram20233265_2*m_h_i*1_2_2"/>
  <p:tag name="KSO_WM_UNIT_INDEX" val="1_2_2"/>
  <p:tag name="KSO_WM_DIAGRAM_GROUP_CODE" val="m1-1"/>
  <p:tag name="KSO_WM_BEAUTIFY_FLAG" val="#wm#"/>
  <p:tag name="KSO_WM_UNIT_FILL_TYPE" val="1"/>
  <p:tag name="KSO_WM_UNIT_FILL_FORE_SCHEMECOLOR_INDEX" val="5"/>
  <p:tag name="KSO_WM_UNIT_FILL_FORE_SCHEMECOLOR_INDEX_BRIGHTNESS" val="0"/>
  <p:tag name="KSO_WM_UNIT_LINE_FORE_SCHEMECOLOR_INDEX" val="-2"/>
</p:tagLst>
</file>

<file path=ppt/tags/tag116.xml><?xml version="1.0" encoding="utf-8"?>
<p:tagLst xmlns:p="http://schemas.openxmlformats.org/presentationml/2006/main">
  <p:tag name="KSO_WM_DIAGRAM_VIRTUALLY_FRAME" val="{&quot;height&quot;:355.3999938964844,&quot;width&quot;:850.3499755859375}"/>
  <p:tag name="KSO_WM_UNIT_HIGHLIGHT" val="0"/>
  <p:tag name="KSO_WM_UNIT_COMPATIBLE" val="0"/>
  <p:tag name="KSO_WM_UNIT_DIAGRAM_ISNUMVISUAL" val="0"/>
  <p:tag name="KSO_WM_UNIT_DIAGRAM_ISREFERUNIT" val="0"/>
  <p:tag name="KSO_WM_TEMPLATE_CATEGORY" val="diagram"/>
  <p:tag name="KSO_WM_TEMPLATE_INDEX" val="20233265"/>
  <p:tag name="KSO_WM_UNIT_LAYERLEVEL" val="1_1_1"/>
  <p:tag name="KSO_WM_TAG_VERSION" val="3.0"/>
  <p:tag name="KSO_WM_UNIT_TYPE" val="m_h_i"/>
  <p:tag name="KSO_WM_DIAGRAM_VERSION" val="3"/>
  <p:tag name="KSO_WM_DIAGRAM_MAX_ITEMCNT" val="5"/>
  <p:tag name="KSO_WM_DIAGRAM_MIN_ITEMCNT" val="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RICK" val="1"/>
  <p:tag name="KSO_WM_DIAGRAM_COLOR_TEXT_CAN_REMOVE" val="n"/>
  <p:tag name="KSO_WM_UNIT_ID" val="diagram20233265_2*m_h_i*1_3_2"/>
  <p:tag name="KSO_WM_UNIT_INDEX" val="1_3_2"/>
  <p:tag name="KSO_WM_DIAGRAM_GROUP_CODE" val="m1-1"/>
  <p:tag name="KSO_WM_BEAUTIFY_FLAG" val="#wm#"/>
  <p:tag name="KSO_WM_UNIT_FILL_TYPE" val="1"/>
  <p:tag name="KSO_WM_UNIT_FILL_FORE_SCHEMECOLOR_INDEX" val="5"/>
  <p:tag name="KSO_WM_UNIT_FILL_FORE_SCHEMECOLOR_INDEX_BRIGHTNESS" val="0"/>
  <p:tag name="KSO_WM_UNIT_LINE_FORE_SCHEMECOLOR_INDEX" val="-2"/>
</p:tagLst>
</file>

<file path=ppt/tags/tag117.xml><?xml version="1.0" encoding="utf-8"?>
<p:tagLst xmlns:p="http://schemas.openxmlformats.org/presentationml/2006/main">
  <p:tag name="KSO_WM_DIAGRAM_VIRTUALLY_FRAME" val="{&quot;height&quot;:355.3999938964844,&quot;width&quot;:850.3499755859375}"/>
  <p:tag name="KSO_WM_UNIT_HIGHLIGHT" val="0"/>
  <p:tag name="KSO_WM_UNIT_COMPATIBLE" val="0"/>
  <p:tag name="KSO_WM_UNIT_DIAGRAM_ISNUMVISUAL" val="0"/>
  <p:tag name="KSO_WM_UNIT_DIAGRAM_ISREFERUNIT" val="0"/>
  <p:tag name="KSO_WM_TEMPLATE_CATEGORY" val="diagram"/>
  <p:tag name="KSO_WM_TEMPLATE_INDEX" val="20233265"/>
  <p:tag name="KSO_WM_UNIT_LAYERLEVEL" val="1_1_1"/>
  <p:tag name="KSO_WM_TAG_VERSION" val="3.0"/>
  <p:tag name="KSO_WM_UNIT_TYPE" val="m_h_i"/>
  <p:tag name="KSO_WM_DIAGRAM_VERSION" val="3"/>
  <p:tag name="KSO_WM_DIAGRAM_MAX_ITEMCNT" val="5"/>
  <p:tag name="KSO_WM_DIAGRAM_MIN_ITEMCNT" val="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RICK" val="1"/>
  <p:tag name="KSO_WM_DIAGRAM_COLOR_TEXT_CAN_REMOVE" val="n"/>
  <p:tag name="KSO_WM_UNIT_ID" val="diagram20233265_2*m_h_i*1_1_1"/>
  <p:tag name="KSO_WM_UNIT_INDEX" val="1_1_1"/>
  <p:tag name="KSO_WM_DIAGRAM_GROUP_CODE" val="m1-1"/>
  <p:tag name="KSO_WM_BEAUTIFY_FLAG" val="#wm#"/>
  <p:tag name="KSO_WM_UNIT_FILL_TYPE" val="1"/>
  <p:tag name="KSO_WM_UNIT_FILL_FORE_SCHEMECOLOR_INDEX" val="5"/>
  <p:tag name="KSO_WM_UNIT_FILL_FORE_SCHEMECOLOR_INDEX_BRIGHTNESS" val="0"/>
  <p:tag name="KSO_WM_UNIT_LINE_FORE_SCHEMECOLOR_INDEX" val="-2"/>
</p:tagLst>
</file>

<file path=ppt/tags/tag118.xml><?xml version="1.0" encoding="utf-8"?>
<p:tagLst xmlns:p="http://schemas.openxmlformats.org/presentationml/2006/main">
  <p:tag name="KSO_WM_DIAGRAM_VIRTUALLY_FRAME" val="{&quot;height&quot;:355.3999938964844,&quot;width&quot;:850.3499755859375}"/>
  <p:tag name="KSO_WM_UNIT_HIGHLIGHT" val="0"/>
  <p:tag name="KSO_WM_UNIT_COMPATIBLE" val="0"/>
  <p:tag name="KSO_WM_UNIT_DIAGRAM_ISNUMVISUAL" val="0"/>
  <p:tag name="KSO_WM_UNIT_DIAGRAM_ISREFERUNIT" val="0"/>
  <p:tag name="KSO_WM_TEMPLATE_CATEGORY" val="diagram"/>
  <p:tag name="KSO_WM_TEMPLATE_INDEX" val="20233265"/>
  <p:tag name="KSO_WM_UNIT_LAYERLEVEL" val="1_1_1"/>
  <p:tag name="KSO_WM_TAG_VERSION" val="3.0"/>
  <p:tag name="KSO_WM_UNIT_TYPE" val="m_h_i"/>
  <p:tag name="KSO_WM_DIAGRAM_VERSION" val="3"/>
  <p:tag name="KSO_WM_DIAGRAM_MAX_ITEMCNT" val="5"/>
  <p:tag name="KSO_WM_DIAGRAM_MIN_ITEMCNT" val="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RICK" val="1"/>
  <p:tag name="KSO_WM_DIAGRAM_COLOR_TEXT_CAN_REMOVE" val="n"/>
  <p:tag name="KSO_WM_UNIT_ID" val="diagram20233265_2*m_h_i*1_2_1"/>
  <p:tag name="KSO_WM_UNIT_INDEX" val="1_2_1"/>
  <p:tag name="KSO_WM_DIAGRAM_GROUP_CODE" val="m1-1"/>
  <p:tag name="KSO_WM_BEAUTIFY_FLAG" val="#wm#"/>
  <p:tag name="KSO_WM_UNIT_FILL_TYPE" val="1"/>
  <p:tag name="KSO_WM_UNIT_FILL_FORE_SCHEMECOLOR_INDEX" val="5"/>
  <p:tag name="KSO_WM_UNIT_FILL_FORE_SCHEMECOLOR_INDEX_BRIGHTNESS" val="0"/>
  <p:tag name="KSO_WM_UNIT_LINE_FORE_SCHEMECOLOR_INDEX" val="-2"/>
</p:tagLst>
</file>

<file path=ppt/tags/tag119.xml><?xml version="1.0" encoding="utf-8"?>
<p:tagLst xmlns:p="http://schemas.openxmlformats.org/presentationml/2006/main">
  <p:tag name="KSO_WM_DIAGRAM_VIRTUALLY_FRAME" val="{&quot;height&quot;:355.3999938964844,&quot;width&quot;:850.3499755859375}"/>
  <p:tag name="KSO_WM_UNIT_HIGHLIGHT" val="0"/>
  <p:tag name="KSO_WM_UNIT_COMPATIBLE" val="0"/>
  <p:tag name="KSO_WM_UNIT_DIAGRAM_ISNUMVISUAL" val="0"/>
  <p:tag name="KSO_WM_UNIT_DIAGRAM_ISREFERUNIT" val="0"/>
  <p:tag name="KSO_WM_TEMPLATE_CATEGORY" val="diagram"/>
  <p:tag name="KSO_WM_TEMPLATE_INDEX" val="20233265"/>
  <p:tag name="KSO_WM_UNIT_LAYERLEVEL" val="1_1_1"/>
  <p:tag name="KSO_WM_TAG_VERSION" val="3.0"/>
  <p:tag name="KSO_WM_UNIT_TYPE" val="m_h_i"/>
  <p:tag name="KSO_WM_DIAGRAM_VERSION" val="3"/>
  <p:tag name="KSO_WM_DIAGRAM_MAX_ITEMCNT" val="5"/>
  <p:tag name="KSO_WM_DIAGRAM_MIN_ITEMCNT" val="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RICK" val="1"/>
  <p:tag name="KSO_WM_DIAGRAM_COLOR_TEXT_CAN_REMOVE" val="n"/>
  <p:tag name="KSO_WM_UNIT_ID" val="diagram20233265_2*m_h_i*1_3_1"/>
  <p:tag name="KSO_WM_UNIT_INDEX" val="1_3_1"/>
  <p:tag name="KSO_WM_DIAGRAM_GROUP_CODE" val="m1-1"/>
  <p:tag name="KSO_WM_BEAUTIFY_FLAG" val="#wm#"/>
  <p:tag name="KSO_WM_UNIT_FILL_TYPE" val="1"/>
  <p:tag name="KSO_WM_UNIT_FILL_FORE_SCHEMECOLOR_INDEX" val="5"/>
  <p:tag name="KSO_WM_UNIT_FILL_FORE_SCHEMECOLOR_INDEX_BRIGHTNESS" val="0"/>
  <p:tag name="KSO_WM_UNIT_LINE_FORE_SCHEMECOLOR_INDEX" val="-2"/>
</p:tagLst>
</file>

<file path=ppt/tags/tag12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TEMPLATE_CATEGORY" val="diagram"/>
  <p:tag name="KSO_WM_TEMPLATE_INDEX" val="20233265"/>
  <p:tag name="KSO_WM_UNIT_LAYERLEVEL" val="1_1_1"/>
  <p:tag name="KSO_WM_TAG_VERSION" val="3.0"/>
  <p:tag name="KSO_WM_UNIT_TEXT_FILL_FORE_SCHEMECOLOR_INDEX_BRIGHTNESS" val="0.15"/>
  <p:tag name="KSO_WM_DIAGRAM_VERSION" val="3"/>
  <p:tag name="KSO_WM_DIAGRAM_MAX_ITEMCNT" val="5"/>
  <p:tag name="KSO_WM_DIAGRAM_MIN_ITEMCNT" val="2"/>
  <p:tag name="KSO_WM_DIAGRAM_VIRTUALLY_FRAME" val="{&quot;height&quot;:355.3999938964844,&quot;width&quot;:850.3499755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RICK" val="1"/>
  <p:tag name="KSO_WM_DIAGRAM_COLOR_TEXT_CAN_REMOVE" val="n"/>
  <p:tag name="KSO_WM_UNIT_ID" val="diagram20233265_2*m_h_f*1_1_1"/>
  <p:tag name="KSO_WM_UNIT_INDEX" val="1_1_1"/>
  <p:tag name="KSO_WM_DIAGRAM_GROUP_CODE" val="m1-1"/>
  <p:tag name="KSO_WM_UNIT_TEXT_TYPE" val="1"/>
  <p:tag name="KSO_WM_UNIT_TEXT_LAYER_COUNT" val="1"/>
  <p:tag name="KSO_WM_BEAUTIFY_FLAG" val="#wm#"/>
  <p:tag name="KSO_WM_UNIT_PRESET_TEXT" val="单击此处输入您的项正文，文字是您思想的提炼，请尽量言简意赅的阐述观点。单击此处输入您的智能图形项正文，文字是您思想的提炼，请尽量言简意赅的阐述观点"/>
  <p:tag name="KSO_WM_UNIT_LINE_FORE_SCHEMECOLOR_INDEX" val="-2"/>
  <p:tag name="KSO_WM_UNIT_TEXT_FILL_FORE_SCHEMECOLOR_INDEX" val="1"/>
  <p:tag name="KSO_WM_UNIT_TEXT_FILL_TYPE" val="1"/>
</p:tagLst>
</file>

<file path=ppt/tags/tag12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m_h_a"/>
  <p:tag name="KSO_WM_TEMPLATE_CATEGORY" val="diagram"/>
  <p:tag name="KSO_WM_TEMPLATE_INDEX" val="20233265"/>
  <p:tag name="KSO_WM_UNIT_LAYERLEVEL" val="1_1_1"/>
  <p:tag name="KSO_WM_TAG_VERSION" val="3.0"/>
  <p:tag name="KSO_WM_UNIT_TEXT_FILL_FORE_SCHEMECOLOR_INDEX_BRIGHTNESS" val="0.15"/>
  <p:tag name="KSO_WM_DIAGRAM_VERSION" val="3"/>
  <p:tag name="KSO_WM_DIAGRAM_MAX_ITEMCNT" val="5"/>
  <p:tag name="KSO_WM_DIAGRAM_MIN_ITEMCNT" val="2"/>
  <p:tag name="KSO_WM_DIAGRAM_VIRTUALLY_FRAME" val="{&quot;height&quot;:355.3999938964844,&quot;width&quot;:850.3499755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RICK" val="1"/>
  <p:tag name="KSO_WM_DIAGRAM_COLOR_TEXT_CAN_REMOVE" val="n"/>
  <p:tag name="KSO_WM_UNIT_ID" val="diagram20233265_2*m_h_a*1_1_1"/>
  <p:tag name="KSO_WM_UNIT_INDEX" val="1_1_1"/>
  <p:tag name="KSO_WM_DIAGRAM_GROUP_CODE" val="m1-1"/>
  <p:tag name="KSO_WM_UNIT_TEXT_TYPE" val="1"/>
  <p:tag name="KSO_WM_BEAUTIFY_FLAG" val="#wm#"/>
  <p:tag name="KSO_WM_UNIT_PRESET_TEXT" val="添加项标题"/>
  <p:tag name="KSO_WM_UNIT_LINE_FORE_SCHEMECOLOR_INDEX" val="-2"/>
  <p:tag name="KSO_WM_UNIT_TEXT_FILL_FORE_SCHEMECOLOR_INDEX" val="1"/>
  <p:tag name="KSO_WM_UNIT_TEXT_FILL_TYPE" val="1"/>
</p:tagLst>
</file>

<file path=ppt/tags/tag12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TEMPLATE_CATEGORY" val="diagram"/>
  <p:tag name="KSO_WM_TEMPLATE_INDEX" val="20233265"/>
  <p:tag name="KSO_WM_UNIT_LAYERLEVEL" val="1_1_1"/>
  <p:tag name="KSO_WM_TAG_VERSION" val="3.0"/>
  <p:tag name="KSO_WM_UNIT_TEXT_FILL_FORE_SCHEMECOLOR_INDEX_BRIGHTNESS" val="0.15"/>
  <p:tag name="KSO_WM_DIAGRAM_VERSION" val="3"/>
  <p:tag name="KSO_WM_DIAGRAM_MAX_ITEMCNT" val="5"/>
  <p:tag name="KSO_WM_DIAGRAM_MIN_ITEMCNT" val="2"/>
  <p:tag name="KSO_WM_DIAGRAM_VIRTUALLY_FRAME" val="{&quot;height&quot;:355.3999938964844,&quot;width&quot;:850.3499755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RICK" val="1"/>
  <p:tag name="KSO_WM_DIAGRAM_COLOR_TEXT_CAN_REMOVE" val="n"/>
  <p:tag name="KSO_WM_UNIT_ID" val="diagram20233265_2*m_h_f*1_3_1"/>
  <p:tag name="KSO_WM_UNIT_INDEX" val="1_3_1"/>
  <p:tag name="KSO_WM_DIAGRAM_GROUP_CODE" val="m1-1"/>
  <p:tag name="KSO_WM_UNIT_TEXT_TYPE" val="1"/>
  <p:tag name="KSO_WM_UNIT_TEXT_LAYER_COUNT" val="1"/>
  <p:tag name="KSO_WM_BEAUTIFY_FLAG" val="#wm#"/>
  <p:tag name="KSO_WM_UNIT_PRESET_TEXT" val="单击此处输入您的项正文，文字是您思想的提炼，请尽量言简意赅的阐述观点。单击此处输入您的智能图形项正文，文字是您思想的提炼，请尽量言简意赅的阐述观点，单击输入项正文"/>
  <p:tag name="KSO_WM_UNIT_LINE_FORE_SCHEMECOLOR_INDEX" val="-2"/>
  <p:tag name="KSO_WM_UNIT_TEXT_FILL_FORE_SCHEMECOLOR_INDEX" val="1"/>
  <p:tag name="KSO_WM_UNIT_TEXT_FILL_TYPE" val="1"/>
</p:tagLst>
</file>

<file path=ppt/tags/tag12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m_h_a"/>
  <p:tag name="KSO_WM_TEMPLATE_CATEGORY" val="diagram"/>
  <p:tag name="KSO_WM_TEMPLATE_INDEX" val="20233265"/>
  <p:tag name="KSO_WM_UNIT_LAYERLEVEL" val="1_1_1"/>
  <p:tag name="KSO_WM_TAG_VERSION" val="3.0"/>
  <p:tag name="KSO_WM_UNIT_TEXT_FILL_FORE_SCHEMECOLOR_INDEX_BRIGHTNESS" val="0.15"/>
  <p:tag name="KSO_WM_DIAGRAM_VERSION" val="3"/>
  <p:tag name="KSO_WM_DIAGRAM_MAX_ITEMCNT" val="5"/>
  <p:tag name="KSO_WM_DIAGRAM_MIN_ITEMCNT" val="2"/>
  <p:tag name="KSO_WM_DIAGRAM_VIRTUALLY_FRAME" val="{&quot;height&quot;:355.3999938964844,&quot;width&quot;:850.3499755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RICK" val="1"/>
  <p:tag name="KSO_WM_DIAGRAM_COLOR_TEXT_CAN_REMOVE" val="n"/>
  <p:tag name="KSO_WM_UNIT_ID" val="diagram20233265_2*m_h_a*1_3_1"/>
  <p:tag name="KSO_WM_UNIT_INDEX" val="1_3_1"/>
  <p:tag name="KSO_WM_DIAGRAM_GROUP_CODE" val="m1-1"/>
  <p:tag name="KSO_WM_UNIT_TEXT_TYPE" val="1"/>
  <p:tag name="KSO_WM_BEAUTIFY_FLAG" val="#wm#"/>
  <p:tag name="KSO_WM_UNIT_PRESET_TEXT" val="添加项标题"/>
  <p:tag name="KSO_WM_UNIT_LINE_FORE_SCHEMECOLOR_INDEX" val="-2"/>
  <p:tag name="KSO_WM_UNIT_TEXT_FILL_FORE_SCHEMECOLOR_INDEX" val="1"/>
  <p:tag name="KSO_WM_UNIT_TEXT_FILL_TYPE" val="1"/>
</p:tagLst>
</file>

<file path=ppt/tags/tag12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TEMPLATE_CATEGORY" val="diagram"/>
  <p:tag name="KSO_WM_TEMPLATE_INDEX" val="20233265"/>
  <p:tag name="KSO_WM_UNIT_LAYERLEVEL" val="1_1_1"/>
  <p:tag name="KSO_WM_TAG_VERSION" val="3.0"/>
  <p:tag name="KSO_WM_UNIT_TEXT_FILL_FORE_SCHEMECOLOR_INDEX_BRIGHTNESS" val="0.15"/>
  <p:tag name="KSO_WM_DIAGRAM_VERSION" val="3"/>
  <p:tag name="KSO_WM_DIAGRAM_MAX_ITEMCNT" val="5"/>
  <p:tag name="KSO_WM_DIAGRAM_MIN_ITEMCNT" val="2"/>
  <p:tag name="KSO_WM_DIAGRAM_VIRTUALLY_FRAME" val="{&quot;height&quot;:355.3999938964844,&quot;width&quot;:850.3499755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RICK" val="1"/>
  <p:tag name="KSO_WM_DIAGRAM_COLOR_TEXT_CAN_REMOVE" val="n"/>
  <p:tag name="KSO_WM_UNIT_ID" val="diagram20233265_2*m_h_f*1_2_1"/>
  <p:tag name="KSO_WM_UNIT_INDEX" val="1_2_1"/>
  <p:tag name="KSO_WM_DIAGRAM_GROUP_CODE" val="m1-1"/>
  <p:tag name="KSO_WM_UNIT_TEXT_TYPE" val="1"/>
  <p:tag name="KSO_WM_UNIT_TEXT_LAYER_COUNT" val="1"/>
  <p:tag name="KSO_WM_BEAUTIFY_FLAG" val="#wm#"/>
  <p:tag name="KSO_WM_UNIT_PRESET_TEXT" val="单击此处输入您的智能图形项正文，文字是您思想的提炼，请尽量言简意赅的阐述观点。单击此处输入您的智能图形项正文，文字是您思想的提炼，请尽量言简意赅的阐述观点"/>
  <p:tag name="KSO_WM_UNIT_LINE_FORE_SCHEMECOLOR_INDEX" val="-2"/>
  <p:tag name="KSO_WM_UNIT_TEXT_FILL_FORE_SCHEMECOLOR_INDEX" val="1"/>
  <p:tag name="KSO_WM_UNIT_TEXT_FILL_TYPE" val="1"/>
</p:tagLst>
</file>

<file path=ppt/tags/tag12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m_h_a"/>
  <p:tag name="KSO_WM_TEMPLATE_CATEGORY" val="diagram"/>
  <p:tag name="KSO_WM_TEMPLATE_INDEX" val="20233265"/>
  <p:tag name="KSO_WM_UNIT_LAYERLEVEL" val="1_1_1"/>
  <p:tag name="KSO_WM_TAG_VERSION" val="3.0"/>
  <p:tag name="KSO_WM_UNIT_TEXT_FILL_FORE_SCHEMECOLOR_INDEX_BRIGHTNESS" val="0.15"/>
  <p:tag name="KSO_WM_DIAGRAM_VERSION" val="3"/>
  <p:tag name="KSO_WM_DIAGRAM_MAX_ITEMCNT" val="5"/>
  <p:tag name="KSO_WM_DIAGRAM_MIN_ITEMCNT" val="2"/>
  <p:tag name="KSO_WM_DIAGRAM_VIRTUALLY_FRAME" val="{&quot;height&quot;:355.3999938964844,&quot;width&quot;:850.3499755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RICK" val="1"/>
  <p:tag name="KSO_WM_DIAGRAM_COLOR_TEXT_CAN_REMOVE" val="n"/>
  <p:tag name="KSO_WM_UNIT_ID" val="diagram20233265_2*m_h_a*1_2_1"/>
  <p:tag name="KSO_WM_UNIT_INDEX" val="1_2_1"/>
  <p:tag name="KSO_WM_DIAGRAM_GROUP_CODE" val="m1-1"/>
  <p:tag name="KSO_WM_UNIT_TEXT_TYPE" val="1"/>
  <p:tag name="KSO_WM_BEAUTIFY_FLAG" val="#wm#"/>
  <p:tag name="KSO_WM_UNIT_PRESET_TEXT" val="添加项标题"/>
  <p:tag name="KSO_WM_UNIT_LINE_FORE_SCHEMECOLOR_INDEX" val="-2"/>
  <p:tag name="KSO_WM_UNIT_TEXT_FILL_FORE_SCHEMECOLOR_INDEX" val="1"/>
  <p:tag name="KSO_WM_UNIT_TEXT_FILL_TYPE" val="1"/>
</p:tagLst>
</file>

<file path=ppt/tags/tag126.xml><?xml version="1.0" encoding="utf-8"?>
<p:tagLst xmlns:p="http://schemas.openxmlformats.org/presentationml/2006/main">
  <p:tag name="KSO_WM_DIAGRAM_VERSION" val="3"/>
  <p:tag name="KSO_WM_DIAGRAM_COLOR_TRICK" val="1"/>
  <p:tag name="KSO_WM_DIAGRAM_COLOR_TEXT_CAN_REMOVE" val="n"/>
  <p:tag name="KSO_WM_UNIT_VALUE" val="84*90"/>
  <p:tag name="KSO_WM_UNIT_HIGHLIGHT" val="0"/>
  <p:tag name="KSO_WM_UNIT_COMPATIBLE" val="0"/>
  <p:tag name="KSO_WM_UNIT_DIAGRAM_ISNUMVISUAL" val="0"/>
  <p:tag name="KSO_WM_UNIT_DIAGRAM_ISREFERUNIT" val="0"/>
  <p:tag name="KSO_WM_DIAGRAM_GROUP_CODE" val="m1-1"/>
  <p:tag name="KSO_WM_UNIT_TYPE" val="m_h_x"/>
  <p:tag name="KSO_WM_UNIT_INDEX" val="1_3_1"/>
  <p:tag name="KSO_WM_UNIT_ID" val="diagram20233265_2*m_h_x*1_3_1"/>
  <p:tag name="KSO_WM_TEMPLATE_CATEGORY" val="diagram"/>
  <p:tag name="KSO_WM_TEMPLATE_INDEX" val="20233265"/>
  <p:tag name="KSO_WM_UNIT_LAYERLEVEL" val="1_1_1"/>
  <p:tag name="KSO_WM_TAG_VERSION" val="3.0"/>
  <p:tag name="KSO_WM_DIAGRAM_MAX_ITEMCNT" val="5"/>
  <p:tag name="KSO_WM_DIAGRAM_MIN_ITEMCNT" val="2"/>
  <p:tag name="KSO_WM_DIAGRAM_VIRTUALLY_FRAME" val="{&quot;height&quot;:355.3999938964844,&quot;width&quot;:850.349975585937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Lst>
</file>

<file path=ppt/tags/tag127.xml><?xml version="1.0" encoding="utf-8"?>
<p:tagLst xmlns:p="http://schemas.openxmlformats.org/presentationml/2006/main">
  <p:tag name="KSO_WM_DIAGRAM_VERSION" val="3"/>
  <p:tag name="KSO_WM_DIAGRAM_COLOR_TRICK" val="1"/>
  <p:tag name="KSO_WM_DIAGRAM_COLOR_TEXT_CAN_REMOVE" val="n"/>
  <p:tag name="KSO_WM_UNIT_VALUE" val="83*90"/>
  <p:tag name="KSO_WM_UNIT_HIGHLIGHT" val="0"/>
  <p:tag name="KSO_WM_UNIT_COMPATIBLE" val="0"/>
  <p:tag name="KSO_WM_UNIT_DIAGRAM_ISNUMVISUAL" val="0"/>
  <p:tag name="KSO_WM_UNIT_DIAGRAM_ISREFERUNIT" val="0"/>
  <p:tag name="KSO_WM_DIAGRAM_GROUP_CODE" val="m1-1"/>
  <p:tag name="KSO_WM_UNIT_TYPE" val="m_h_x"/>
  <p:tag name="KSO_WM_UNIT_INDEX" val="1_2_1"/>
  <p:tag name="KSO_WM_UNIT_ID" val="diagram20233265_2*m_h_x*1_2_1"/>
  <p:tag name="KSO_WM_TEMPLATE_CATEGORY" val="diagram"/>
  <p:tag name="KSO_WM_TEMPLATE_INDEX" val="20233265"/>
  <p:tag name="KSO_WM_UNIT_LAYERLEVEL" val="1_1_1"/>
  <p:tag name="KSO_WM_TAG_VERSION" val="3.0"/>
  <p:tag name="KSO_WM_DIAGRAM_MAX_ITEMCNT" val="5"/>
  <p:tag name="KSO_WM_DIAGRAM_MIN_ITEMCNT" val="2"/>
  <p:tag name="KSO_WM_DIAGRAM_VIRTUALLY_FRAME" val="{&quot;height&quot;:355.3999938964844,&quot;width&quot;:850.349975585937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Lst>
</file>

<file path=ppt/tags/tag128.xml><?xml version="1.0" encoding="utf-8"?>
<p:tagLst xmlns:p="http://schemas.openxmlformats.org/presentationml/2006/main">
  <p:tag name="KSO_WM_DIAGRAM_VERSION" val="3"/>
  <p:tag name="KSO_WM_DIAGRAM_COLOR_TRICK" val="1"/>
  <p:tag name="KSO_WM_DIAGRAM_COLOR_TEXT_CAN_REMOVE" val="n"/>
  <p:tag name="KSO_WM_UNIT_VALUE" val="90*82"/>
  <p:tag name="KSO_WM_UNIT_HIGHLIGHT" val="0"/>
  <p:tag name="KSO_WM_UNIT_COMPATIBLE" val="0"/>
  <p:tag name="KSO_WM_UNIT_DIAGRAM_ISNUMVISUAL" val="0"/>
  <p:tag name="KSO_WM_UNIT_DIAGRAM_ISREFERUNIT" val="0"/>
  <p:tag name="KSO_WM_DIAGRAM_GROUP_CODE" val="m1-1"/>
  <p:tag name="KSO_WM_UNIT_TYPE" val="m_h_x"/>
  <p:tag name="KSO_WM_UNIT_INDEX" val="1_1_1"/>
  <p:tag name="KSO_WM_UNIT_ID" val="diagram20233265_2*m_h_x*1_1_1"/>
  <p:tag name="KSO_WM_TEMPLATE_CATEGORY" val="diagram"/>
  <p:tag name="KSO_WM_TEMPLATE_INDEX" val="20233265"/>
  <p:tag name="KSO_WM_UNIT_LAYERLEVEL" val="1_1_1"/>
  <p:tag name="KSO_WM_TAG_VERSION" val="3.0"/>
  <p:tag name="KSO_WM_DIAGRAM_MAX_ITEMCNT" val="5"/>
  <p:tag name="KSO_WM_DIAGRAM_MIN_ITEMCNT" val="2"/>
  <p:tag name="KSO_WM_DIAGRAM_VIRTUALLY_FRAME" val="{&quot;height&quot;:355.3999938964844,&quot;width&quot;:850.349975585937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Lst>
</file>

<file path=ppt/tags/tag129.xml><?xml version="1.0" encoding="utf-8"?>
<p:tagLst xmlns:p="http://schemas.openxmlformats.org/presentationml/2006/main">
  <p:tag name="KSO_WM_TEMPLATE_MASTER_TYPE" val="0"/>
  <p:tag name="KSO_WM_TEMPLATE_COLOR_TYPE" val="0"/>
  <p:tag name="KSO_WM_BEAUTIFY_FLAG" val="#wm#"/>
  <p:tag name="KSO_WM_TEMPLATE_CATEGORY" val="diagram"/>
  <p:tag name="KSO_WM_SLIDE_TYPE" val="text"/>
  <p:tag name="KSO_WM_SLIDE_SUBTYPE" val="diag"/>
  <p:tag name="KSO_WM_SLIDE_SIZE" val="850.35*344.45"/>
  <p:tag name="KSO_WM_SLIDE_POSITION" val="54.8*117.95"/>
  <p:tag name="KSO_WM_SLIDE_LAYOUT" val="a_m"/>
  <p:tag name="KSO_WM_SLIDE_LAYOUT_CNT" val="1_1"/>
  <p:tag name="KSO_WM_SPECIAL_SOURCE" val="bdnull"/>
  <p:tag name="KSO_WM_DIAGRAM_GROUP_CODE" val="m1-1"/>
  <p:tag name="KSO_WM_SLIDE_DIAGTYPE" val="m"/>
  <p:tag name="KSO_WM_TEMPLATE_INDEX" val="20233265"/>
  <p:tag name="KSO_WM_TEMPLATE_SUBCATEGORY" val="0"/>
  <p:tag name="KSO_WM_SLIDE_INDEX" val="4"/>
  <p:tag name="KSO_WM_TAG_VERSION" val="3.0"/>
  <p:tag name="KSO_WM_SLIDE_ID" val="diagram20233265_4"/>
  <p:tag name="KSO_WM_SLIDE_ITEM_CNT" val="5"/>
  <p:tag name="CP_OUTLINE_TITLE" val="晚清社会的三重危机"/>
  <p:tag name="CP_OUTLINE_TYPE" val="pt_text"/>
</p:tagLst>
</file>

<file path=ppt/tags/tag130.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3205_3*a*1"/>
  <p:tag name="KSO_WM_TEMPLATE_CATEGORY" val="diagram"/>
  <p:tag name="KSO_WM_TEMPLATE_INDEX" val="20233205"/>
  <p:tag name="KSO_WM_UNIT_LAYERLEVEL" val="1"/>
  <p:tag name="KSO_WM_TAG_VERSION" val="3.0"/>
  <p:tag name="KSO_WM_BEAUTIFY_FLAG" val="#wm#"/>
  <p:tag name="KSO_WM_DIAGRAM_GROUP_CODE" val="l1-1"/>
  <p:tag name="KSO_WM_UNIT_PRESET_TEXT" val="单击此处添加标题"/>
  <p:tag name="KSO_WM_UNIT_TEXT_TYPE" val="1"/>
</p:tagLst>
</file>

<file path=ppt/tags/tag131.xml><?xml version="1.0" encoding="utf-8"?>
<p:tagLst xmlns:p="http://schemas.openxmlformats.org/presentationml/2006/main">
  <p:tag name="KSO_WM_DIAGRAM_VIRTUALLY_FRAME" val="{&quot;height&quot;:376.54998779296875,&quot;width&quot;:846.5499877929688}"/>
  <p:tag name="KSO_WM_UNIT_HIGHLIGHT" val="0"/>
  <p:tag name="KSO_WM_UNIT_COMPATIBLE" val="0"/>
  <p:tag name="KSO_WM_UNIT_DIAGRAM_ISNUMVISUAL" val="0"/>
  <p:tag name="KSO_WM_UNIT_DIAGRAM_ISREFERUNIT" val="0"/>
  <p:tag name="KSO_WM_UNIT_ID" val="diagram20233205_2*l_h_i*1_1_4"/>
  <p:tag name="KSO_WM_TEMPLATE_CATEGORY" val="diagram"/>
  <p:tag name="KSO_WM_TEMPLATE_INDEX" val="20233205"/>
  <p:tag name="KSO_WM_UNIT_LAYERLEVEL" val="1_1_1"/>
  <p:tag name="KSO_WM_TAG_VERSION" val="3.0"/>
  <p:tag name="KSO_WM_DIAGRAM_GROUP_CODE" val="l1-1"/>
  <p:tag name="KSO_WM_UNIT_TYPE" val="l_h_i"/>
  <p:tag name="KSO_WM_UNIT_INDEX" val="1_1_4"/>
  <p:tag name="KSO_WM_DIAGRAM_VERSION" val="3"/>
  <p:tag name="KSO_WM_DIAGRAM_COLOR_TRICK" val="1"/>
  <p:tag name="KSO_WM_DIAGRAM_COLOR_TEXT_CAN_REMOVE" val="n"/>
  <p:tag name="KSO_WM_DIAGRAM_MAX_ITEMCNT" val="4"/>
  <p:tag name="KSO_WM_DIAGRAM_MIN_ITEMCNT" val="2"/>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Lst>
</file>

<file path=ppt/tags/tag132.xml><?xml version="1.0" encoding="utf-8"?>
<p:tagLst xmlns:p="http://schemas.openxmlformats.org/presentationml/2006/main">
  <p:tag name="KSO_WM_DIAGRAM_VIRTUALLY_FRAME" val="{&quot;height&quot;:376.54998779296875,&quot;width&quot;:846.5499877929688}"/>
  <p:tag name="KSO_WM_UNIT_HIGHLIGHT" val="0"/>
  <p:tag name="KSO_WM_UNIT_COMPATIBLE" val="0"/>
  <p:tag name="KSO_WM_UNIT_DIAGRAM_ISNUMVISUAL" val="0"/>
  <p:tag name="KSO_WM_UNIT_DIAGRAM_ISREFERUNIT" val="0"/>
  <p:tag name="KSO_WM_UNIT_ID" val="diagram20233205_2*l_h_i*1_2_4"/>
  <p:tag name="KSO_WM_TEMPLATE_CATEGORY" val="diagram"/>
  <p:tag name="KSO_WM_TEMPLATE_INDEX" val="20233205"/>
  <p:tag name="KSO_WM_UNIT_LAYERLEVEL" val="1_1_1"/>
  <p:tag name="KSO_WM_TAG_VERSION" val="3.0"/>
  <p:tag name="KSO_WM_DIAGRAM_GROUP_CODE" val="l1-1"/>
  <p:tag name="KSO_WM_UNIT_TYPE" val="l_h_i"/>
  <p:tag name="KSO_WM_UNIT_INDEX" val="1_2_4"/>
  <p:tag name="KSO_WM_DIAGRAM_VERSION" val="3"/>
  <p:tag name="KSO_WM_DIAGRAM_COLOR_TRICK" val="1"/>
  <p:tag name="KSO_WM_DIAGRAM_COLOR_TEXT_CAN_REMOVE" val="n"/>
  <p:tag name="KSO_WM_DIAGRAM_MAX_ITEMCNT" val="4"/>
  <p:tag name="KSO_WM_DIAGRAM_MIN_ITEMCNT" val="2"/>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Lst>
</file>

<file path=ppt/tags/tag133.xml><?xml version="1.0" encoding="utf-8"?>
<p:tagLst xmlns:p="http://schemas.openxmlformats.org/presentationml/2006/main">
  <p:tag name="KSO_WM_DIAGRAM_VIRTUALLY_FRAME" val="{&quot;height&quot;:376.54998779296875,&quot;width&quot;:846.5499877929688}"/>
  <p:tag name="KSO_WM_UNIT_HIGHLIGHT" val="0"/>
  <p:tag name="KSO_WM_UNIT_COMPATIBLE" val="0"/>
  <p:tag name="KSO_WM_UNIT_DIAGRAM_ISNUMVISUAL" val="0"/>
  <p:tag name="KSO_WM_UNIT_DIAGRAM_ISREFERUNIT" val="0"/>
  <p:tag name="KSO_WM_UNIT_ID" val="diagram20233205_2*l_h_f*1_1_1"/>
  <p:tag name="KSO_WM_TEMPLATE_CATEGORY" val="diagram"/>
  <p:tag name="KSO_WM_TEMPLATE_INDEX" val="20233205"/>
  <p:tag name="KSO_WM_UNIT_LAYERLEVEL" val="1_1_1"/>
  <p:tag name="KSO_WM_TAG_VERSION" val="3.0"/>
  <p:tag name="KSO_WM_UNIT_SUBTYPE" val="a"/>
  <p:tag name="KSO_WM_UNIT_NOCLEAR" val="0"/>
  <p:tag name="KSO_WM_DIAGRAM_GROUP_CODE" val="l1-1"/>
  <p:tag name="KSO_WM_UNIT_TYPE" val="l_h_f"/>
  <p:tag name="KSO_WM_UNIT_INDEX" val="1_1_1"/>
  <p:tag name="KSO_WM_UNIT_VALUE" val="144"/>
  <p:tag name="KSO_WM_DIAGRAM_VERSION" val="3"/>
  <p:tag name="KSO_WM_DIAGRAM_COLOR_TRICK" val="1"/>
  <p:tag name="KSO_WM_DIAGRAM_COLOR_TEXT_CAN_REMOVE" val="n"/>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
  <p:tag name="KSO_WM_UNIT_TEXT_FILL_FORE_SCHEMECOLOR_INDEX" val="1"/>
  <p:tag name="KSO_WM_UNIT_TEXT_FILL_TYPE" val="1"/>
</p:tagLst>
</file>

<file path=ppt/tags/tag134.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3205_2*l_h_a*1_1_1"/>
  <p:tag name="KSO_WM_TEMPLATE_CATEGORY" val="diagram"/>
  <p:tag name="KSO_WM_TEMPLATE_INDEX" val="20233205"/>
  <p:tag name="KSO_WM_UNIT_LAYERLEVEL" val="1_1_1"/>
  <p:tag name="KSO_WM_TAG_VERSION" val="3.0"/>
  <p:tag name="KSO_WM_UNIT_TEXT_FILL_FORE_SCHEMECOLOR_INDEX_BRIGHTNESS" val="0.15"/>
  <p:tag name="KSO_WM_DIAGRAM_GROUP_CODE" val="l1-1"/>
  <p:tag name="KSO_WM_DIAGRAM_VIRTUALLY_FRAME" val="{&quot;height&quot;:376.54998779296875,&quot;width&quot;:846.5499877929688}"/>
  <p:tag name="KSO_WM_DIAGRAM_VERSION" val="3"/>
  <p:tag name="KSO_WM_DIAGRAM_COLOR_TRICK" val="1"/>
  <p:tag name="KSO_WM_DIAGRAM_COLOR_TEXT_CAN_REMOVE" val="n"/>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单击添加项标题"/>
  <p:tag name="KSO_WM_UNIT_TEXT_FILL_FORE_SCHEMECOLOR_INDEX" val="1"/>
  <p:tag name="KSO_WM_UNIT_TEXT_FILL_TYPE" val="1"/>
</p:tagLst>
</file>

<file path=ppt/tags/tag135.xml><?xml version="1.0" encoding="utf-8"?>
<p:tagLst xmlns:p="http://schemas.openxmlformats.org/presentationml/2006/main">
  <p:tag name="KSO_WM_DIAGRAM_VIRTUALLY_FRAME" val="{&quot;height&quot;:376.54998779296875,&quot;width&quot;:846.5499877929688}"/>
  <p:tag name="KSO_WM_UNIT_HIGHLIGHT" val="0"/>
  <p:tag name="KSO_WM_UNIT_COMPATIBLE" val="0"/>
  <p:tag name="KSO_WM_UNIT_DIAGRAM_ISNUMVISUAL" val="0"/>
  <p:tag name="KSO_WM_UNIT_DIAGRAM_ISREFERUNIT" val="0"/>
  <p:tag name="KSO_WM_UNIT_ID" val="diagram20233205_2*l_h_f*1_2_1"/>
  <p:tag name="KSO_WM_TEMPLATE_CATEGORY" val="diagram"/>
  <p:tag name="KSO_WM_TEMPLATE_INDEX" val="20233205"/>
  <p:tag name="KSO_WM_UNIT_LAYERLEVEL" val="1_1_1"/>
  <p:tag name="KSO_WM_TAG_VERSION" val="3.0"/>
  <p:tag name="KSO_WM_UNIT_SUBTYPE" val="a"/>
  <p:tag name="KSO_WM_UNIT_NOCLEAR" val="0"/>
  <p:tag name="KSO_WM_DIAGRAM_GROUP_CODE" val="l1-1"/>
  <p:tag name="KSO_WM_UNIT_TYPE" val="l_h_f"/>
  <p:tag name="KSO_WM_UNIT_INDEX" val="1_2_1"/>
  <p:tag name="KSO_WM_DIAGRAM_VERSION" val="3"/>
  <p:tag name="KSO_WM_DIAGRAM_COLOR_TRICK" val="1"/>
  <p:tag name="KSO_WM_DIAGRAM_COLOR_TEXT_CAN_REMOVE" val="n"/>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VALUE" val="136"/>
  <p:tag name="KSO_WM_BEAUTIFY_FLAG" val="#wm#"/>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
  <p:tag name="KSO_WM_UNIT_TEXT_FILL_FORE_SCHEMECOLOR_INDEX" val="1"/>
  <p:tag name="KSO_WM_UNIT_TEXT_FILL_TYPE" val="1"/>
</p:tagLst>
</file>

<file path=ppt/tags/tag13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3205_2*l_h_a*1_2_1"/>
  <p:tag name="KSO_WM_TEMPLATE_CATEGORY" val="diagram"/>
  <p:tag name="KSO_WM_TEMPLATE_INDEX" val="20233205"/>
  <p:tag name="KSO_WM_UNIT_LAYERLEVEL" val="1_1_1"/>
  <p:tag name="KSO_WM_TAG_VERSION" val="3.0"/>
  <p:tag name="KSO_WM_UNIT_TEXT_FILL_FORE_SCHEMECOLOR_INDEX_BRIGHTNESS" val="0.15"/>
  <p:tag name="KSO_WM_DIAGRAM_GROUP_CODE" val="l1-1"/>
  <p:tag name="KSO_WM_DIAGRAM_VIRTUALLY_FRAME" val="{&quot;height&quot;:376.54998779296875,&quot;width&quot;:846.5499877929688}"/>
  <p:tag name="KSO_WM_DIAGRAM_VERSION" val="3"/>
  <p:tag name="KSO_WM_DIAGRAM_COLOR_TRICK" val="1"/>
  <p:tag name="KSO_WM_DIAGRAM_COLOR_TEXT_CAN_REMOVE" val="n"/>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单击添加项标题"/>
  <p:tag name="KSO_WM_UNIT_TEXT_FILL_FORE_SCHEMECOLOR_INDEX" val="1"/>
  <p:tag name="KSO_WM_UNIT_TEXT_FILL_TYPE" val="1"/>
</p:tagLst>
</file>

<file path=ppt/tags/tag137.xml><?xml version="1.0" encoding="utf-8"?>
<p:tagLst xmlns:p="http://schemas.openxmlformats.org/presentationml/2006/main">
  <p:tag name="KSO_WM_DIAGRAM_VIRTUALLY_FRAME" val="{&quot;height&quot;:376.54998779296875,&quot;width&quot;:846.5499877929688}"/>
  <p:tag name="KSO_WM_UNIT_HIGHLIGHT" val="0"/>
  <p:tag name="KSO_WM_UNIT_COMPATIBLE" val="0"/>
  <p:tag name="KSO_WM_UNIT_DIAGRAM_ISNUMVISUAL" val="0"/>
  <p:tag name="KSO_WM_UNIT_DIAGRAM_ISREFERUNIT" val="0"/>
  <p:tag name="KSO_WM_UNIT_ID" val="diagram20233205_2*l_h_i*1_3_4"/>
  <p:tag name="KSO_WM_TEMPLATE_CATEGORY" val="diagram"/>
  <p:tag name="KSO_WM_TEMPLATE_INDEX" val="20233205"/>
  <p:tag name="KSO_WM_UNIT_LAYERLEVEL" val="1_1_1"/>
  <p:tag name="KSO_WM_TAG_VERSION" val="3.0"/>
  <p:tag name="KSO_WM_DIAGRAM_GROUP_CODE" val="l1-1"/>
  <p:tag name="KSO_WM_UNIT_TYPE" val="l_h_i"/>
  <p:tag name="KSO_WM_UNIT_INDEX" val="1_3_4"/>
  <p:tag name="KSO_WM_DIAGRAM_VERSION" val="3"/>
  <p:tag name="KSO_WM_DIAGRAM_COLOR_TRICK" val="1"/>
  <p:tag name="KSO_WM_DIAGRAM_COLOR_TEXT_CAN_REMOVE" val="n"/>
  <p:tag name="KSO_WM_DIAGRAM_MAX_ITEMCNT" val="4"/>
  <p:tag name="KSO_WM_DIAGRAM_MIN_ITEMCNT" val="2"/>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Lst>
</file>

<file path=ppt/tags/tag138.xml><?xml version="1.0" encoding="utf-8"?>
<p:tagLst xmlns:p="http://schemas.openxmlformats.org/presentationml/2006/main">
  <p:tag name="KSO_WM_DIAGRAM_VIRTUALLY_FRAME" val="{&quot;height&quot;:376.54998779296875,&quot;width&quot;:846.5499877929688}"/>
  <p:tag name="KSO_WM_UNIT_HIGHLIGHT" val="0"/>
  <p:tag name="KSO_WM_UNIT_COMPATIBLE" val="0"/>
  <p:tag name="KSO_WM_UNIT_DIAGRAM_ISNUMVISUAL" val="0"/>
  <p:tag name="KSO_WM_UNIT_DIAGRAM_ISREFERUNIT" val="0"/>
  <p:tag name="KSO_WM_UNIT_ID" val="diagram20233205_2*l_h_f*1_3_1"/>
  <p:tag name="KSO_WM_TEMPLATE_CATEGORY" val="diagram"/>
  <p:tag name="KSO_WM_TEMPLATE_INDEX" val="20233205"/>
  <p:tag name="KSO_WM_UNIT_LAYERLEVEL" val="1_1_1"/>
  <p:tag name="KSO_WM_TAG_VERSION" val="3.0"/>
  <p:tag name="KSO_WM_UNIT_SUBTYPE" val="a"/>
  <p:tag name="KSO_WM_UNIT_NOCLEAR" val="0"/>
  <p:tag name="KSO_WM_DIAGRAM_GROUP_CODE" val="l1-1"/>
  <p:tag name="KSO_WM_UNIT_TYPE" val="l_h_f"/>
  <p:tag name="KSO_WM_UNIT_INDEX" val="1_3_1"/>
  <p:tag name="KSO_WM_DIAGRAM_VERSION" val="3"/>
  <p:tag name="KSO_WM_DIAGRAM_COLOR_TRICK" val="1"/>
  <p:tag name="KSO_WM_DIAGRAM_COLOR_TEXT_CAN_REMOVE" val="n"/>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VALUE" val="136"/>
  <p:tag name="KSO_WM_BEAUTIFY_FLAG" val="#wm#"/>
  <p:tag name="KSO_WM_UNIT_PRESET_TEXT" val="单击此处添加文本，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
  <p:tag name="KSO_WM_UNIT_TEXT_FILL_FORE_SCHEMECOLOR_INDEX" val="1"/>
  <p:tag name="KSO_WM_UNIT_TEXT_FILL_TYPE" val="1"/>
</p:tagLst>
</file>

<file path=ppt/tags/tag13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3205_2*l_h_a*1_3_1"/>
  <p:tag name="KSO_WM_TEMPLATE_CATEGORY" val="diagram"/>
  <p:tag name="KSO_WM_TEMPLATE_INDEX" val="20233205"/>
  <p:tag name="KSO_WM_UNIT_LAYERLEVEL" val="1_1_1"/>
  <p:tag name="KSO_WM_TAG_VERSION" val="3.0"/>
  <p:tag name="KSO_WM_UNIT_TEXT_FILL_FORE_SCHEMECOLOR_INDEX_BRIGHTNESS" val="0.15"/>
  <p:tag name="KSO_WM_DIAGRAM_GROUP_CODE" val="l1-1"/>
  <p:tag name="KSO_WM_DIAGRAM_VIRTUALLY_FRAME" val="{&quot;height&quot;:376.54998779296875,&quot;width&quot;:846.5499877929688}"/>
  <p:tag name="KSO_WM_DIAGRAM_VERSION" val="3"/>
  <p:tag name="KSO_WM_DIAGRAM_COLOR_TRICK" val="1"/>
  <p:tag name="KSO_WM_DIAGRAM_COLOR_TEXT_CAN_REMOVE" val="n"/>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单击添加项标题"/>
  <p:tag name="KSO_WM_UNIT_TEXT_FILL_FORE_SCHEMECOLOR_INDEX" val="1"/>
  <p:tag name="KSO_WM_UNIT_TEXT_FILL_TYPE" val="1"/>
</p:tagLst>
</file>

<file path=ppt/tags/tag140.xml><?xml version="1.0" encoding="utf-8"?>
<p:tagLst xmlns:p="http://schemas.openxmlformats.org/presentationml/2006/main">
  <p:tag name="KSO_WM_DIAGRAM_VIRTUALLY_FRAME" val="{&quot;height&quot;:376.54998779296875,&quot;width&quot;:846.5499877929688}"/>
  <p:tag name="KSO_WM_UNIT_HIGHLIGHT" val="0"/>
  <p:tag name="KSO_WM_UNIT_COMPATIBLE" val="0"/>
  <p:tag name="KSO_WM_UNIT_DIAGRAM_ISNUMVISUAL" val="0"/>
  <p:tag name="KSO_WM_UNIT_DIAGRAM_ISREFERUNIT" val="0"/>
  <p:tag name="KSO_WM_UNIT_ID" val="diagram20233205_2*l_h_i*1_1_1"/>
  <p:tag name="KSO_WM_TEMPLATE_CATEGORY" val="diagram"/>
  <p:tag name="KSO_WM_TEMPLATE_INDEX" val="20233205"/>
  <p:tag name="KSO_WM_UNIT_LAYERLEVEL" val="1_1_1"/>
  <p:tag name="KSO_WM_TAG_VERSION" val="3.0"/>
  <p:tag name="KSO_WM_DIAGRAM_GROUP_CODE" val="l1-1"/>
  <p:tag name="KSO_WM_UNIT_TYPE" val="l_h_i"/>
  <p:tag name="KSO_WM_UNIT_INDEX" val="1_1_1"/>
  <p:tag name="KSO_WM_DIAGRAM_VERSION" val="3"/>
  <p:tag name="KSO_WM_DIAGRAM_COLOR_TRICK" val="1"/>
  <p:tag name="KSO_WM_DIAGRAM_COLOR_TEXT_CAN_REMOVE" val="n"/>
  <p:tag name="KSO_WM_DIAGRAM_MAX_ITEMCNT" val="4"/>
  <p:tag name="KSO_WM_DIAGRAM_MIN_ITEMCNT" val="2"/>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5"/>
</p:tagLst>
</file>

<file path=ppt/tags/tag141.xml><?xml version="1.0" encoding="utf-8"?>
<p:tagLst xmlns:p="http://schemas.openxmlformats.org/presentationml/2006/main">
  <p:tag name="KSO_WM_DIAGRAM_VIRTUALLY_FRAME" val="{&quot;height&quot;:376.54998779296875,&quot;width&quot;:846.5499877929688}"/>
  <p:tag name="KSO_WM_UNIT_HIGHLIGHT" val="0"/>
  <p:tag name="KSO_WM_UNIT_COMPATIBLE" val="0"/>
  <p:tag name="KSO_WM_UNIT_DIAGRAM_ISNUMVISUAL" val="0"/>
  <p:tag name="KSO_WM_UNIT_DIAGRAM_ISREFERUNIT" val="0"/>
  <p:tag name="KSO_WM_UNIT_ID" val="diagram20233205_2*l_h_i*1_2_1"/>
  <p:tag name="KSO_WM_TEMPLATE_CATEGORY" val="diagram"/>
  <p:tag name="KSO_WM_TEMPLATE_INDEX" val="20233205"/>
  <p:tag name="KSO_WM_UNIT_LAYERLEVEL" val="1_1_1"/>
  <p:tag name="KSO_WM_TAG_VERSION" val="3.0"/>
  <p:tag name="KSO_WM_DIAGRAM_GROUP_CODE" val="l1-1"/>
  <p:tag name="KSO_WM_UNIT_TYPE" val="l_h_i"/>
  <p:tag name="KSO_WM_UNIT_INDEX" val="1_2_1"/>
  <p:tag name="KSO_WM_DIAGRAM_VERSION" val="3"/>
  <p:tag name="KSO_WM_DIAGRAM_COLOR_TRICK" val="1"/>
  <p:tag name="KSO_WM_DIAGRAM_COLOR_TEXT_CAN_REMOVE" val="n"/>
  <p:tag name="KSO_WM_DIAGRAM_MAX_ITEMCNT" val="4"/>
  <p:tag name="KSO_WM_DIAGRAM_MIN_ITEMCNT" val="2"/>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5"/>
</p:tagLst>
</file>

<file path=ppt/tags/tag142.xml><?xml version="1.0" encoding="utf-8"?>
<p:tagLst xmlns:p="http://schemas.openxmlformats.org/presentationml/2006/main">
  <p:tag name="KSO_WM_DIAGRAM_VIRTUALLY_FRAME" val="{&quot;height&quot;:376.54998779296875,&quot;width&quot;:846.5499877929688}"/>
  <p:tag name="KSO_WM_UNIT_HIGHLIGHT" val="0"/>
  <p:tag name="KSO_WM_UNIT_COMPATIBLE" val="0"/>
  <p:tag name="KSO_WM_UNIT_DIAGRAM_ISNUMVISUAL" val="0"/>
  <p:tag name="KSO_WM_UNIT_DIAGRAM_ISREFERUNIT" val="0"/>
  <p:tag name="KSO_WM_UNIT_ID" val="diagram20233205_2*l_h_i*1_3_1"/>
  <p:tag name="KSO_WM_TEMPLATE_CATEGORY" val="diagram"/>
  <p:tag name="KSO_WM_TEMPLATE_INDEX" val="20233205"/>
  <p:tag name="KSO_WM_UNIT_LAYERLEVEL" val="1_1_1"/>
  <p:tag name="KSO_WM_TAG_VERSION" val="3.0"/>
  <p:tag name="KSO_WM_DIAGRAM_GROUP_CODE" val="l1-1"/>
  <p:tag name="KSO_WM_UNIT_TYPE" val="l_h_i"/>
  <p:tag name="KSO_WM_UNIT_INDEX" val="1_3_1"/>
  <p:tag name="KSO_WM_DIAGRAM_VERSION" val="3"/>
  <p:tag name="KSO_WM_DIAGRAM_COLOR_TRICK" val="1"/>
  <p:tag name="KSO_WM_DIAGRAM_COLOR_TEXT_CAN_REMOVE" val="n"/>
  <p:tag name="KSO_WM_DIAGRAM_MAX_ITEMCNT" val="4"/>
  <p:tag name="KSO_WM_DIAGRAM_MIN_ITEMCNT" val="2"/>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5"/>
</p:tagLst>
</file>

<file path=ppt/tags/tag143.xml><?xml version="1.0" encoding="utf-8"?>
<p:tagLst xmlns:p="http://schemas.openxmlformats.org/presentationml/2006/main">
  <p:tag name="KSO_WM_DIAGRAM_VIRTUALLY_FRAME" val="{&quot;height&quot;:376.54998779296875,&quot;width&quot;:846.5499877929688}"/>
  <p:tag name="KSO_WM_UNIT_HIGHLIGHT" val="0"/>
  <p:tag name="KSO_WM_UNIT_COMPATIBLE" val="0"/>
  <p:tag name="KSO_WM_UNIT_DIAGRAM_ISNUMVISUAL" val="0"/>
  <p:tag name="KSO_WM_UNIT_DIAGRAM_ISREFERUNIT" val="0"/>
  <p:tag name="KSO_WM_UNIT_ID" val="diagram20233205_2*l_h_i*1_1_3"/>
  <p:tag name="KSO_WM_TEMPLATE_CATEGORY" val="diagram"/>
  <p:tag name="KSO_WM_TEMPLATE_INDEX" val="20233205"/>
  <p:tag name="KSO_WM_UNIT_LAYERLEVEL" val="1_1_1"/>
  <p:tag name="KSO_WM_TAG_VERSION" val="3.0"/>
  <p:tag name="KSO_WM_DIAGRAM_GROUP_CODE" val="l1-1"/>
  <p:tag name="KSO_WM_UNIT_TYPE" val="l_h_i"/>
  <p:tag name="KSO_WM_UNIT_INDEX" val="1_1_3"/>
  <p:tag name="KSO_WM_DIAGRAM_VERSION" val="3"/>
  <p:tag name="KSO_WM_DIAGRAM_COLOR_TRICK" val="1"/>
  <p:tag name="KSO_WM_DIAGRAM_COLOR_TEXT_CAN_REMOVE" val="n"/>
  <p:tag name="KSO_WM_DIAGRAM_MAX_ITEMCNT" val="4"/>
  <p:tag name="KSO_WM_DIAGRAM_MIN_ITEMCNT" val="2"/>
  <p:tag name="KSO_WM_DIAGRAM_COLOR_MATCH_VALUE" val="{&quot;shape&quot;:{&quot;fill&quot;:{&quot;solid&quot;:{&quot;brightness&quot;:0,&quot;colorType&quot;:1,&quot;foreColorIndex&quot;:5,&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Lst>
</file>

<file path=ppt/tags/tag144.xml><?xml version="1.0" encoding="utf-8"?>
<p:tagLst xmlns:p="http://schemas.openxmlformats.org/presentationml/2006/main">
  <p:tag name="KSO_WM_DIAGRAM_VIRTUALLY_FRAME" val="{&quot;height&quot;:376.54998779296875,&quot;width&quot;:846.5499877929688}"/>
  <p:tag name="KSO_WM_UNIT_HIGHLIGHT" val="0"/>
  <p:tag name="KSO_WM_UNIT_COMPATIBLE" val="0"/>
  <p:tag name="KSO_WM_UNIT_DIAGRAM_ISNUMVISUAL" val="0"/>
  <p:tag name="KSO_WM_UNIT_DIAGRAM_ISREFERUNIT" val="0"/>
  <p:tag name="KSO_WM_UNIT_ID" val="diagram20233205_2*l_h_i*1_1_2"/>
  <p:tag name="KSO_WM_TEMPLATE_CATEGORY" val="diagram"/>
  <p:tag name="KSO_WM_TEMPLATE_INDEX" val="20233205"/>
  <p:tag name="KSO_WM_UNIT_LAYERLEVEL" val="1_1_1"/>
  <p:tag name="KSO_WM_TAG_VERSION" val="3.0"/>
  <p:tag name="KSO_WM_DIAGRAM_GROUP_CODE" val="l1-1"/>
  <p:tag name="KSO_WM_UNIT_TYPE" val="l_h_i"/>
  <p:tag name="KSO_WM_UNIT_INDEX" val="1_1_2"/>
  <p:tag name="KSO_WM_DIAGRAM_VERSION" val="3"/>
  <p:tag name="KSO_WM_DIAGRAM_COLOR_TRICK" val="1"/>
  <p:tag name="KSO_WM_DIAGRAM_COLOR_TEXT_CAN_REMOVE" val="n"/>
  <p:tag name="KSO_WM_DIAGRAM_MAX_ITEMCNT" val="4"/>
  <p:tag name="KSO_WM_DIAGRAM_MIN_ITEMCNT" val="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Lst>
</file>

<file path=ppt/tags/tag145.xml><?xml version="1.0" encoding="utf-8"?>
<p:tagLst xmlns:p="http://schemas.openxmlformats.org/presentationml/2006/main">
  <p:tag name="KSO_WM_DIAGRAM_VIRTUALLY_FRAME" val="{&quot;height&quot;:376.54998779296875,&quot;width&quot;:846.5499877929688}"/>
  <p:tag name="KSO_WM_UNIT_HIGHLIGHT" val="0"/>
  <p:tag name="KSO_WM_UNIT_COMPATIBLE" val="0"/>
  <p:tag name="KSO_WM_UNIT_DIAGRAM_ISNUMVISUAL" val="0"/>
  <p:tag name="KSO_WM_UNIT_DIAGRAM_ISREFERUNIT" val="0"/>
  <p:tag name="KSO_WM_UNIT_ID" val="diagram20233205_2*l_h_i*1_2_3"/>
  <p:tag name="KSO_WM_TEMPLATE_CATEGORY" val="diagram"/>
  <p:tag name="KSO_WM_TEMPLATE_INDEX" val="20233205"/>
  <p:tag name="KSO_WM_UNIT_LAYERLEVEL" val="1_1_1"/>
  <p:tag name="KSO_WM_TAG_VERSION" val="3.0"/>
  <p:tag name="KSO_WM_DIAGRAM_GROUP_CODE" val="l1-1"/>
  <p:tag name="KSO_WM_UNIT_TYPE" val="l_h_i"/>
  <p:tag name="KSO_WM_UNIT_INDEX" val="1_2_3"/>
  <p:tag name="KSO_WM_DIAGRAM_VERSION" val="3"/>
  <p:tag name="KSO_WM_DIAGRAM_COLOR_TRICK" val="1"/>
  <p:tag name="KSO_WM_DIAGRAM_COLOR_TEXT_CAN_REMOVE" val="n"/>
  <p:tag name="KSO_WM_DIAGRAM_MAX_ITEMCNT" val="4"/>
  <p:tag name="KSO_WM_DIAGRAM_MIN_ITEMCNT" val="2"/>
  <p:tag name="KSO_WM_DIAGRAM_COLOR_MATCH_VALUE" val="{&quot;shape&quot;:{&quot;fill&quot;:{&quot;solid&quot;:{&quot;brightness&quot;:0,&quot;colorType&quot;:1,&quot;foreColorIndex&quot;:5,&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Lst>
</file>

<file path=ppt/tags/tag146.xml><?xml version="1.0" encoding="utf-8"?>
<p:tagLst xmlns:p="http://schemas.openxmlformats.org/presentationml/2006/main">
  <p:tag name="KSO_WM_DIAGRAM_VIRTUALLY_FRAME" val="{&quot;height&quot;:376.54998779296875,&quot;width&quot;:846.5499877929688}"/>
  <p:tag name="KSO_WM_UNIT_HIGHLIGHT" val="0"/>
  <p:tag name="KSO_WM_UNIT_COMPATIBLE" val="0"/>
  <p:tag name="KSO_WM_UNIT_DIAGRAM_ISNUMVISUAL" val="0"/>
  <p:tag name="KSO_WM_UNIT_DIAGRAM_ISREFERUNIT" val="0"/>
  <p:tag name="KSO_WM_UNIT_ID" val="diagram20233205_2*l_h_i*1_2_2"/>
  <p:tag name="KSO_WM_TEMPLATE_CATEGORY" val="diagram"/>
  <p:tag name="KSO_WM_TEMPLATE_INDEX" val="20233205"/>
  <p:tag name="KSO_WM_UNIT_LAYERLEVEL" val="1_1_1"/>
  <p:tag name="KSO_WM_TAG_VERSION" val="3.0"/>
  <p:tag name="KSO_WM_DIAGRAM_GROUP_CODE" val="l1-1"/>
  <p:tag name="KSO_WM_UNIT_TYPE" val="l_h_i"/>
  <p:tag name="KSO_WM_UNIT_INDEX" val="1_2_2"/>
  <p:tag name="KSO_WM_DIAGRAM_VERSION" val="3"/>
  <p:tag name="KSO_WM_DIAGRAM_COLOR_TRICK" val="1"/>
  <p:tag name="KSO_WM_DIAGRAM_COLOR_TEXT_CAN_REMOVE" val="n"/>
  <p:tag name="KSO_WM_DIAGRAM_MAX_ITEMCNT" val="4"/>
  <p:tag name="KSO_WM_DIAGRAM_MIN_ITEMCNT" val="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Lst>
</file>

<file path=ppt/tags/tag147.xml><?xml version="1.0" encoding="utf-8"?>
<p:tagLst xmlns:p="http://schemas.openxmlformats.org/presentationml/2006/main">
  <p:tag name="KSO_WM_DIAGRAM_VIRTUALLY_FRAME" val="{&quot;height&quot;:376.54998779296875,&quot;width&quot;:846.5499877929688}"/>
  <p:tag name="KSO_WM_UNIT_HIGHLIGHT" val="0"/>
  <p:tag name="KSO_WM_UNIT_COMPATIBLE" val="0"/>
  <p:tag name="KSO_WM_UNIT_DIAGRAM_ISNUMVISUAL" val="0"/>
  <p:tag name="KSO_WM_UNIT_DIAGRAM_ISREFERUNIT" val="0"/>
  <p:tag name="KSO_WM_UNIT_ID" val="diagram20233205_2*l_h_i*1_3_3"/>
  <p:tag name="KSO_WM_TEMPLATE_CATEGORY" val="diagram"/>
  <p:tag name="KSO_WM_TEMPLATE_INDEX" val="20233205"/>
  <p:tag name="KSO_WM_UNIT_LAYERLEVEL" val="1_1_1"/>
  <p:tag name="KSO_WM_TAG_VERSION" val="3.0"/>
  <p:tag name="KSO_WM_DIAGRAM_GROUP_CODE" val="l1-1"/>
  <p:tag name="KSO_WM_UNIT_TYPE" val="l_h_i"/>
  <p:tag name="KSO_WM_UNIT_INDEX" val="1_3_3"/>
  <p:tag name="KSO_WM_DIAGRAM_VERSION" val="3"/>
  <p:tag name="KSO_WM_DIAGRAM_COLOR_TRICK" val="1"/>
  <p:tag name="KSO_WM_DIAGRAM_COLOR_TEXT_CAN_REMOVE" val="n"/>
  <p:tag name="KSO_WM_DIAGRAM_MAX_ITEMCNT" val="4"/>
  <p:tag name="KSO_WM_DIAGRAM_MIN_ITEMCNT" val="2"/>
  <p:tag name="KSO_WM_DIAGRAM_COLOR_MATCH_VALUE" val="{&quot;shape&quot;:{&quot;fill&quot;:{&quot;solid&quot;:{&quot;brightness&quot;:0,&quot;colorType&quot;:1,&quot;foreColorIndex&quot;:5,&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Lst>
</file>

<file path=ppt/tags/tag148.xml><?xml version="1.0" encoding="utf-8"?>
<p:tagLst xmlns:p="http://schemas.openxmlformats.org/presentationml/2006/main">
  <p:tag name="KSO_WM_DIAGRAM_VIRTUALLY_FRAME" val="{&quot;height&quot;:376.54998779296875,&quot;width&quot;:846.5499877929688}"/>
  <p:tag name="KSO_WM_UNIT_HIGHLIGHT" val="0"/>
  <p:tag name="KSO_WM_UNIT_COMPATIBLE" val="0"/>
  <p:tag name="KSO_WM_UNIT_DIAGRAM_ISNUMVISUAL" val="0"/>
  <p:tag name="KSO_WM_UNIT_DIAGRAM_ISREFERUNIT" val="0"/>
  <p:tag name="KSO_WM_UNIT_ID" val="diagram20233205_2*l_h_i*1_3_2"/>
  <p:tag name="KSO_WM_TEMPLATE_CATEGORY" val="diagram"/>
  <p:tag name="KSO_WM_TEMPLATE_INDEX" val="20233205"/>
  <p:tag name="KSO_WM_UNIT_LAYERLEVEL" val="1_1_1"/>
  <p:tag name="KSO_WM_TAG_VERSION" val="3.0"/>
  <p:tag name="KSO_WM_DIAGRAM_GROUP_CODE" val="l1-1"/>
  <p:tag name="KSO_WM_UNIT_TYPE" val="l_h_i"/>
  <p:tag name="KSO_WM_UNIT_INDEX" val="1_3_2"/>
  <p:tag name="KSO_WM_DIAGRAM_VERSION" val="3"/>
  <p:tag name="KSO_WM_DIAGRAM_COLOR_TRICK" val="1"/>
  <p:tag name="KSO_WM_DIAGRAM_COLOR_TEXT_CAN_REMOVE" val="n"/>
  <p:tag name="KSO_WM_DIAGRAM_MAX_ITEMCNT" val="4"/>
  <p:tag name="KSO_WM_DIAGRAM_MIN_ITEMCNT" val="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Lst>
</file>

<file path=ppt/tags/tag149.xml><?xml version="1.0" encoding="utf-8"?>
<p:tagLst xmlns:p="http://schemas.openxmlformats.org/presentationml/2006/main">
  <p:tag name="KSO_WM_DIAGRAM_VIRTUALLY_FRAME" val="{&quot;height&quot;:376.54998779296875,&quot;width&quot;:846.5499877929688}"/>
  <p:tag name="KSO_WM_UNIT_HIGHLIGHT" val="0"/>
  <p:tag name="KSO_WM_UNIT_COMPATIBLE" val="0"/>
  <p:tag name="KSO_WM_UNIT_DIAGRAM_ISNUMVISUAL" val="0"/>
  <p:tag name="KSO_WM_UNIT_DIAGRAM_ISREFERUNIT" val="0"/>
  <p:tag name="KSO_WM_UNIT_ID" val="diagram20233205_2*l_h_x*1_1_1"/>
  <p:tag name="KSO_WM_TEMPLATE_CATEGORY" val="diagram"/>
  <p:tag name="KSO_WM_TEMPLATE_INDEX" val="20233205"/>
  <p:tag name="KSO_WM_UNIT_LAYERLEVEL" val="1_1_1"/>
  <p:tag name="KSO_WM_TAG_VERSION" val="3.0"/>
  <p:tag name="KSO_WM_UNIT_VALUE" val="59*71"/>
  <p:tag name="KSO_WM_DIAGRAM_GROUP_CODE" val="l1-1"/>
  <p:tag name="KSO_WM_UNIT_TYPE" val="l_h_x"/>
  <p:tag name="KSO_WM_UNIT_INDEX" val="1_1_1"/>
  <p:tag name="KSO_WM_DIAGRAM_VERSION" val="3"/>
  <p:tag name="KSO_WM_DIAGRAM_COLOR_TRICK" val="1"/>
  <p:tag name="KSO_WM_DIAGRAM_COLOR_TEXT_CAN_REMOVE" val="n"/>
  <p:tag name="KSO_WM_DIAGRAM_MAX_ITEMCNT" val="4"/>
  <p:tag name="KSO_WM_DIAGRAM_MIN_ITEMCNT" val="2"/>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FILL_TYPE" val="1"/>
  <p:tag name="KSO_WM_UNIT_FILL_FORE_SCHEMECOLOR_INDEX" val="14"/>
  <p:tag name="KSO_WM_UNIT_FILL_FORE_SCHEMECOLOR_INDEX_BRIGHTNESS" val="0"/>
</p:tagLst>
</file>

<file path=ppt/tags/tag150.xml><?xml version="1.0" encoding="utf-8"?>
<p:tagLst xmlns:p="http://schemas.openxmlformats.org/presentationml/2006/main">
  <p:tag name="KSO_WM_DIAGRAM_VIRTUALLY_FRAME" val="{&quot;height&quot;:376.54998779296875,&quot;width&quot;:846.5499877929688}"/>
  <p:tag name="KSO_WM_UNIT_VALUE" val="90*85"/>
  <p:tag name="KSO_WM_UNIT_HIGHLIGHT" val="0"/>
  <p:tag name="KSO_WM_UNIT_COMPATIBLE" val="0"/>
  <p:tag name="KSO_WM_UNIT_DIAGRAM_ISNUMVISUAL" val="0"/>
  <p:tag name="KSO_WM_UNIT_DIAGRAM_ISREFERUNIT" val="0"/>
  <p:tag name="KSO_WM_DIAGRAM_GROUP_CODE" val="l1-1"/>
  <p:tag name="KSO_WM_UNIT_TYPE" val="l_h_x"/>
  <p:tag name="KSO_WM_UNIT_INDEX" val="1_2_1"/>
  <p:tag name="KSO_WM_UNIT_ID" val="diagram20233205_2*l_h_x*1_2_1"/>
  <p:tag name="KSO_WM_TEMPLATE_CATEGORY" val="diagram"/>
  <p:tag name="KSO_WM_TEMPLATE_INDEX" val="20233205"/>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2"/>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FILL_TYPE" val="1"/>
  <p:tag name="KSO_WM_UNIT_FILL_FORE_SCHEMECOLOR_INDEX" val="14"/>
  <p:tag name="KSO_WM_UNIT_FILL_FORE_SCHEMECOLOR_INDEX_BRIGHTNESS" val="0"/>
</p:tagLst>
</file>

<file path=ppt/tags/tag151.xml><?xml version="1.0" encoding="utf-8"?>
<p:tagLst xmlns:p="http://schemas.openxmlformats.org/presentationml/2006/main">
  <p:tag name="KSO_WM_DIAGRAM_VIRTUALLY_FRAME" val="{&quot;height&quot;:376.54998779296875,&quot;width&quot;:846.5499877929688}"/>
  <p:tag name="KSO_WM_UNIT_HIGHLIGHT" val="0"/>
  <p:tag name="KSO_WM_UNIT_COMPATIBLE" val="0"/>
  <p:tag name="KSO_WM_UNIT_DIAGRAM_ISNUMVISUAL" val="0"/>
  <p:tag name="KSO_WM_UNIT_DIAGRAM_ISREFERUNIT" val="0"/>
  <p:tag name="KSO_WM_UNIT_ID" val="diagram20233205_2*l_h_x*1_3_1"/>
  <p:tag name="KSO_WM_TEMPLATE_CATEGORY" val="diagram"/>
  <p:tag name="KSO_WM_TEMPLATE_INDEX" val="20233205"/>
  <p:tag name="KSO_WM_UNIT_LAYERLEVEL" val="1_1_1"/>
  <p:tag name="KSO_WM_TAG_VERSION" val="3.0"/>
  <p:tag name="KSO_WM_UNIT_VALUE" val="22*22"/>
  <p:tag name="KSO_WM_DIAGRAM_GROUP_CODE" val="l1-1"/>
  <p:tag name="KSO_WM_UNIT_TYPE" val="l_h_x"/>
  <p:tag name="KSO_WM_UNIT_INDEX" val="1_3_1"/>
  <p:tag name="KSO_WM_DIAGRAM_VERSION" val="3"/>
  <p:tag name="KSO_WM_DIAGRAM_COLOR_TRICK" val="1"/>
  <p:tag name="KSO_WM_DIAGRAM_COLOR_TEXT_CAN_REMOVE" val="n"/>
  <p:tag name="KSO_WM_DIAGRAM_MAX_ITEMCNT" val="4"/>
  <p:tag name="KSO_WM_DIAGRAM_MIN_ITEMCNT" val="2"/>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FILL_TYPE" val="1"/>
  <p:tag name="KSO_WM_UNIT_FILL_FORE_SCHEMECOLOR_INDEX" val="14"/>
  <p:tag name="KSO_WM_UNIT_FILL_FORE_SCHEMECOLOR_INDEX_BRIGHTNESS" val="0"/>
</p:tagLst>
</file>

<file path=ppt/tags/tag152.xml><?xml version="1.0" encoding="utf-8"?>
<p:tagLst xmlns:p="http://schemas.openxmlformats.org/presentationml/2006/main">
  <p:tag name="KSO_WM_SLIDE_ID" val="diagram20233205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diagram"/>
  <p:tag name="KSO_WM_TEMPLATE_INDEX" val="20233205"/>
  <p:tag name="KSO_WM_SLIDE_TYPE" val="text"/>
  <p:tag name="KSO_WM_SLIDE_SUBTYPE" val="diag"/>
  <p:tag name="KSO_WM_SLIDE_SIZE" val="846.55*348.45"/>
  <p:tag name="KSO_WM_SLIDE_POSITION" val="56.75*127.65"/>
  <p:tag name="KSO_WM_SLIDE_LAYOUT" val="a_l"/>
  <p:tag name="KSO_WM_SLIDE_LAYOUT_CNT" val="1_1"/>
  <p:tag name="KSO_WM_SPECIAL_SOURCE" val="bdnull"/>
  <p:tag name="KSO_WM_DIAGRAM_GROUP_CODE" val="l1-1"/>
  <p:tag name="KSO_WM_SLIDE_DIAGTYPE" val="l"/>
  <p:tag name="CP_OUTLINE_TITLE" val="思想觉醒的破冰历程"/>
  <p:tag name="CP_OUTLINE_TYPE" val="pt_text"/>
</p:tagLst>
</file>

<file path=ppt/tags/tag153.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1967_3*a*1"/>
  <p:tag name="KSO_WM_TEMPLATE_CATEGORY" val="diagram"/>
  <p:tag name="KSO_WM_TEMPLATE_INDEX" val="20231967"/>
  <p:tag name="KSO_WM_UNIT_LAYERLEVEL" val="1"/>
  <p:tag name="KSO_WM_TAG_VERSION" val="3.0"/>
  <p:tag name="KSO_WM_BEAUTIFY_FLAG" val="#wm#"/>
  <p:tag name="KSO_WM_UNIT_PRESET_TEXT" val="单击此处添加标题"/>
  <p:tag name="KSO_WM_UNIT_TEXT_TYPE" val="1"/>
</p:tagLst>
</file>

<file path=ppt/tags/tag154.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1967_2*l_h_f*1_1_1"/>
  <p:tag name="KSO_WM_TEMPLATE_CATEGORY" val="diagram"/>
  <p:tag name="KSO_WM_TEMPLATE_INDEX" val="20231967"/>
  <p:tag name="KSO_WM_UNIT_LAYERLEVEL" val="1_1_1"/>
  <p:tag name="KSO_WM_TAG_VERSION" val="3.0"/>
  <p:tag name="KSO_WM_BEAUTIFY_FLAG" val="#wm#"/>
  <p:tag name="KSO_WM_UNIT_VALUE" val="132"/>
  <p:tag name="KSO_WM_DIAGRAM_MAX_ITEMCNT" val="4"/>
  <p:tag name="KSO_WM_DIAGRAM_MIN_ITEMCNT" val="2"/>
  <p:tag name="KSO_WM_DIAGRAM_VIRTUALLY_FRAME" val="{&quot;height&quot;:372.13134765625,&quot;width&quot;:780.2114257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添加文本具体内容，简明扼要地阐述您的观点。根据需要可酌情增减文字，以便观者准确地理解您传达的思想。单击此处添加文本具体内容，简明扼要地阐述您的观点，根据需要可增减文字。"/>
  <p:tag name="KSO_WM_UNIT_TEXT_TYPE" val="1"/>
</p:tagLst>
</file>

<file path=ppt/tags/tag155.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1967_2*l_h_a*1_1_1"/>
  <p:tag name="KSO_WM_TEMPLATE_CATEGORY" val="diagram"/>
  <p:tag name="KSO_WM_TEMPLATE_INDEX" val="20231967"/>
  <p:tag name="KSO_WM_UNIT_LAYERLEVEL" val="1_1_1"/>
  <p:tag name="KSO_WM_TAG_VERSION" val="3.0"/>
  <p:tag name="KSO_WM_BEAUTIFY_FLAG" val="#wm#"/>
  <p:tag name="KSO_WM_UNIT_VALUE" val="39"/>
  <p:tag name="KSO_WM_DIAGRAM_MAX_ITEMCNT" val="4"/>
  <p:tag name="KSO_WM_DIAGRAM_MIN_ITEMCNT" val="2"/>
  <p:tag name="KSO_WM_DIAGRAM_VIRTUALLY_FRAME" val="{&quot;height&quot;:372.13134765625,&quot;width&quot;:780.2114257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添加标题"/>
  <p:tag name="KSO_WM_UNIT_TEXT_TYPE" val="1"/>
</p:tagLst>
</file>

<file path=ppt/tags/tag156.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diagram20231967_2*l_h_i*1_1_1"/>
  <p:tag name="KSO_WM_TEMPLATE_CATEGORY" val="diagram"/>
  <p:tag name="KSO_WM_TEMPLATE_INDEX" val="20231967"/>
  <p:tag name="KSO_WM_UNIT_LAYERLEVEL" val="1_1_1"/>
  <p:tag name="KSO_WM_TAG_VERSION" val="3.0"/>
  <p:tag name="KSO_WM_BEAUTIFY_FLAG" val="#wm#"/>
  <p:tag name="KSO_WM_DIAGRAM_MAX_ITEMCNT" val="4"/>
  <p:tag name="KSO_WM_DIAGRAM_MIN_ITEMCNT" val="2"/>
  <p:tag name="KSO_WM_DIAGRAM_VIRTUALLY_FRAME" val="{&quot;height&quot;:372.13134765625,&quot;width&quot;:780.2114257812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1"/>
  <p:tag name="KSO_WM_UNIT_TEXT_FILL_TYPE" val="1"/>
</p:tagLst>
</file>

<file path=ppt/tags/tag157.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1967_2*l_h_f*1_2_1"/>
  <p:tag name="KSO_WM_TEMPLATE_CATEGORY" val="diagram"/>
  <p:tag name="KSO_WM_TEMPLATE_INDEX" val="20231967"/>
  <p:tag name="KSO_WM_UNIT_LAYERLEVEL" val="1_1_1"/>
  <p:tag name="KSO_WM_TAG_VERSION" val="3.0"/>
  <p:tag name="KSO_WM_BEAUTIFY_FLAG" val="#wm#"/>
  <p:tag name="KSO_WM_UNIT_VALUE" val="132"/>
  <p:tag name="KSO_WM_DIAGRAM_MAX_ITEMCNT" val="4"/>
  <p:tag name="KSO_WM_DIAGRAM_MIN_ITEMCNT" val="2"/>
  <p:tag name="KSO_WM_DIAGRAM_VIRTUALLY_FRAME" val="{&quot;height&quot;:372.13134765625,&quot;width&quot;:780.2114257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添加文本具体内容，简明扼要地阐述您的观点。根据需要可酌情增减文字，以便观者准确地理解您传达的思想。单击此处添加文本具体内容，简明扼要地阐述您的观点，根据需要可增减文字。"/>
  <p:tag name="KSO_WM_UNIT_TEXT_TYPE" val="1"/>
</p:tagLst>
</file>

<file path=ppt/tags/tag158.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1967_2*l_h_a*1_2_1"/>
  <p:tag name="KSO_WM_TEMPLATE_CATEGORY" val="diagram"/>
  <p:tag name="KSO_WM_TEMPLATE_INDEX" val="20231967"/>
  <p:tag name="KSO_WM_UNIT_LAYERLEVEL" val="1_1_1"/>
  <p:tag name="KSO_WM_TAG_VERSION" val="3.0"/>
  <p:tag name="KSO_WM_BEAUTIFY_FLAG" val="#wm#"/>
  <p:tag name="KSO_WM_UNIT_VALUE" val="39"/>
  <p:tag name="KSO_WM_DIAGRAM_MAX_ITEMCNT" val="4"/>
  <p:tag name="KSO_WM_DIAGRAM_MIN_ITEMCNT" val="2"/>
  <p:tag name="KSO_WM_DIAGRAM_VIRTUALLY_FRAME" val="{&quot;height&quot;:372.13134765625,&quot;width&quot;:780.2114257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添加标题"/>
  <p:tag name="KSO_WM_UNIT_TEXT_TYPE" val="1"/>
</p:tagLst>
</file>

<file path=ppt/tags/tag159.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diagram20231967_2*l_h_i*1_2_1"/>
  <p:tag name="KSO_WM_TEMPLATE_CATEGORY" val="diagram"/>
  <p:tag name="KSO_WM_TEMPLATE_INDEX" val="20231967"/>
  <p:tag name="KSO_WM_UNIT_LAYERLEVEL" val="1_1_1"/>
  <p:tag name="KSO_WM_TAG_VERSION" val="3.0"/>
  <p:tag name="KSO_WM_BEAUTIFY_FLAG" val="#wm#"/>
  <p:tag name="KSO_WM_DIAGRAM_MAX_ITEMCNT" val="4"/>
  <p:tag name="KSO_WM_DIAGRAM_MIN_ITEMCNT" val="2"/>
  <p:tag name="KSO_WM_DIAGRAM_VIRTUALLY_FRAME" val="{&quot;height&quot;:372.13134765625,&quot;width&quot;:780.2114257812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1"/>
  <p:tag name="KSO_WM_UNIT_TEXT_FILL_TYPE" val="1"/>
</p:tagLst>
</file>

<file path=ppt/tags/tag160.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1967_2*l_h_f*1_3_1"/>
  <p:tag name="KSO_WM_TEMPLATE_CATEGORY" val="diagram"/>
  <p:tag name="KSO_WM_TEMPLATE_INDEX" val="20231967"/>
  <p:tag name="KSO_WM_UNIT_LAYERLEVEL" val="1_1_1"/>
  <p:tag name="KSO_WM_TAG_VERSION" val="3.0"/>
  <p:tag name="KSO_WM_BEAUTIFY_FLAG" val="#wm#"/>
  <p:tag name="KSO_WM_UNIT_VALUE" val="132"/>
  <p:tag name="KSO_WM_DIAGRAM_MAX_ITEMCNT" val="4"/>
  <p:tag name="KSO_WM_DIAGRAM_MIN_ITEMCNT" val="2"/>
  <p:tag name="KSO_WM_DIAGRAM_VIRTUALLY_FRAME" val="{&quot;height&quot;:372.13134765625,&quot;width&quot;:780.2114257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添加文本具体内容，简明扼要地阐述您的观点。根据需要可酌情增减文字，以便观者准确地理解您传达的思想。单击此处添加文本具体内容，简明扼要地阐述您的观点，根据需要可增减文字。"/>
  <p:tag name="KSO_WM_UNIT_TEXT_TYPE" val="1"/>
</p:tagLst>
</file>

<file path=ppt/tags/tag161.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31967_2*l_h_a*1_3_1"/>
  <p:tag name="KSO_WM_TEMPLATE_CATEGORY" val="diagram"/>
  <p:tag name="KSO_WM_TEMPLATE_INDEX" val="20231967"/>
  <p:tag name="KSO_WM_UNIT_LAYERLEVEL" val="1_1_1"/>
  <p:tag name="KSO_WM_TAG_VERSION" val="3.0"/>
  <p:tag name="KSO_WM_BEAUTIFY_FLAG" val="#wm#"/>
  <p:tag name="KSO_WM_UNIT_VALUE" val="39"/>
  <p:tag name="KSO_WM_DIAGRAM_MAX_ITEMCNT" val="4"/>
  <p:tag name="KSO_WM_DIAGRAM_MIN_ITEMCNT" val="2"/>
  <p:tag name="KSO_WM_DIAGRAM_VIRTUALLY_FRAME" val="{&quot;height&quot;:372.13134765625,&quot;width&quot;:780.2114257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添加标题"/>
  <p:tag name="KSO_WM_UNIT_TEXT_TYPE" val="1"/>
</p:tagLst>
</file>

<file path=ppt/tags/tag162.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ID" val="diagram20231967_2*l_h_i*1_3_1"/>
  <p:tag name="KSO_WM_TEMPLATE_CATEGORY" val="diagram"/>
  <p:tag name="KSO_WM_TEMPLATE_INDEX" val="20231967"/>
  <p:tag name="KSO_WM_UNIT_LAYERLEVEL" val="1_1_1"/>
  <p:tag name="KSO_WM_TAG_VERSION" val="3.0"/>
  <p:tag name="KSO_WM_BEAUTIFY_FLAG" val="#wm#"/>
  <p:tag name="KSO_WM_DIAGRAM_MAX_ITEMCNT" val="4"/>
  <p:tag name="KSO_WM_DIAGRAM_MIN_ITEMCNT" val="2"/>
  <p:tag name="KSO_WM_DIAGRAM_VIRTUALLY_FRAME" val="{&quot;height&quot;:372.13134765625,&quot;width&quot;:780.2114257812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1"/>
  <p:tag name="KSO_WM_UNIT_TEXT_FILL_TYPE" val="1"/>
</p:tagLst>
</file>

<file path=ppt/tags/tag163.xml><?xml version="1.0" encoding="utf-8"?>
<p:tagLst xmlns:p="http://schemas.openxmlformats.org/presentationml/2006/main">
  <p:tag name="KSO_WM_SLIDE_ID" val="diagram20231967_3"/>
  <p:tag name="KSO_WM_TEMPLATE_SUBCATEGORY" val="0"/>
  <p:tag name="KSO_WM_TEMPLATE_MASTER_TYPE" val="0"/>
  <p:tag name="KSO_WM_TEMPLATE_COLOR_TYPE" val="0"/>
  <p:tag name="KSO_WM_SLIDE_TYPE" val="text"/>
  <p:tag name="KSO_WM_SLIDE_SUBTYPE" val="diag"/>
  <p:tag name="KSO_WM_SLIDE_ITEM_CNT" val="4"/>
  <p:tag name="KSO_WM_SLIDE_INDEX" val="3"/>
  <p:tag name="KSO_WM_SLIDE_SIZE" val="780.211*359.439"/>
  <p:tag name="KSO_WM_SLIDE_POSITION" val="97.7358*125.161"/>
  <p:tag name="KSO_WM_DIAGRAM_GROUP_CODE" val="l1-1"/>
  <p:tag name="KSO_WM_SLIDE_DIAGTYPE" val="l"/>
  <p:tag name="KSO_WM_TAG_VERSION" val="3.0"/>
  <p:tag name="KSO_WM_BEAUTIFY_FLAG" val="#wm#"/>
  <p:tag name="KSO_WM_TEMPLATE_CATEGORY" val="diagram"/>
  <p:tag name="KSO_WM_TEMPLATE_INDEX" val="20231967"/>
  <p:tag name="KSO_WM_SLIDE_LAYOUT" val="a_l"/>
  <p:tag name="KSO_WM_SLIDE_LAYOUT_CNT" val="1_1"/>
  <p:tag name="CP_OUTLINE_TITLE" val="武昌首义的历史回响"/>
  <p:tag name="CP_OUTLINE_TYPE" val="pt_text"/>
</p:tagLst>
</file>

<file path=ppt/tags/tag164.xml><?xml version="1.0" encoding="utf-8"?>
<p:tagLst xmlns:p="http://schemas.openxmlformats.org/presentationml/2006/main">
  <p:tag name="KSO_WM_UNIT_TYPE" val="a"/>
  <p:tag name="KSO_WM_UNIT_INDEX" val="1"/>
  <p:tag name="KSO_WM_BEAUTIFY_FLAG" val="#wm#"/>
  <p:tag name="KSO_WM_TAG_VERSION" val="3.0"/>
  <p:tag name="KSO_WM_UNIT_ID" val="custom20235982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982"/>
  <p:tag name="KSO_WM_TEMPLATE_CATEGORY" val="custom"/>
  <p:tag name="KSO_WM_UNIT_ISCONTENTSTITLE" val="0"/>
  <p:tag name="KSO_WM_UNIT_VALUE" val="14"/>
  <p:tag name="KSO_WM_UNIT_PRESET_TEXT" val="添加章节标题"/>
  <p:tag name="KSO_WM_UNIT_TEXT_TYPE" val="1"/>
</p:tagLst>
</file>

<file path=ppt/tags/tag165.xml><?xml version="1.0" encoding="utf-8"?>
<p:tagLst xmlns:p="http://schemas.openxmlformats.org/presentationml/2006/main">
  <p:tag name="KSO_WM_UNIT_TYPE" val="b"/>
  <p:tag name="KSO_WM_UNIT_INDEX" val="1"/>
  <p:tag name="KSO_WM_BEAUTIFY_FLAG" val="#wm#"/>
  <p:tag name="KSO_WM_TAG_VERSION" val="3.0"/>
  <p:tag name="KSO_WM_UNIT_ID" val="custom20235982_7*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982"/>
  <p:tag name="KSO_WM_TEMPLATE_CATEGORY" val="custom"/>
  <p:tag name="KSO_WM_UNIT_ISCONTENTSTITLE" val="0"/>
  <p:tag name="KSO_WM_UNIT_VALUE" val="35"/>
  <p:tag name="KSO_WM_UNIT_PRESET_TEXT" val="章节副标题"/>
  <p:tag name="KSO_WM_UNIT_TEXT_TYPE" val="1"/>
</p:tagLst>
</file>

<file path=ppt/tags/tag166.xml><?xml version="1.0" encoding="utf-8"?>
<p:tagLst xmlns:p="http://schemas.openxmlformats.org/presentationml/2006/main">
  <p:tag name="KSO_WM_UNIT_TYPE" val="e"/>
  <p:tag name="KSO_WM_UNIT_INDEX" val="1"/>
  <p:tag name="KSO_WM_BEAUTIFY_FLAG" val="#wm#"/>
  <p:tag name="KSO_WM_TAG_VERSION" val="3.0"/>
  <p:tag name="KSO_WM_UNIT_ID" val="custom20235982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982"/>
  <p:tag name="KSO_WM_TEMPLATE_CATEGORY" val="custom"/>
  <p:tag name="KSO_WM_UNIT_VALUE" val="5"/>
</p:tagLst>
</file>

<file path=ppt/tags/tag167.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5982"/>
  <p:tag name="KSO_WM_TEMPLATE_CATEGORY" val="custom"/>
  <p:tag name="KSO_WM_SLIDE_INDEX" val="7"/>
  <p:tag name="KSO_WM_SLIDE_ID" val="custom20235982_7"/>
  <p:tag name="KSO_WM_TEMPLATE_MASTER_TYPE" val="0"/>
  <p:tag name="KSO_WM_SLIDE_LAYOUT" val="a_b_e"/>
  <p:tag name="KSO_WM_SLIDE_LAYOUT_CNT" val="1_1_1"/>
  <p:tag name="CP_OUTLINE_TITLE" val="博物馆的叙事体系构建"/>
  <p:tag name="CP_OUTLINE_TYPE" val="pt_section_title"/>
</p:tagLst>
</file>

<file path=ppt/tags/tag168.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3203_2*a*1"/>
  <p:tag name="KSO_WM_TEMPLATE_CATEGORY" val="diagram"/>
  <p:tag name="KSO_WM_TEMPLATE_INDEX" val="20233203"/>
  <p:tag name="KSO_WM_UNIT_LAYERLEVEL" val="1"/>
  <p:tag name="KSO_WM_TAG_VERSION" val="3.0"/>
  <p:tag name="KSO_WM_BEAUTIFY_FLAG" val="#wm#"/>
  <p:tag name="KSO_WM_DIAGRAM_GROUP_CODE" val="l1-1"/>
  <p:tag name="KSO_WM_UNIT_PRESET_TEXT" val="单击此处添加标题"/>
  <p:tag name="KSO_WM_UNIT_TEXT_TYPE" val="1"/>
</p:tagLst>
</file>

<file path=ppt/tags/tag169.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l_h_i"/>
  <p:tag name="KSO_WM_UNIT_INDEX" val="1_2_1"/>
  <p:tag name="KSO_WM_UNIT_ID" val="diagram20233203_2*l_h_i*1_2_1"/>
  <p:tag name="KSO_WM_TEMPLATE_CATEGORY" val="diagram"/>
  <p:tag name="KSO_WM_TEMPLATE_INDEX" val="20233203"/>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75.45001220703125,&quot;width&quot;:840.2999877929688}"/>
  <p:tag name="KSO_WM_DIAGRAM_COLOR_MATCH_VALUE" val="{&quot;shape&quot;:{&quot;fill&quot;:{&quot;solid&quot;:{&quot;brightness&quot;:0,&quot;colorType&quot;:1,&quot;foreColorIndex&quot;:5,&quot;transparency&quot;:0.20000000298023224},&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Lst>
</file>

<file path=ppt/tags/tag170.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l_h_i"/>
  <p:tag name="KSO_WM_UNIT_INDEX" val="1_1_1"/>
  <p:tag name="KSO_WM_UNIT_ID" val="diagram20233203_2*l_h_i*1_1_1"/>
  <p:tag name="KSO_WM_TEMPLATE_CATEGORY" val="diagram"/>
  <p:tag name="KSO_WM_TEMPLATE_INDEX" val="20233203"/>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75.45001220703125,&quot;width&quot;:840.2999877929688}"/>
  <p:tag name="KSO_WM_DIAGRAM_COLOR_MATCH_VALUE" val="{&quot;shape&quot;:{&quot;fill&quot;:{&quot;solid&quot;:{&quot;brightness&quot;:0,&quot;colorType&quot;:1,&quot;foreColorIndex&quot;:5,&quot;transparency&quot;:0.20000000298023224},&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Lst>
</file>

<file path=ppt/tags/tag171.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3_1"/>
  <p:tag name="KSO_WM_UNIT_ID" val="diagram20233203_2*l_h_f*1_3_1"/>
  <p:tag name="KSO_WM_TEMPLATE_CATEGORY" val="diagram"/>
  <p:tag name="KSO_WM_TEMPLATE_INDEX" val="20233203"/>
  <p:tag name="KSO_WM_UNIT_LAYERLEVEL" val="1_1_1"/>
  <p:tag name="KSO_WM_TAG_VERSION" val="3.0"/>
  <p:tag name="KSO_WM_DIAGRAM_VERSION" val="3"/>
  <p:tag name="KSO_WM_DIAGRAM_COLOR_TRICK" val="1"/>
  <p:tag name="KSO_WM_DIAGRAM_COLOR_TEXT_CAN_REMOVE" val="n"/>
  <p:tag name="KSO_WM_UNIT_VALUE" val="135"/>
  <p:tag name="KSO_WM_DIAGRAM_GROUP_CODE" val="l1-1"/>
  <p:tag name="KSO_WM_DIAGRAM_MAX_ITEMCNT" val="4"/>
  <p:tag name="KSO_WM_DIAGRAM_MIN_ITEMCNT" val="2"/>
  <p:tag name="KSO_WM_DIAGRAM_VIRTUALLY_FRAME" val="{&quot;height&quot;:375.45001220703125,&quot;width&quot;:840.299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请单击此处添加正文，文字是您思想的提炼，请言简意赅的阐述您的观点。单击此处添加正文，文字是您思想的提炼。单击此处添加正文，文字是您思想的提炼，请言简意赅的阐述您的观点。单击此处添加正文，文字是您思想的提炼。单击此处添加正文，文字是您思想的提炼，请言简意赅的阐述您的观点"/>
  <p:tag name="KSO_WM_UNIT_TEXT_FILL_FORE_SCHEMECOLOR_INDEX" val="1"/>
  <p:tag name="KSO_WM_UNIT_TEXT_FILL_TYPE" val="1"/>
</p:tagLst>
</file>

<file path=ppt/tags/tag17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3203_2*l_h_a*1_3_1"/>
  <p:tag name="KSO_WM_TEMPLATE_CATEGORY" val="diagram"/>
  <p:tag name="KSO_WM_TEMPLATE_INDEX" val="20233203"/>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75.45001220703125,&quot;width&quot;:840.299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单击添加项标题"/>
  <p:tag name="KSO_WM_UNIT_TEXT_FILL_FORE_SCHEMECOLOR_INDEX" val="1"/>
  <p:tag name="KSO_WM_UNIT_TEXT_FILL_TYPE" val="1"/>
</p:tagLst>
</file>

<file path=ppt/tags/tag173.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2_1"/>
  <p:tag name="KSO_WM_UNIT_ID" val="diagram20233203_2*l_h_f*1_2_1"/>
  <p:tag name="KSO_WM_TEMPLATE_CATEGORY" val="diagram"/>
  <p:tag name="KSO_WM_TEMPLATE_INDEX" val="20233203"/>
  <p:tag name="KSO_WM_UNIT_LAYERLEVEL" val="1_1_1"/>
  <p:tag name="KSO_WM_TAG_VERSION" val="3.0"/>
  <p:tag name="KSO_WM_DIAGRAM_VERSION" val="3"/>
  <p:tag name="KSO_WM_DIAGRAM_COLOR_TRICK" val="1"/>
  <p:tag name="KSO_WM_DIAGRAM_COLOR_TEXT_CAN_REMOVE" val="n"/>
  <p:tag name="KSO_WM_UNIT_VALUE" val="140"/>
  <p:tag name="KSO_WM_DIAGRAM_GROUP_CODE" val="l1-1"/>
  <p:tag name="KSO_WM_DIAGRAM_MAX_ITEMCNT" val="4"/>
  <p:tag name="KSO_WM_DIAGRAM_MIN_ITEMCNT" val="2"/>
  <p:tag name="KSO_WM_DIAGRAM_VIRTUALLY_FRAME" val="{&quot;height&quot;:375.45001220703125,&quot;width&quot;:840.299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请单击此处添加正文内容，文字是您思想的提炼，请言简意赅的阐述您的观点。单击此处添加正文，文字是您思想的提炼。单击此处添加正文，文字是您思想的提炼，请言简意赅的阐述您的观点。单击此处添加正文，文字是您思想的提炼。单击此处添加正文，文字是您思想的提炼，请言简意赅的阐述您的观点"/>
  <p:tag name="KSO_WM_UNIT_TEXT_FILL_FORE_SCHEMECOLOR_INDEX" val="1"/>
  <p:tag name="KSO_WM_UNIT_TEXT_FILL_TYPE" val="1"/>
</p:tagLst>
</file>

<file path=ppt/tags/tag174.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3203_2*l_h_a*1_2_1"/>
  <p:tag name="KSO_WM_TEMPLATE_CATEGORY" val="diagram"/>
  <p:tag name="KSO_WM_TEMPLATE_INDEX" val="20233203"/>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75.45001220703125,&quot;width&quot;:840.299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单击添加项标题"/>
  <p:tag name="KSO_WM_UNIT_TEXT_FILL_FORE_SCHEMECOLOR_INDEX" val="1"/>
  <p:tag name="KSO_WM_UNIT_TEXT_FILL_TYPE" val="1"/>
</p:tagLst>
</file>

<file path=ppt/tags/tag175.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1_1"/>
  <p:tag name="KSO_WM_UNIT_ID" val="diagram20233203_2*l_h_f*1_1_1"/>
  <p:tag name="KSO_WM_TEMPLATE_CATEGORY" val="diagram"/>
  <p:tag name="KSO_WM_TEMPLATE_INDEX" val="20233203"/>
  <p:tag name="KSO_WM_UNIT_LAYERLEVEL" val="1_1_1"/>
  <p:tag name="KSO_WM_TAG_VERSION" val="3.0"/>
  <p:tag name="KSO_WM_UNIT_VALUE" val="140"/>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75.45001220703125,&quot;width&quot;:840.299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请单击此处添加内容，文字是您思想的提炼，请言简意赅的阐述您的观点。单击添加正文，文字是您思想的提炼。单击此处添加正文，文字是您思想的提炼，请言简意赅的阐述您的观点。单击添加正文，文字是您思想的提炼。单击此处添加正文，文字是您思想的提炼，请言简意赅的阐述您的观点"/>
  <p:tag name="KSO_WM_UNIT_TEXT_FILL_FORE_SCHEMECOLOR_INDEX" val="1"/>
  <p:tag name="KSO_WM_UNIT_TEXT_FILL_TYPE" val="1"/>
</p:tagLst>
</file>

<file path=ppt/tags/tag17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3203_2*l_h_a*1_1_1"/>
  <p:tag name="KSO_WM_TEMPLATE_CATEGORY" val="diagram"/>
  <p:tag name="KSO_WM_TEMPLATE_INDEX" val="20233203"/>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75.45001220703125,&quot;width&quot;:840.299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单击添加项标题"/>
  <p:tag name="KSO_WM_UNIT_TEXT_FILL_FORE_SCHEMECOLOR_INDEX" val="1"/>
  <p:tag name="KSO_WM_UNIT_TEXT_FILL_TYPE" val="1"/>
</p:tagLst>
</file>

<file path=ppt/tags/tag177.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l_h_i"/>
  <p:tag name="KSO_WM_UNIT_INDEX" val="1_3_1"/>
  <p:tag name="KSO_WM_UNIT_ID" val="diagram20233203_2*l_h_i*1_3_1"/>
  <p:tag name="KSO_WM_TEMPLATE_CATEGORY" val="diagram"/>
  <p:tag name="KSO_WM_TEMPLATE_INDEX" val="20233203"/>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75.45001220703125,&quot;width&quot;:840.2999877929688}"/>
  <p:tag name="KSO_WM_DIAGRAM_COLOR_MATCH_VALUE" val="{&quot;shape&quot;:{&quot;fill&quot;:{&quot;solid&quot;:{&quot;brightness&quot;:0,&quot;colorType&quot;:1,&quot;foreColorIndex&quot;:5,&quot;transparency&quot;:0.20000000298023224},&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Lst>
</file>

<file path=ppt/tags/tag178.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l_h_x"/>
  <p:tag name="KSO_WM_UNIT_INDEX" val="1_2_1"/>
  <p:tag name="KSO_WM_UNIT_ID" val="diagram20233203_2*l_h_x*1_2_1"/>
  <p:tag name="KSO_WM_TEMPLATE_CATEGORY" val="diagram"/>
  <p:tag name="KSO_WM_TEMPLATE_INDEX" val="20233203"/>
  <p:tag name="KSO_WM_UNIT_LAYERLEVEL" val="1_1_1"/>
  <p:tag name="KSO_WM_TAG_VERSION" val="3.0"/>
  <p:tag name="KSO_WM_UNIT_VALUE" val="108*108"/>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75.45001220703125,&quot;width&quot;:840.2999877929688}"/>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Lst>
</file>

<file path=ppt/tags/tag179.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l_h_x"/>
  <p:tag name="KSO_WM_UNIT_INDEX" val="1_1_1"/>
  <p:tag name="KSO_WM_UNIT_ID" val="diagram20233203_2*l_h_x*1_1_1"/>
  <p:tag name="KSO_WM_TEMPLATE_CATEGORY" val="diagram"/>
  <p:tag name="KSO_WM_TEMPLATE_INDEX" val="20233203"/>
  <p:tag name="KSO_WM_UNIT_LAYERLEVEL" val="1_1_1"/>
  <p:tag name="KSO_WM_TAG_VERSION" val="3.0"/>
  <p:tag name="KSO_WM_UNIT_VALUE" val="100*108"/>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75.45001220703125,&quot;width&quot;:840.2999877929688}"/>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Lst>
</file>

<file path=ppt/tags/tag180.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l_h_x"/>
  <p:tag name="KSO_WM_UNIT_INDEX" val="1_3_1"/>
  <p:tag name="KSO_WM_UNIT_ID" val="diagram20233203_2*l_h_x*1_3_1"/>
  <p:tag name="KSO_WM_TEMPLATE_CATEGORY" val="diagram"/>
  <p:tag name="KSO_WM_TEMPLATE_INDEX" val="20233203"/>
  <p:tag name="KSO_WM_UNIT_LAYERLEVEL" val="1_1_1"/>
  <p:tag name="KSO_WM_TAG_VERSION" val="3.0"/>
  <p:tag name="KSO_WM_UNIT_VALUE" val="108*108"/>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75.45001220703125,&quot;width&quot;:840.2999877929688}"/>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Lst>
</file>

<file path=ppt/tags/tag181.xml><?xml version="1.0" encoding="utf-8"?>
<p:tagLst xmlns:p="http://schemas.openxmlformats.org/presentationml/2006/main">
  <p:tag name="KSO_WM_SLIDE_ID" val="diagram20233203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diagram"/>
  <p:tag name="KSO_WM_TEMPLATE_INDEX" val="20233203"/>
  <p:tag name="KSO_WM_SLIDE_TYPE" val="text"/>
  <p:tag name="KSO_WM_SLIDE_SUBTYPE" val="diag"/>
  <p:tag name="KSO_WM_SLIDE_SIZE" val="835.572*361.7"/>
  <p:tag name="KSO_WM_SLIDE_POSITION" val="62.1266*132.9"/>
  <p:tag name="KSO_WM_SLIDE_LAYOUT" val="a_l"/>
  <p:tag name="KSO_WM_SLIDE_LAYOUT_CNT" val="1_1"/>
  <p:tag name="KSO_WM_SPECIAL_SOURCE" val="bdnull"/>
  <p:tag name="KSO_WM_DIAGRAM_GROUP_CODE" val="l1-1"/>
  <p:tag name="KSO_WM_SLIDE_DIAGTYPE" val="l"/>
  <p:tag name="CP_OUTLINE_TITLE" val="建筑符号的象征表达"/>
  <p:tag name="CP_OUTLINE_TYPE" val="pt_text"/>
</p:tagLst>
</file>

<file path=ppt/tags/tag1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201_2*a*1"/>
  <p:tag name="KSO_WM_TEMPLATE_CATEGORY" val="diagram"/>
  <p:tag name="KSO_WM_TEMPLATE_INDEX" val="20233201"/>
  <p:tag name="KSO_WM_UNIT_LAYERLEVEL" val="1"/>
  <p:tag name="KSO_WM_TAG_VERSION" val="3.0"/>
  <p:tag name="KSO_WM_BEAUTIFY_FLAG" val="#wm#"/>
  <p:tag name="KSO_WM_UNIT_ISCONTENTSTITLE" val="0"/>
  <p:tag name="KSO_WM_UNIT_ISNUMDGMTITLE" val="0"/>
  <p:tag name="KSO_WM_UNIT_NOCLEAR" val="0"/>
  <p:tag name="KSO_WM_UNIT_VALUE" val="29"/>
  <p:tag name="KSO_WM_DIAGRAM_GROUP_CODE" val="l1-1"/>
  <p:tag name="KSO_WM_UNIT_TYPE" val="a"/>
  <p:tag name="KSO_WM_UNIT_INDEX" val="1"/>
  <p:tag name="KSO_WM_UNIT_TEXT_TYPE" val="1"/>
  <p:tag name="KSO_WM_UNIT_PRESET_TEXT" val="单击此处添加标题"/>
</p:tagLst>
</file>

<file path=ppt/tags/tag1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201_2*l_i*1_1"/>
  <p:tag name="KSO_WM_TEMPLATE_CATEGORY" val="diagram"/>
  <p:tag name="KSO_WM_TEMPLATE_INDEX" val="20233201"/>
  <p:tag name="KSO_WM_UNIT_LAYERLEVEL" val="1_1"/>
  <p:tag name="KSO_WM_TAG_VERSION" val="3.0"/>
  <p:tag name="KSO_WM_DIAGRAM_GROUP_CODE" val="l1-1"/>
  <p:tag name="KSO_WM_UNIT_TYPE" val="l_i"/>
  <p:tag name="KSO_WM_UNIT_INDEX" val="1_1"/>
  <p:tag name="KSO_WM_DIAGRAM_VERSION" val="3"/>
  <p:tag name="KSO_WM_DIAGRAM_COLOR_TRICK" val="1"/>
  <p:tag name="KSO_WM_DIAGRAM_COLOR_TEXT_CAN_REMOVE" val="n"/>
  <p:tag name="KSO_WM_DIAGRAM_MAX_ITEMCNT" val="4"/>
  <p:tag name="KSO_WM_DIAGRAM_MIN_ITEMCNT" val="2"/>
  <p:tag name="KSO_WM_DIAGRAM_VIRTUALLY_FRAME" val="{&quot;height&quot;:402.11456298828125,&quot;width&quot;:961.0486450195312}"/>
  <p:tag name="KSO_WM_DIAGRAM_COLOR_MATCH_VALUE" val="{&quot;shape&quot;:{&quot;fill&quot;:{&quot;gradient&quot;:[{&quot;brightness&quot;:0,&quot;colorType&quot;:1,&quot;foreColorIndex&quot;:5,&quot;pos&quot;:0,&quot;transparency&quot;:0},{&quot;brightness&quot;:0,&quot;colorType&quot;:1,&quot;foreColorIndex&quot;:5,&quot;pos&quot;:1,&quot;transparency&quot;:0.20000000298023224}],&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Lst>
</file>

<file path=ppt/tags/tag18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3201_2*l_h_f*1_3_1"/>
  <p:tag name="KSO_WM_TEMPLATE_CATEGORY" val="diagram"/>
  <p:tag name="KSO_WM_TEMPLATE_INDEX" val="20233201"/>
  <p:tag name="KSO_WM_UNIT_LAYERLEVEL" val="1_1_1"/>
  <p:tag name="KSO_WM_TAG_VERSION" val="3.0"/>
  <p:tag name="KSO_WM_UNIT_TEXT_FILL_FORE_SCHEMECOLOR_INDEX_BRIGHTNESS" val="0.25"/>
  <p:tag name="KSO_WM_UNIT_TEXT_FILL_TYPE" val="1"/>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402.11456298828125,&quot;width&quot;:961.0486450195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你的文本内容，简明扼要地阐述您的观点。根据需要可酌情增减文字，以便观者准确地理解您传达的正文内容思想。单击此处添加你的文本具体内容，简明扼要地阐述您的观点。根据需要可酌情增减文字，以便观者准确地理解您传达的正文。"/>
</p:tagLst>
</file>

<file path=ppt/tags/tag18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3201_2*l_h_a*1_3_1"/>
  <p:tag name="KSO_WM_TEMPLATE_CATEGORY" val="diagram"/>
  <p:tag name="KSO_WM_TEMPLATE_INDEX" val="20233201"/>
  <p:tag name="KSO_WM_UNIT_LAYERLEVEL" val="1_1_1"/>
  <p:tag name="KSO_WM_TAG_VERSION" val="3.0"/>
  <p:tag name="KSO_WM_UNIT_TEXT_FILL_FORE_SCHEMECOLOR_INDEX_BRIGHTNESS" val="0.15"/>
  <p:tag name="KSO_WM_UNIT_TEXT_FILL_TYPE" val="1"/>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402.11456298828125,&quot;width&quot;:961.0486450195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单击添加标题"/>
</p:tagLst>
</file>

<file path=ppt/tags/tag1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201_2*l_h_i*1_3_1"/>
  <p:tag name="KSO_WM_TEMPLATE_CATEGORY" val="diagram"/>
  <p:tag name="KSO_WM_TEMPLATE_INDEX" val="20233201"/>
  <p:tag name="KSO_WM_UNIT_LAYERLEVEL" val="1_1_1"/>
  <p:tag name="KSO_WM_TAG_VERSION" val="3.0"/>
  <p:tag name="KSO_WM_DIAGRAM_GROUP_CODE" val="l1-1"/>
  <p:tag name="KSO_WM_UNIT_TYPE" val="l_h_i"/>
  <p:tag name="KSO_WM_UNIT_INDEX" val="1_3_1"/>
  <p:tag name="KSO_WM_DIAGRAM_VERSION" val="3"/>
  <p:tag name="KSO_WM_DIAGRAM_COLOR_TRICK" val="1"/>
  <p:tag name="KSO_WM_DIAGRAM_COLOR_TEXT_CAN_REMOVE" val="n"/>
  <p:tag name="KSO_WM_DIAGRAM_MAX_ITEMCNT" val="4"/>
  <p:tag name="KSO_WM_DIAGRAM_MIN_ITEMCNT" val="2"/>
  <p:tag name="KSO_WM_DIAGRAM_VIRTUALLY_FRAME" val="{&quot;height&quot;:402.11456298828125,&quot;width&quot;:961.0486450195312}"/>
  <p:tag name="KSO_WM_DIAGRAM_COLOR_MATCH_VALUE" val="{&quot;shape&quot;:{&quot;fill&quot;:{&quot;type&quot;:0},&quot;glow&quot;:{&quot;colorType&quot;:0},&quot;line&quot;:{&quot;solidLine&quot;:{&quot;brightness&quot;:0,&quot;colorType&quot;:1,&quot;foreColorIndex&quot;:5,&quot;transparency&quot;:0.20000000298023224},&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Lst>
</file>

<file path=ppt/tags/tag18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3201_2*l_h_f*1_1_1"/>
  <p:tag name="KSO_WM_TEMPLATE_CATEGORY" val="diagram"/>
  <p:tag name="KSO_WM_TEMPLATE_INDEX" val="20233201"/>
  <p:tag name="KSO_WM_UNIT_LAYERLEVEL" val="1_1_1"/>
  <p:tag name="KSO_WM_TAG_VERSION" val="3.0"/>
  <p:tag name="KSO_WM_UNIT_TEXT_FILL_FORE_SCHEMECOLOR_INDEX_BRIGHTNESS" val="0.25"/>
  <p:tag name="KSO_WM_UNIT_TEXT_FILL_TYPE" val="1"/>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402.11456298828125,&quot;width&quot;:961.0486450195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内容，简明扼要地阐述您的观点。根据需要可酌情增减文字以便观者准确地理解您传达的正文内容思想单击此处添加文本具体内容，简明扼要地阐述您的观点。根据需要可酌情增减文字以便观者准确地理解您传达的内容思想。"/>
</p:tagLst>
</file>

<file path=ppt/tags/tag18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3201_2*l_h_a*1_1_1"/>
  <p:tag name="KSO_WM_TEMPLATE_CATEGORY" val="diagram"/>
  <p:tag name="KSO_WM_TEMPLATE_INDEX" val="20233201"/>
  <p:tag name="KSO_WM_UNIT_LAYERLEVEL" val="1_1_1"/>
  <p:tag name="KSO_WM_TAG_VERSION" val="3.0"/>
  <p:tag name="KSO_WM_UNIT_TEXT_FILL_FORE_SCHEMECOLOR_INDEX_BRIGHTNESS" val="0.15"/>
  <p:tag name="KSO_WM_UNIT_TEXT_FILL_TYPE" val="1"/>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402.11456298828125,&quot;width&quot;:961.0486450195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单击添加标题"/>
</p:tagLst>
</file>

<file path=ppt/tags/tag1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201_2*l_h_i*1_1_1"/>
  <p:tag name="KSO_WM_TEMPLATE_CATEGORY" val="diagram"/>
  <p:tag name="KSO_WM_TEMPLATE_INDEX" val="20233201"/>
  <p:tag name="KSO_WM_UNIT_LAYERLEVEL" val="1_1_1"/>
  <p:tag name="KSO_WM_TAG_VERSION" val="3.0"/>
  <p:tag name="KSO_WM_DIAGRAM_GROUP_CODE" val="l1-1"/>
  <p:tag name="KSO_WM_UNIT_TYPE" val="l_h_i"/>
  <p:tag name="KSO_WM_UNIT_INDEX" val="1_1_1"/>
  <p:tag name="KSO_WM_DIAGRAM_VERSION" val="3"/>
  <p:tag name="KSO_WM_DIAGRAM_COLOR_TRICK" val="1"/>
  <p:tag name="KSO_WM_DIAGRAM_COLOR_TEXT_CAN_REMOVE" val="n"/>
  <p:tag name="KSO_WM_DIAGRAM_MAX_ITEMCNT" val="4"/>
  <p:tag name="KSO_WM_DIAGRAM_MIN_ITEMCNT" val="2"/>
  <p:tag name="KSO_WM_DIAGRAM_VIRTUALLY_FRAME" val="{&quot;height&quot;:402.11456298828125,&quot;width&quot;:961.0486450195312}"/>
  <p:tag name="KSO_WM_DIAGRAM_COLOR_MATCH_VALUE" val="{&quot;shape&quot;:{&quot;fill&quot;:{&quot;type&quot;:0},&quot;glow&quot;:{&quot;colorType&quot;:0},&quot;line&quot;:{&quot;solidLine&quot;:{&quot;brightness&quot;:0,&quot;colorType&quot;:1,&quot;foreColorIndex&quot;:5,&quot;transparency&quot;:0.20000000298023224},&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Lst>
</file>

<file path=ppt/tags/tag19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3201_2*l_h_f*1_2_1"/>
  <p:tag name="KSO_WM_TEMPLATE_CATEGORY" val="diagram"/>
  <p:tag name="KSO_WM_TEMPLATE_INDEX" val="20233201"/>
  <p:tag name="KSO_WM_UNIT_LAYERLEVEL" val="1_1_1"/>
  <p:tag name="KSO_WM_TAG_VERSION" val="3.0"/>
  <p:tag name="KSO_WM_UNIT_TEXT_FILL_FORE_SCHEMECOLOR_INDEX_BRIGHTNESS" val="0.25"/>
  <p:tag name="KSO_WM_UNIT_TEXT_FILL_TYPE" val="1"/>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402.11456298828125,&quot;width&quot;:961.0486450195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内容，简明扼要地阐述您的观点。根据需要可酌情增减文字，以便观者准确地理解您传达的正文内容思想。单击此处添加文本具体内容，简明扼要地阐述您的观点。根据需要可酌情增减文字，以便观者准确地理解您传达的内容思想。"/>
</p:tagLst>
</file>

<file path=ppt/tags/tag19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3201_2*l_h_a*1_2_1"/>
  <p:tag name="KSO_WM_TEMPLATE_CATEGORY" val="diagram"/>
  <p:tag name="KSO_WM_TEMPLATE_INDEX" val="20233201"/>
  <p:tag name="KSO_WM_UNIT_LAYERLEVEL" val="1_1_1"/>
  <p:tag name="KSO_WM_TAG_VERSION" val="3.0"/>
  <p:tag name="KSO_WM_UNIT_TEXT_FILL_FORE_SCHEMECOLOR_INDEX_BRIGHTNESS" val="0.15"/>
  <p:tag name="KSO_WM_UNIT_TEXT_FILL_TYPE" val="1"/>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402.11456298828125,&quot;width&quot;:961.0486450195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单击添加标题"/>
</p:tagLst>
</file>

<file path=ppt/tags/tag1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201_2*l_h_x*1_1_1"/>
  <p:tag name="KSO_WM_TEMPLATE_CATEGORY" val="diagram"/>
  <p:tag name="KSO_WM_TEMPLATE_INDEX" val="20233201"/>
  <p:tag name="KSO_WM_UNIT_LAYERLEVEL" val="1_1_1"/>
  <p:tag name="KSO_WM_TAG_VERSION" val="3.0"/>
  <p:tag name="KSO_WM_UNIT_VALUE" val="121*130"/>
  <p:tag name="KSO_WM_DIAGRAM_GROUP_CODE" val="l1-1"/>
  <p:tag name="KSO_WM_UNIT_TYPE" val="l_h_x"/>
  <p:tag name="KSO_WM_UNIT_INDEX" val="1_1_1"/>
  <p:tag name="KSO_WM_DIAGRAM_VERSION" val="3"/>
  <p:tag name="KSO_WM_DIAGRAM_COLOR_TRICK" val="1"/>
  <p:tag name="KSO_WM_DIAGRAM_COLOR_TEXT_CAN_REMOVE" val="n"/>
  <p:tag name="KSO_WM_DIAGRAM_MAX_ITEMCNT" val="4"/>
  <p:tag name="KSO_WM_DIAGRAM_MIN_ITEMCNT" val="2"/>
  <p:tag name="KSO_WM_DIAGRAM_VIRTUALLY_FRAME" val="{&quot;height&quot;:402.11456298828125,&quot;width&quot;:961.0486450195312}"/>
  <p:tag name="KSO_WM_DIAGRAM_COLOR_MATCH_VALUE" val="{&quot;shape&quot;:{&quot;fill&quot;:{&quot;gradient&quot;:[{&quot;brightness&quot;:0,&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5"/>
  <p:tag name="KSO_WM_UNIT_FILL_FORE_SCHEMECOLOR_INDEX_BRIGHTNESS" val="0"/>
  <p:tag name="KSO_WM_BEAUTIFY_FLAG" val="#wm#"/>
</p:tagLst>
</file>

<file path=ppt/tags/tag1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201_2*l_h_i*1_2_1"/>
  <p:tag name="KSO_WM_TEMPLATE_CATEGORY" val="diagram"/>
  <p:tag name="KSO_WM_TEMPLATE_INDEX" val="20233201"/>
  <p:tag name="KSO_WM_UNIT_LAYERLEVEL" val="1_1_1"/>
  <p:tag name="KSO_WM_TAG_VERSION" val="3.0"/>
  <p:tag name="KSO_WM_DIAGRAM_GROUP_CODE" val="l1-1"/>
  <p:tag name="KSO_WM_UNIT_TYPE" val="l_h_i"/>
  <p:tag name="KSO_WM_UNIT_INDEX" val="1_2_1"/>
  <p:tag name="KSO_WM_DIAGRAM_VERSION" val="3"/>
  <p:tag name="KSO_WM_DIAGRAM_COLOR_TRICK" val="1"/>
  <p:tag name="KSO_WM_DIAGRAM_COLOR_TEXT_CAN_REMOVE" val="n"/>
  <p:tag name="KSO_WM_DIAGRAM_MAX_ITEMCNT" val="4"/>
  <p:tag name="KSO_WM_DIAGRAM_MIN_ITEMCNT" val="2"/>
  <p:tag name="KSO_WM_DIAGRAM_VIRTUALLY_FRAME" val="{&quot;height&quot;:402.11456298828125,&quot;width&quot;:961.0486450195312}"/>
  <p:tag name="KSO_WM_DIAGRAM_COLOR_MATCH_VALUE" val="{&quot;shape&quot;:{&quot;fill&quot;:{&quot;type&quot;:0},&quot;glow&quot;:{&quot;colorType&quot;:0},&quot;line&quot;:{&quot;solidLine&quot;:{&quot;brightness&quot;:0,&quot;colorType&quot;:1,&quot;foreColorIndex&quot;:5,&quot;transparency&quot;:0.20000000298023224},&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Lst>
</file>

<file path=ppt/tags/tag1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201_2*l_h_x*1_2_1"/>
  <p:tag name="KSO_WM_TEMPLATE_CATEGORY" val="diagram"/>
  <p:tag name="KSO_WM_TEMPLATE_INDEX" val="20233201"/>
  <p:tag name="KSO_WM_UNIT_LAYERLEVEL" val="1_1_1"/>
  <p:tag name="KSO_WM_TAG_VERSION" val="3.0"/>
  <p:tag name="KSO_WM_UNIT_VALUE" val="130*130"/>
  <p:tag name="KSO_WM_DIAGRAM_GROUP_CODE" val="l1-1"/>
  <p:tag name="KSO_WM_UNIT_TYPE" val="l_h_x"/>
  <p:tag name="KSO_WM_UNIT_INDEX" val="1_2_1"/>
  <p:tag name="KSO_WM_DIAGRAM_VERSION" val="3"/>
  <p:tag name="KSO_WM_DIAGRAM_COLOR_TRICK" val="1"/>
  <p:tag name="KSO_WM_DIAGRAM_COLOR_TEXT_CAN_REMOVE" val="n"/>
  <p:tag name="KSO_WM_DIAGRAM_MAX_ITEMCNT" val="4"/>
  <p:tag name="KSO_WM_DIAGRAM_MIN_ITEMCNT" val="2"/>
  <p:tag name="KSO_WM_DIAGRAM_VIRTUALLY_FRAME" val="{&quot;height&quot;:402.11456298828125,&quot;width&quot;:961.0486450195312}"/>
  <p:tag name="KSO_WM_DIAGRAM_COLOR_MATCH_VALUE" val="{&quot;shape&quot;:{&quot;fill&quot;:{&quot;gradient&quot;:[{&quot;brightness&quot;:0,&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5"/>
  <p:tag name="KSO_WM_UNIT_FILL_FORE_SCHEMECOLOR_INDEX_BRIGHTNESS" val="0"/>
  <p:tag name="KSO_WM_BEAUTIFY_FLAG" val="#wm#"/>
</p:tagLst>
</file>

<file path=ppt/tags/tag1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201_2*l_h_x*1_3_1"/>
  <p:tag name="KSO_WM_TEMPLATE_CATEGORY" val="diagram"/>
  <p:tag name="KSO_WM_TEMPLATE_INDEX" val="20233201"/>
  <p:tag name="KSO_WM_UNIT_LAYERLEVEL" val="1_1_1"/>
  <p:tag name="KSO_WM_TAG_VERSION" val="3.0"/>
  <p:tag name="KSO_WM_UNIT_VALUE" val="118*130"/>
  <p:tag name="KSO_WM_DIAGRAM_GROUP_CODE" val="l1-1"/>
  <p:tag name="KSO_WM_UNIT_TYPE" val="l_h_x"/>
  <p:tag name="KSO_WM_UNIT_INDEX" val="1_3_1"/>
  <p:tag name="KSO_WM_DIAGRAM_VERSION" val="3"/>
  <p:tag name="KSO_WM_DIAGRAM_COLOR_TRICK" val="1"/>
  <p:tag name="KSO_WM_DIAGRAM_COLOR_TEXT_CAN_REMOVE" val="n"/>
  <p:tag name="KSO_WM_DIAGRAM_MAX_ITEMCNT" val="4"/>
  <p:tag name="KSO_WM_DIAGRAM_MIN_ITEMCNT" val="2"/>
  <p:tag name="KSO_WM_DIAGRAM_VIRTUALLY_FRAME" val="{&quot;height&quot;:402.11456298828125,&quot;width&quot;:961.0486450195312}"/>
  <p:tag name="KSO_WM_DIAGRAM_COLOR_MATCH_VALUE" val="{&quot;shape&quot;:{&quot;fill&quot;:{&quot;gradient&quot;:[{&quot;brightness&quot;:0,&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5"/>
  <p:tag name="KSO_WM_UNIT_FILL_FORE_SCHEMECOLOR_INDEX_BRIGHTNESS" val="0"/>
  <p:tag name="KSO_WM_BEAUTIFY_FLAG" val="#wm#"/>
</p:tagLst>
</file>

<file path=ppt/tags/tag196.xml><?xml version="1.0" encoding="utf-8"?>
<p:tagLst xmlns:p="http://schemas.openxmlformats.org/presentationml/2006/main">
  <p:tag name="KSO_WM_SLIDE_ID" val="diagram20233201_2"/>
  <p:tag name="KSO_WM_TEMPLATE_SUBCATEGORY" val="0"/>
  <p:tag name="KSO_WM_TEMPLATE_MASTER_TYPE" val="0"/>
  <p:tag name="KSO_WM_TEMPLATE_COLOR_TYPE" val="0"/>
  <p:tag name="KSO_WM_SLIDE_TYPE" val="text"/>
  <p:tag name="KSO_WM_SLIDE_SUBTYPE" val="diag"/>
  <p:tag name="KSO_WM_SLIDE_ITEM_CNT" val="3"/>
  <p:tag name="KSO_WM_SLIDE_INDEX" val="2"/>
  <p:tag name="KSO_WM_TAG_VERSION" val="3.0"/>
  <p:tag name="KSO_WM_BEAUTIFY_FLAG" val="#wm#"/>
  <p:tag name="KSO_WM_TEMPLATE_CATEGORY" val="diagram"/>
  <p:tag name="KSO_WM_TEMPLATE_INDEX" val="20233201"/>
  <p:tag name="KSO_WM_SLIDE_LAYOUT" val="a_l"/>
  <p:tag name="KSO_WM_SLIDE_LAYOUT_CNT" val="1_1"/>
  <p:tag name="KSO_WM_TEMPLATE_THUMBS_INDEX" val="1、4、7、12、13、14、15、16、17、18、20、24、25、28、33、36、40、43、44"/>
  <p:tag name="KSO_WM_DIAGRAM_GROUP_CODE" val="l1-1"/>
  <p:tag name="KSO_WM_SLIDE_DIAGTYPE" val="l"/>
  <p:tag name="KSO_WM_SLIDE_SIZE" val="961.049*402.115"/>
  <p:tag name="KSO_WM_SLIDE_POSITION" val="-1.04874*137.885"/>
  <p:tag name="CP_OUTLINE_TITLE" val="常设展览的三维叙事"/>
  <p:tag name="CP_OUTLINE_TYPE" val="pt_text"/>
</p:tagLst>
</file>

<file path=ppt/tags/tag197.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3184_2*a*1"/>
  <p:tag name="KSO_WM_TEMPLATE_CATEGORY" val="diagram"/>
  <p:tag name="KSO_WM_TEMPLATE_INDEX" val="20233184"/>
  <p:tag name="KSO_WM_UNIT_LAYERLEVEL" val="1"/>
  <p:tag name="KSO_WM_TAG_VERSION" val="3.0"/>
  <p:tag name="KSO_WM_BEAUTIFY_FLAG" val="#wm#"/>
  <p:tag name="KSO_WM_DIAGRAM_GROUP_CODE" val="l1-1"/>
  <p:tag name="KSO_WM_UNIT_TEXT_TYPE" val="1"/>
  <p:tag name="KSO_WM_UNIT_PRESET_TEXT" val="单击此处添加标题"/>
</p:tagLst>
</file>

<file path=ppt/tags/tag198.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1_1"/>
  <p:tag name="KSO_WM_UNIT_ID" val="diagram20233184_2*l_h_f*1_1_1"/>
  <p:tag name="KSO_WM_TEMPLATE_CATEGORY" val="diagram"/>
  <p:tag name="KSO_WM_TEMPLATE_INDEX" val="20233184"/>
  <p:tag name="KSO_WM_UNIT_LAYERLEVEL" val="1_1_1"/>
  <p:tag name="KSO_WM_TAG_VERSION" val="3.0"/>
  <p:tag name="KSO_WM_DIAGRAM_MAX_ITEMCNT" val="6"/>
  <p:tag name="KSO_WM_DIAGRAM_MIN_ITEMCNT" val="2"/>
  <p:tag name="KSO_WM_DIAGRAM_VIRTUALLY_FRAME" val="{&quot;height&quot;:326.79998779296875,&quot;width&quot;:558.75860595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l1-1"/>
  <p:tag name="KSO_WM_UNIT_VALUE" val="120"/>
  <p:tag name="KSO_WM_DIAGRAM_VERSION" val="3"/>
  <p:tag name="KSO_WM_DIAGRAM_COLOR_TRICK" val="1"/>
  <p:tag name="KSO_WM_DIAGRAM_COLOR_TEXT_CAN_REMOVE" val="n"/>
  <p:tag name="KSO_WM_UNIT_TEXT_TYPE" val="1"/>
  <p:tag name="KSO_WM_BEAUTIFY_FLAG" val="#wm#"/>
  <p:tag name="KSO_WM_UNIT_TEXT_LAYER_COUNT" val="1"/>
  <p:tag name="KSO_WM_UNIT_PRESET_TEXT" val="单击此处添加文本具体内容，简明扼要地阐述您的观点。根据需要可酌情增减文字，以便观者准确地理解您传达的思想。单击此处添加文本具体内容，简明扼要地阐述您的内容观点。"/>
  <p:tag name="KSO_WM_UNIT_TEXT_FILL_FORE_SCHEMECOLOR_INDEX" val="1"/>
  <p:tag name="KSO_WM_UNIT_TEXT_FILL_TYPE" val="1"/>
</p:tagLst>
</file>

<file path=ppt/tags/tag199.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l_h_a"/>
  <p:tag name="KSO_WM_UNIT_INDEX" val="1_1_1"/>
  <p:tag name="KSO_WM_UNIT_ID" val="diagram20233184_2*l_h_a*1_1_1"/>
  <p:tag name="KSO_WM_TEMPLATE_CATEGORY" val="diagram"/>
  <p:tag name="KSO_WM_TEMPLATE_INDEX" val="20233184"/>
  <p:tag name="KSO_WM_UNIT_LAYERLEVEL" val="1_1_1"/>
  <p:tag name="KSO_WM_TAG_VERSION" val="3.0"/>
  <p:tag name="KSO_WM_DIAGRAM_MAX_ITEMCNT" val="6"/>
  <p:tag name="KSO_WM_DIAGRAM_MIN_ITEMCNT" val="2"/>
  <p:tag name="KSO_WM_DIAGRAM_VIRTUALLY_FRAME" val="{&quot;height&quot;:326.79998779296875,&quot;width&quot;:558.75860595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l1-1"/>
  <p:tag name="KSO_WM_UNIT_VALUE" val="26"/>
  <p:tag name="KSO_WM_DIAGRAM_VERSION" val="3"/>
  <p:tag name="KSO_WM_DIAGRAM_COLOR_TRICK" val="1"/>
  <p:tag name="KSO_WM_DIAGRAM_COLOR_TEXT_CAN_REMOVE" val="n"/>
  <p:tag name="KSO_WM_UNIT_TEXT_TYPE" val="1"/>
  <p:tag name="KSO_WM_BEAUTIFY_FLAG" val="#wm#"/>
  <p:tag name="KSO_WM_UNIT_PRESET_TEXT" val="此处添加项标题"/>
  <p:tag name="KSO_WM_UNIT_TEXT_FILL_FORE_SCHEMECOLOR_INDEX" val="1"/>
  <p:tag name="KSO_WM_UNIT_TEXT_FILL_TYPE" val="1"/>
</p:tagLst>
</file>

<file path=ppt/tags/tag200.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2_1"/>
  <p:tag name="KSO_WM_UNIT_ID" val="diagram20233184_2*l_h_f*1_2_1"/>
  <p:tag name="KSO_WM_TEMPLATE_CATEGORY" val="diagram"/>
  <p:tag name="KSO_WM_TEMPLATE_INDEX" val="20233184"/>
  <p:tag name="KSO_WM_UNIT_LAYERLEVEL" val="1_1_1"/>
  <p:tag name="KSO_WM_TAG_VERSION" val="3.0"/>
  <p:tag name="KSO_WM_DIAGRAM_MAX_ITEMCNT" val="6"/>
  <p:tag name="KSO_WM_DIAGRAM_MIN_ITEMCNT" val="2"/>
  <p:tag name="KSO_WM_DIAGRAM_VIRTUALLY_FRAME" val="{&quot;height&quot;:326.79998779296875,&quot;width&quot;:558.75860595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l1-1"/>
  <p:tag name="KSO_WM_UNIT_VALUE" val="120"/>
  <p:tag name="KSO_WM_DIAGRAM_VERSION" val="3"/>
  <p:tag name="KSO_WM_DIAGRAM_COLOR_TRICK" val="1"/>
  <p:tag name="KSO_WM_DIAGRAM_COLOR_TEXT_CAN_REMOVE" val="n"/>
  <p:tag name="KSO_WM_UNIT_TEXT_TYPE" val="1"/>
  <p:tag name="KSO_WM_BEAUTIFY_FLAG" val="#wm#"/>
  <p:tag name="KSO_WM_UNIT_TEXT_LAYER_COUNT" val="1"/>
  <p:tag name="KSO_WM_UNIT_PRESET_TEXT" val="单击此处添加文本具体内容，简明扼要地阐述您的观点。根据需要可酌情增减文字，以便观者准确地理解您传达的思想。单击此处添加文本具体内容，简明扼要地阐述您的内容观点。"/>
  <p:tag name="KSO_WM_UNIT_TEXT_FILL_FORE_SCHEMECOLOR_INDEX" val="1"/>
  <p:tag name="KSO_WM_UNIT_TEXT_FILL_TYPE" val="1"/>
</p:tagLst>
</file>

<file path=ppt/tags/tag201.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l_h_a"/>
  <p:tag name="KSO_WM_UNIT_INDEX" val="1_2_1"/>
  <p:tag name="KSO_WM_UNIT_ID" val="diagram20233184_2*l_h_a*1_2_1"/>
  <p:tag name="KSO_WM_TEMPLATE_CATEGORY" val="diagram"/>
  <p:tag name="KSO_WM_TEMPLATE_INDEX" val="20233184"/>
  <p:tag name="KSO_WM_UNIT_LAYERLEVEL" val="1_1_1"/>
  <p:tag name="KSO_WM_TAG_VERSION" val="3.0"/>
  <p:tag name="KSO_WM_DIAGRAM_MAX_ITEMCNT" val="6"/>
  <p:tag name="KSO_WM_DIAGRAM_MIN_ITEMCNT" val="2"/>
  <p:tag name="KSO_WM_DIAGRAM_VIRTUALLY_FRAME" val="{&quot;height&quot;:326.79998779296875,&quot;width&quot;:558.75860595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l1-1"/>
  <p:tag name="KSO_WM_UNIT_VALUE" val="26"/>
  <p:tag name="KSO_WM_DIAGRAM_VERSION" val="3"/>
  <p:tag name="KSO_WM_DIAGRAM_COLOR_TRICK" val="1"/>
  <p:tag name="KSO_WM_DIAGRAM_COLOR_TEXT_CAN_REMOVE" val="n"/>
  <p:tag name="KSO_WM_UNIT_TEXT_TYPE" val="1"/>
  <p:tag name="KSO_WM_BEAUTIFY_FLAG" val="#wm#"/>
  <p:tag name="KSO_WM_UNIT_PRESET_TEXT" val="此处添加项标题"/>
  <p:tag name="KSO_WM_UNIT_TEXT_FILL_FORE_SCHEMECOLOR_INDEX" val="1"/>
  <p:tag name="KSO_WM_UNIT_TEXT_FILL_TYPE" val="1"/>
</p:tagLst>
</file>

<file path=ppt/tags/tag202.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3_1"/>
  <p:tag name="KSO_WM_UNIT_ID" val="diagram20233184_2*l_h_f*1_3_1"/>
  <p:tag name="KSO_WM_TEMPLATE_CATEGORY" val="diagram"/>
  <p:tag name="KSO_WM_TEMPLATE_INDEX" val="20233184"/>
  <p:tag name="KSO_WM_UNIT_LAYERLEVEL" val="1_1_1"/>
  <p:tag name="KSO_WM_TAG_VERSION" val="3.0"/>
  <p:tag name="KSO_WM_DIAGRAM_MAX_ITEMCNT" val="6"/>
  <p:tag name="KSO_WM_DIAGRAM_MIN_ITEMCNT" val="2"/>
  <p:tag name="KSO_WM_DIAGRAM_VIRTUALLY_FRAME" val="{&quot;height&quot;:326.79998779296875,&quot;width&quot;:558.75860595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l1-1"/>
  <p:tag name="KSO_WM_UNIT_VALUE" val="120"/>
  <p:tag name="KSO_WM_DIAGRAM_VERSION" val="3"/>
  <p:tag name="KSO_WM_DIAGRAM_COLOR_TRICK" val="1"/>
  <p:tag name="KSO_WM_DIAGRAM_COLOR_TEXT_CAN_REMOVE" val="n"/>
  <p:tag name="KSO_WM_UNIT_TEXT_TYPE" val="1"/>
  <p:tag name="KSO_WM_BEAUTIFY_FLAG" val="#wm#"/>
  <p:tag name="KSO_WM_UNIT_TEXT_LAYER_COUNT" val="1"/>
  <p:tag name="KSO_WM_UNIT_PRESET_TEXT" val="单击此处添加文本具体内容，简明扼要地阐述您的观点。根据需要可酌情增减文字，以便观者准确地理解您传达的思想。单击此处添加文本具体内容，简明扼要地阐述您的内容观点。"/>
  <p:tag name="KSO_WM_UNIT_TEXT_FILL_FORE_SCHEMECOLOR_INDEX" val="1"/>
  <p:tag name="KSO_WM_UNIT_TEXT_FILL_TYPE" val="1"/>
</p:tagLst>
</file>

<file path=ppt/tags/tag203.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l_h_a"/>
  <p:tag name="KSO_WM_UNIT_INDEX" val="1_3_1"/>
  <p:tag name="KSO_WM_UNIT_ID" val="diagram20233184_2*l_h_a*1_3_1"/>
  <p:tag name="KSO_WM_TEMPLATE_CATEGORY" val="diagram"/>
  <p:tag name="KSO_WM_TEMPLATE_INDEX" val="20233184"/>
  <p:tag name="KSO_WM_UNIT_LAYERLEVEL" val="1_1_1"/>
  <p:tag name="KSO_WM_TAG_VERSION" val="3.0"/>
  <p:tag name="KSO_WM_DIAGRAM_MAX_ITEMCNT" val="6"/>
  <p:tag name="KSO_WM_DIAGRAM_MIN_ITEMCNT" val="2"/>
  <p:tag name="KSO_WM_DIAGRAM_VIRTUALLY_FRAME" val="{&quot;height&quot;:326.79998779296875,&quot;width&quot;:558.75860595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l1-1"/>
  <p:tag name="KSO_WM_UNIT_VALUE" val="26"/>
  <p:tag name="KSO_WM_DIAGRAM_VERSION" val="3"/>
  <p:tag name="KSO_WM_DIAGRAM_COLOR_TRICK" val="1"/>
  <p:tag name="KSO_WM_DIAGRAM_COLOR_TEXT_CAN_REMOVE" val="n"/>
  <p:tag name="KSO_WM_UNIT_TEXT_TYPE" val="1"/>
  <p:tag name="KSO_WM_BEAUTIFY_FLAG" val="#wm#"/>
  <p:tag name="KSO_WM_UNIT_PRESET_TEXT" val="此处添加项标题"/>
  <p:tag name="KSO_WM_UNIT_TEXT_FILL_FORE_SCHEMECOLOR_INDEX" val="1"/>
  <p:tag name="KSO_WM_UNIT_TEXT_FILL_TYPE" val="1"/>
</p:tagLst>
</file>

<file path=ppt/tags/tag20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184_2*l_h_x*1_1_1"/>
  <p:tag name="KSO_WM_TEMPLATE_CATEGORY" val="diagram"/>
  <p:tag name="KSO_WM_TEMPLATE_INDEX" val="20233184"/>
  <p:tag name="KSO_WM_UNIT_LAYERLEVEL" val="1_1_1"/>
  <p:tag name="KSO_WM_TAG_VERSION" val="3.0"/>
  <p:tag name="KSO_WM_DIAGRAM_VERSION" val="3"/>
  <p:tag name="KSO_WM_DIAGRAM_COLOR_TRICK" val="1"/>
  <p:tag name="KSO_WM_DIAGRAM_COLOR_TEXT_CAN_REMOVE" val="n"/>
  <p:tag name="KSO_WM_UNIT_VALUE" val="90*90"/>
  <p:tag name="KSO_WM_UNIT_TYPE" val="l_h_x"/>
  <p:tag name="KSO_WM_UNIT_INDEX" val="1_1_1"/>
  <p:tag name="KSO_WM_DIAGRAM_MAX_ITEMCNT" val="6"/>
  <p:tag name="KSO_WM_DIAGRAM_MIN_ITEMCNT" val="2"/>
  <p:tag name="KSO_WM_DIAGRAM_VIRTUALLY_FRAME" val="{&quot;height&quot;:326.79998779296875,&quot;width&quot;:558.7586059570312}"/>
  <p:tag name="KSO_WM_DIAGRAM_COLOR_MATCH_VALUE" val="{&quot;shape&quot;:{&quot;fill&quot;:{&quot;gradient&quot;:[{&quot;brightness&quot;:0,&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5"/>
  <p:tag name="KSO_WM_UNIT_FILL_FORE_SCHEMECOLOR_INDEX_BRIGHTNESS" val="0"/>
  <p:tag name="KSO_WM_BEAUTIFY_FLAG" val="#wm#"/>
</p:tagLst>
</file>

<file path=ppt/tags/tag20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184_2*l_h_x*1_2_1"/>
  <p:tag name="KSO_WM_TEMPLATE_CATEGORY" val="diagram"/>
  <p:tag name="KSO_WM_TEMPLATE_INDEX" val="20233184"/>
  <p:tag name="KSO_WM_UNIT_LAYERLEVEL" val="1_1_1"/>
  <p:tag name="KSO_WM_TAG_VERSION" val="3.0"/>
  <p:tag name="KSO_WM_DIAGRAM_VERSION" val="3"/>
  <p:tag name="KSO_WM_DIAGRAM_COLOR_TRICK" val="1"/>
  <p:tag name="KSO_WM_DIAGRAM_COLOR_TEXT_CAN_REMOVE" val="n"/>
  <p:tag name="KSO_WM_UNIT_VALUE" val="90*90"/>
  <p:tag name="KSO_WM_UNIT_TYPE" val="l_h_x"/>
  <p:tag name="KSO_WM_UNIT_INDEX" val="1_2_1"/>
  <p:tag name="KSO_WM_DIAGRAM_MAX_ITEMCNT" val="6"/>
  <p:tag name="KSO_WM_DIAGRAM_MIN_ITEMCNT" val="2"/>
  <p:tag name="KSO_WM_DIAGRAM_VIRTUALLY_FRAME" val="{&quot;height&quot;:326.79998779296875,&quot;width&quot;:558.7586059570312}"/>
  <p:tag name="KSO_WM_DIAGRAM_COLOR_MATCH_VALUE" val="{&quot;shape&quot;:{&quot;fill&quot;:{&quot;gradient&quot;:[{&quot;brightness&quot;:0,&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5"/>
  <p:tag name="KSO_WM_UNIT_FILL_FORE_SCHEMECOLOR_INDEX_BRIGHTNESS" val="0"/>
  <p:tag name="KSO_WM_BEAUTIFY_FLAG" val="#wm#"/>
</p:tagLst>
</file>

<file path=ppt/tags/tag20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184_2*l_h_x*1_3_1"/>
  <p:tag name="KSO_WM_TEMPLATE_CATEGORY" val="diagram"/>
  <p:tag name="KSO_WM_TEMPLATE_INDEX" val="20233184"/>
  <p:tag name="KSO_WM_UNIT_LAYERLEVEL" val="1_1_1"/>
  <p:tag name="KSO_WM_TAG_VERSION" val="3.0"/>
  <p:tag name="KSO_WM_DIAGRAM_VERSION" val="3"/>
  <p:tag name="KSO_WM_DIAGRAM_COLOR_TRICK" val="1"/>
  <p:tag name="KSO_WM_DIAGRAM_COLOR_TEXT_CAN_REMOVE" val="n"/>
  <p:tag name="KSO_WM_UNIT_VALUE" val="90*90"/>
  <p:tag name="KSO_WM_UNIT_TYPE" val="l_h_x"/>
  <p:tag name="KSO_WM_UNIT_INDEX" val="1_3_1"/>
  <p:tag name="KSO_WM_DIAGRAM_MAX_ITEMCNT" val="6"/>
  <p:tag name="KSO_WM_DIAGRAM_MIN_ITEMCNT" val="2"/>
  <p:tag name="KSO_WM_DIAGRAM_VIRTUALLY_FRAME" val="{&quot;height&quot;:326.79998779296875,&quot;width&quot;:558.7586059570312}"/>
  <p:tag name="KSO_WM_DIAGRAM_COLOR_MATCH_VALUE" val="{&quot;shape&quot;:{&quot;fill&quot;:{&quot;gradient&quot;:[{&quot;brightness&quot;:0,&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5"/>
  <p:tag name="KSO_WM_UNIT_FILL_FORE_SCHEMECOLOR_INDEX_BRIGHTNESS" val="0"/>
  <p:tag name="KSO_WM_BEAUTIFY_FLAG" val="#wm#"/>
</p:tagLst>
</file>

<file path=ppt/tags/tag207.xml><?xml version="1.0" encoding="utf-8"?>
<p:tagLst xmlns:p="http://schemas.openxmlformats.org/presentationml/2006/main">
  <p:tag name="KSO_WM_SLIDE_ID" val="diagram20233184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diagram"/>
  <p:tag name="KSO_WM_TEMPLATE_INDEX" val="20233184"/>
  <p:tag name="KSO_WM_SLIDE_TYPE" val="text"/>
  <p:tag name="KSO_WM_SLIDE_SUBTYPE" val="diag"/>
  <p:tag name="KSO_WM_SLIDE_SIZE" val="543.1*309.7"/>
  <p:tag name="KSO_WM_SLIDE_POSITION" val="206.35*163.4"/>
  <p:tag name="KSO_WM_SLIDE_LAYOUT" val="a_l"/>
  <p:tag name="KSO_WM_SLIDE_LAYOUT_CNT" val="1_1"/>
  <p:tag name="KSO_WM_SPECIAL_SOURCE" val="bdnull"/>
  <p:tag name="KSO_WM_DIAGRAM_GROUP_CODE" val="l1-1"/>
  <p:tag name="KSO_WM_SLIDE_DIAGTYPE" val="l"/>
  <p:tag name="CP_OUTLINE_TITLE" val="文物陈列的时空对话"/>
  <p:tag name="CP_OUTLINE_TYPE" val="pt_text"/>
</p:tagLst>
</file>

<file path=ppt/tags/tag208.xml><?xml version="1.0" encoding="utf-8"?>
<p:tagLst xmlns:p="http://schemas.openxmlformats.org/presentationml/2006/main">
  <p:tag name="KSO_WM_UNIT_TYPE" val="a"/>
  <p:tag name="KSO_WM_UNIT_INDEX" val="1"/>
  <p:tag name="KSO_WM_BEAUTIFY_FLAG" val="#wm#"/>
  <p:tag name="KSO_WM_TAG_VERSION" val="3.0"/>
  <p:tag name="KSO_WM_UNIT_ID" val="custom20235982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982"/>
  <p:tag name="KSO_WM_TEMPLATE_CATEGORY" val="custom"/>
  <p:tag name="KSO_WM_UNIT_ISCONTENTSTITLE" val="0"/>
  <p:tag name="KSO_WM_UNIT_VALUE" val="14"/>
  <p:tag name="KSO_WM_UNIT_PRESET_TEXT" val="添加章节标题"/>
  <p:tag name="KSO_WM_UNIT_TEXT_TYPE" val="1"/>
</p:tagLst>
</file>

<file path=ppt/tags/tag209.xml><?xml version="1.0" encoding="utf-8"?>
<p:tagLst xmlns:p="http://schemas.openxmlformats.org/presentationml/2006/main">
  <p:tag name="KSO_WM_UNIT_TYPE" val="b"/>
  <p:tag name="KSO_WM_UNIT_INDEX" val="1"/>
  <p:tag name="KSO_WM_BEAUTIFY_FLAG" val="#wm#"/>
  <p:tag name="KSO_WM_TAG_VERSION" val="3.0"/>
  <p:tag name="KSO_WM_UNIT_ID" val="custom20235982_7*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982"/>
  <p:tag name="KSO_WM_TEMPLATE_CATEGORY" val="custom"/>
  <p:tag name="KSO_WM_UNIT_ISCONTENTSTITLE" val="0"/>
  <p:tag name="KSO_WM_UNIT_VALUE" val="35"/>
  <p:tag name="KSO_WM_UNIT_PRESET_TEXT" val="章节副标题"/>
  <p:tag name="KSO_WM_UNIT_TEXT_TYPE" val="1"/>
</p:tagLst>
</file>

<file path=ppt/tags/tag210.xml><?xml version="1.0" encoding="utf-8"?>
<p:tagLst xmlns:p="http://schemas.openxmlformats.org/presentationml/2006/main">
  <p:tag name="KSO_WM_UNIT_TYPE" val="e"/>
  <p:tag name="KSO_WM_UNIT_INDEX" val="1"/>
  <p:tag name="KSO_WM_BEAUTIFY_FLAG" val="#wm#"/>
  <p:tag name="KSO_WM_TAG_VERSION" val="3.0"/>
  <p:tag name="KSO_WM_UNIT_ID" val="custom20235982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982"/>
  <p:tag name="KSO_WM_TEMPLATE_CATEGORY" val="custom"/>
  <p:tag name="KSO_WM_UNIT_VALUE" val="5"/>
</p:tagLst>
</file>

<file path=ppt/tags/tag211.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5982"/>
  <p:tag name="KSO_WM_TEMPLATE_CATEGORY" val="custom"/>
  <p:tag name="KSO_WM_SLIDE_INDEX" val="7"/>
  <p:tag name="KSO_WM_SLIDE_ID" val="custom20235982_7"/>
  <p:tag name="KSO_WM_TEMPLATE_MASTER_TYPE" val="0"/>
  <p:tag name="KSO_WM_SLIDE_LAYOUT" val="a_b_e"/>
  <p:tag name="KSO_WM_SLIDE_LAYOUT_CNT" val="1_1_1"/>
  <p:tag name="CP_OUTLINE_TITLE" val="沉浸式观展体验设计"/>
  <p:tag name="CP_OUTLINE_TYPE" val="pt_section_title"/>
</p:tagLst>
</file>

<file path=ppt/tags/tag212.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3199_3*a*1"/>
  <p:tag name="KSO_WM_TEMPLATE_CATEGORY" val="diagram"/>
  <p:tag name="KSO_WM_TEMPLATE_INDEX" val="20233199"/>
  <p:tag name="KSO_WM_UNIT_LAYERLEVEL" val="1"/>
  <p:tag name="KSO_WM_TAG_VERSION" val="3.0"/>
  <p:tag name="KSO_WM_BEAUTIFY_FLAG" val="#wm#"/>
  <p:tag name="KSO_WM_DIAGRAM_GROUP_CODE" val="m1-1"/>
  <p:tag name="KSO_WM_UNIT_TEXT_TYPE" val="1"/>
  <p:tag name="KSO_WM_UNIT_PRESET_TEXT" val="单击此处添加标题"/>
</p:tagLst>
</file>

<file path=ppt/tags/tag2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199_2*m_h_i*1_2_3"/>
  <p:tag name="KSO_WM_TEMPLATE_CATEGORY" val="diagram"/>
  <p:tag name="KSO_WM_TEMPLATE_INDEX" val="20233199"/>
  <p:tag name="KSO_WM_UNIT_LAYERLEVEL" val="1_1_1"/>
  <p:tag name="KSO_WM_TAG_VERSION" val="3.0"/>
  <p:tag name="KSO_WM_UNIT_TYPE" val="m_h_i"/>
  <p:tag name="KSO_WM_UNIT_INDEX" val="1_2_3"/>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type&quot;:0},&quot;glow&quot;:{&quot;colorType&quot;:0},&quot;line&quot;:{&quot;solidLine&quot;:{&quot;brightness&quot;:0.15000000596046448,&quot;colorType&quot;:1,&quot;foreColorIndex&quot;:13,&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13"/>
</p:tagLst>
</file>

<file path=ppt/tags/tag21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1_1"/>
  <p:tag name="KSO_WM_UNIT_ID" val="diagram20233199_2*m_h_f*1_1_1"/>
  <p:tag name="KSO_WM_TEMPLATE_CATEGORY" val="diagram"/>
  <p:tag name="KSO_WM_TEMPLATE_INDEX" val="20233199"/>
  <p:tag name="KSO_WM_UNIT_LAYERLEVEL" val="1_1_1"/>
  <p:tag name="KSO_WM_TAG_VERSION" val="3.0"/>
  <p:tag name="KSO_WM_UNIT_TEXT_FILL_FORE_SCHEMECOLOR_INDEX_BRIGHTNESS" val="0.15"/>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输入项正文，文字是思想的提炼，请尽量言简意赅的阐述观点。单击此处输入项正文，文字是思想的提炼，请尽量言简意赅的阐述观点。单击输入项正文，文字是思想的提炼。"/>
  <p:tag name="KSO_WM_UNIT_TEXT_FILL_FORE_SCHEMECOLOR_INDEX" val="1"/>
  <p:tag name="KSO_WM_UNIT_TEXT_FILL_TYPE" val="1"/>
</p:tagLst>
</file>

<file path=ppt/tags/tag21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m_h_a"/>
  <p:tag name="KSO_WM_UNIT_INDEX" val="1_1_1"/>
  <p:tag name="KSO_WM_UNIT_ID" val="diagram20233199_2*m_h_a*1_1_1"/>
  <p:tag name="KSO_WM_TEMPLATE_CATEGORY" val="diagram"/>
  <p:tag name="KSO_WM_TEMPLATE_INDEX" val="20233199"/>
  <p:tag name="KSO_WM_UNIT_LAYERLEVEL" val="1_1_1"/>
  <p:tag name="KSO_WM_TAG_VERSION" val="3.0"/>
  <p:tag name="KSO_WM_UNIT_TEXT_FILL_FORE_SCHEMECOLOR_INDEX_BRIGHTNESS" val="0.15"/>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单击添加项标题"/>
  <p:tag name="KSO_WM_UNIT_TEXT_FILL_FORE_SCHEMECOLOR_INDEX" val="1"/>
  <p:tag name="KSO_WM_UNIT_TEXT_FILL_TYPE" val="1"/>
</p:tagLst>
</file>

<file path=ppt/tags/tag2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199_2*m_h_x*1_1_1"/>
  <p:tag name="KSO_WM_TEMPLATE_CATEGORY" val="diagram"/>
  <p:tag name="KSO_WM_TEMPLATE_INDEX" val="20233199"/>
  <p:tag name="KSO_WM_UNIT_LAYERLEVEL" val="1_1_1"/>
  <p:tag name="KSO_WM_TAG_VERSION" val="3.0"/>
  <p:tag name="KSO_WM_UNIT_VALUE" val="138*146"/>
  <p:tag name="KSO_WM_UNIT_TYPE" val="m_h_x"/>
  <p:tag name="KSO_WM_UNIT_INDEX" val="1_1_1"/>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gradient&quot;:[{&quot;brightness&quot;:0,&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5"/>
  <p:tag name="KSO_WM_UNIT_FILL_FORE_SCHEMECOLOR_INDEX_BRIGHTNESS" val="0"/>
  <p:tag name="KSO_WM_BEAUTIFY_FLAG" val="#wm#"/>
</p:tagLst>
</file>

<file path=ppt/tags/tag2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199_2*m_h_i*1_1_2"/>
  <p:tag name="KSO_WM_TEMPLATE_CATEGORY" val="diagram"/>
  <p:tag name="KSO_WM_TEMPLATE_INDEX" val="20233199"/>
  <p:tag name="KSO_WM_UNIT_LAYERLEVEL" val="1_1_1"/>
  <p:tag name="KSO_WM_TAG_VERSION" val="3.0"/>
  <p:tag name="KSO_WM_UNIT_TYPE" val="m_h_i"/>
  <p:tag name="KSO_WM_UNIT_INDEX" val="1_1_2"/>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type&quot;:0},&quot;glow&quot;:{&quot;colorType&quot;:0},&quot;line&quot;:{&quot;solidLine&quot;:{&quot;brightness&quot;:0.15000000596046448,&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4"/>
  <p:tag name="KSO_WM_UNIT_FILL_FORE_SCHEMECOLOR_INDEX_BRIGHTNESS" val="0"/>
  <p:tag name="KSO_WM_BEAUTIFY_FLAG" val="#wm#"/>
  <p:tag name="KSO_WM_UNIT_LINE_FORE_SCHEMECOLOR_INDEX" val="13"/>
</p:tagLst>
</file>

<file path=ppt/tags/tag2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199_2*m_h_i*1_1_1"/>
  <p:tag name="KSO_WM_TEMPLATE_CATEGORY" val="diagram"/>
  <p:tag name="KSO_WM_TEMPLATE_INDEX" val="20233199"/>
  <p:tag name="KSO_WM_UNIT_LAYERLEVEL" val="1_1_1"/>
  <p:tag name="KSO_WM_TAG_VERSION" val="3.0"/>
  <p:tag name="KSO_WM_UNIT_SUBTYPE" val="d"/>
  <p:tag name="KSO_WM_UNIT_TYPE" val="m_h_i"/>
  <p:tag name="KSO_WM_UNIT_INDEX" val="1_1_1"/>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type&quot;:0},&quot;glow&quot;:{&quot;colorType&quot;:0},&quot;line&quot;:{&quot;solidLine&quot;:{&quot;brightness&quot;:0.15000000596046448,&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4"/>
  <p:tag name="KSO_WM_UNIT_FILL_FORE_SCHEMECOLOR_INDEX_BRIGHTNESS" val="0"/>
  <p:tag name="KSO_WM_BEAUTIFY_FLAG" val="#wm#"/>
  <p:tag name="KSO_WM_UNIT_LINE_FORE_SCHEMECOLOR_INDEX" val="13"/>
  <p:tag name="KSO_WM_UNIT_TEXT_FILL_FORE_SCHEMECOLOR_INDEX" val="1"/>
  <p:tag name="KSO_WM_UNIT_TEXT_FILL_TYPE" val="1"/>
</p:tagLst>
</file>

<file path=ppt/tags/tag21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2_1"/>
  <p:tag name="KSO_WM_UNIT_ID" val="diagram20233199_2*m_h_f*1_2_1"/>
  <p:tag name="KSO_WM_TEMPLATE_CATEGORY" val="diagram"/>
  <p:tag name="KSO_WM_TEMPLATE_INDEX" val="20233199"/>
  <p:tag name="KSO_WM_UNIT_LAYERLEVEL" val="1_1_1"/>
  <p:tag name="KSO_WM_TAG_VERSION" val="3.0"/>
  <p:tag name="KSO_WM_UNIT_TEXT_FILL_FORE_SCHEMECOLOR_INDEX_BRIGHTNESS" val="0.15"/>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输入项正文，文字是思想的提炼，请言简意赅的阐述观点。单击此处输入项正文，文字是思想的提炼，请言简意赅的阐述观点。单击输入项正文，文字是思想的提炼。"/>
  <p:tag name="KSO_WM_UNIT_TEXT_FILL_FORE_SCHEMECOLOR_INDEX" val="1"/>
  <p:tag name="KSO_WM_UNIT_TEXT_FILL_TYPE" val="1"/>
</p:tagLst>
</file>

<file path=ppt/tags/tag220.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m_h_a"/>
  <p:tag name="KSO_WM_UNIT_INDEX" val="1_2_1"/>
  <p:tag name="KSO_WM_UNIT_ID" val="diagram20233199_2*m_h_a*1_2_1"/>
  <p:tag name="KSO_WM_TEMPLATE_CATEGORY" val="diagram"/>
  <p:tag name="KSO_WM_TEMPLATE_INDEX" val="20233199"/>
  <p:tag name="KSO_WM_UNIT_LAYERLEVEL" val="1_1_1"/>
  <p:tag name="KSO_WM_TAG_VERSION" val="3.0"/>
  <p:tag name="KSO_WM_UNIT_TEXT_FILL_FORE_SCHEMECOLOR_INDEX_BRIGHTNESS" val="0.15"/>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单击添加项标题"/>
  <p:tag name="KSO_WM_UNIT_TEXT_FILL_FORE_SCHEMECOLOR_INDEX" val="1"/>
  <p:tag name="KSO_WM_UNIT_TEXT_FILL_TYPE" val="1"/>
</p:tagLst>
</file>

<file path=ppt/tags/tag2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199_2*m_h_i*1_2_2"/>
  <p:tag name="KSO_WM_TEMPLATE_CATEGORY" val="diagram"/>
  <p:tag name="KSO_WM_TEMPLATE_INDEX" val="20233199"/>
  <p:tag name="KSO_WM_UNIT_LAYERLEVEL" val="1_1_1"/>
  <p:tag name="KSO_WM_TAG_VERSION" val="3.0"/>
  <p:tag name="KSO_WM_UNIT_TYPE" val="m_h_i"/>
  <p:tag name="KSO_WM_UNIT_INDEX" val="1_2_2"/>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type&quot;:0},&quot;glow&quot;:{&quot;colorType&quot;:0},&quot;line&quot;:{&quot;solidLine&quot;:{&quot;brightness&quot;:0.15000000596046448,&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4"/>
  <p:tag name="KSO_WM_UNIT_FILL_FORE_SCHEMECOLOR_INDEX_BRIGHTNESS" val="0"/>
  <p:tag name="KSO_WM_BEAUTIFY_FLAG" val="#wm#"/>
  <p:tag name="KSO_WM_UNIT_LINE_FORE_SCHEMECOLOR_INDEX" val="13"/>
</p:tagLst>
</file>

<file path=ppt/tags/tag2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199_2*m_h_i*1_2_1"/>
  <p:tag name="KSO_WM_TEMPLATE_CATEGORY" val="diagram"/>
  <p:tag name="KSO_WM_TEMPLATE_INDEX" val="20233199"/>
  <p:tag name="KSO_WM_UNIT_LAYERLEVEL" val="1_1_1"/>
  <p:tag name="KSO_WM_TAG_VERSION" val="3.0"/>
  <p:tag name="KSO_WM_UNIT_SUBTYPE" val="d"/>
  <p:tag name="KSO_WM_UNIT_TYPE" val="m_h_i"/>
  <p:tag name="KSO_WM_UNIT_INDEX" val="1_2_1"/>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type&quot;:0},&quot;glow&quot;:{&quot;colorType&quot;:0},&quot;line&quot;:{&quot;solidLine&quot;:{&quot;brightness&quot;:0.15000000596046448,&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4"/>
  <p:tag name="KSO_WM_UNIT_FILL_FORE_SCHEMECOLOR_INDEX_BRIGHTNESS" val="0"/>
  <p:tag name="KSO_WM_BEAUTIFY_FLAG" val="#wm#"/>
  <p:tag name="KSO_WM_UNIT_LINE_FORE_SCHEMECOLOR_INDEX" val="13"/>
  <p:tag name="KSO_WM_UNIT_TEXT_FILL_FORE_SCHEMECOLOR_INDEX" val="1"/>
  <p:tag name="KSO_WM_UNIT_TEXT_FILL_TYPE" val="1"/>
</p:tagLst>
</file>

<file path=ppt/tags/tag22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3_1"/>
  <p:tag name="KSO_WM_UNIT_ID" val="diagram20233199_2*m_h_f*1_3_1"/>
  <p:tag name="KSO_WM_TEMPLATE_CATEGORY" val="diagram"/>
  <p:tag name="KSO_WM_TEMPLATE_INDEX" val="20233199"/>
  <p:tag name="KSO_WM_UNIT_LAYERLEVEL" val="1_1_1"/>
  <p:tag name="KSO_WM_TAG_VERSION" val="3.0"/>
  <p:tag name="KSO_WM_UNIT_TEXT_FILL_FORE_SCHEMECOLOR_INDEX_BRIGHTNESS" val="0.15"/>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输入项正文，文字是思想的提炼，请尽量言简意赅的阐述观点。单击此处输入项正文，文字是思想的提炼，请尽量言简意赅的阐述观点。单击输入项正文，文字是思想的提炼。"/>
  <p:tag name="KSO_WM_UNIT_TEXT_FILL_FORE_SCHEMECOLOR_INDEX" val="1"/>
  <p:tag name="KSO_WM_UNIT_TEXT_FILL_TYPE" val="1"/>
</p:tagLst>
</file>

<file path=ppt/tags/tag224.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m_h_a"/>
  <p:tag name="KSO_WM_UNIT_INDEX" val="1_3_1"/>
  <p:tag name="KSO_WM_UNIT_ID" val="diagram20233199_2*m_h_a*1_3_1"/>
  <p:tag name="KSO_WM_TEMPLATE_CATEGORY" val="diagram"/>
  <p:tag name="KSO_WM_TEMPLATE_INDEX" val="20233199"/>
  <p:tag name="KSO_WM_UNIT_LAYERLEVEL" val="1_1_1"/>
  <p:tag name="KSO_WM_TAG_VERSION" val="3.0"/>
  <p:tag name="KSO_WM_UNIT_TEXT_FILL_FORE_SCHEMECOLOR_INDEX_BRIGHTNESS" val="0.15"/>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单击添加项标题"/>
  <p:tag name="KSO_WM_UNIT_TEXT_FILL_FORE_SCHEMECOLOR_INDEX" val="1"/>
  <p:tag name="KSO_WM_UNIT_TEXT_FILL_TYPE" val="1"/>
</p:tagLst>
</file>

<file path=ppt/tags/tag2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199_2*m_h_i*1_3_2"/>
  <p:tag name="KSO_WM_TEMPLATE_CATEGORY" val="diagram"/>
  <p:tag name="KSO_WM_TEMPLATE_INDEX" val="20233199"/>
  <p:tag name="KSO_WM_UNIT_LAYERLEVEL" val="1_1_1"/>
  <p:tag name="KSO_WM_TAG_VERSION" val="3.0"/>
  <p:tag name="KSO_WM_UNIT_TYPE" val="m_h_i"/>
  <p:tag name="KSO_WM_UNIT_INDEX" val="1_3_2"/>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type&quot;:0},&quot;glow&quot;:{&quot;colorType&quot;:0},&quot;line&quot;:{&quot;solidLine&quot;:{&quot;brightness&quot;:0.15000000596046448,&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4"/>
  <p:tag name="KSO_WM_UNIT_FILL_FORE_SCHEMECOLOR_INDEX_BRIGHTNESS" val="0"/>
  <p:tag name="KSO_WM_BEAUTIFY_FLAG" val="#wm#"/>
  <p:tag name="KSO_WM_UNIT_LINE_FORE_SCHEMECOLOR_INDEX" val="13"/>
</p:tagLst>
</file>

<file path=ppt/tags/tag2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199_2*m_h_i*1_3_1"/>
  <p:tag name="KSO_WM_TEMPLATE_CATEGORY" val="diagram"/>
  <p:tag name="KSO_WM_TEMPLATE_INDEX" val="20233199"/>
  <p:tag name="KSO_WM_UNIT_LAYERLEVEL" val="1_1_1"/>
  <p:tag name="KSO_WM_TAG_VERSION" val="3.0"/>
  <p:tag name="KSO_WM_UNIT_SUBTYPE" val="d"/>
  <p:tag name="KSO_WM_UNIT_TYPE" val="m_h_i"/>
  <p:tag name="KSO_WM_UNIT_INDEX" val="1_3_1"/>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type&quot;:0},&quot;glow&quot;:{&quot;colorType&quot;:0},&quot;line&quot;:{&quot;solidLine&quot;:{&quot;brightness&quot;:0.15000000596046448,&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4"/>
  <p:tag name="KSO_WM_UNIT_FILL_FORE_SCHEMECOLOR_INDEX_BRIGHTNESS" val="0"/>
  <p:tag name="KSO_WM_BEAUTIFY_FLAG" val="#wm#"/>
  <p:tag name="KSO_WM_UNIT_LINE_FORE_SCHEMECOLOR_INDEX" val="13"/>
  <p:tag name="KSO_WM_UNIT_TEXT_FILL_FORE_SCHEMECOLOR_INDEX" val="1"/>
  <p:tag name="KSO_WM_UNIT_TEXT_FILL_TYPE" val="1"/>
</p:tagLst>
</file>

<file path=ppt/tags/tag2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199_2*m_h_x*1_3_1"/>
  <p:tag name="KSO_WM_TEMPLATE_CATEGORY" val="diagram"/>
  <p:tag name="KSO_WM_TEMPLATE_INDEX" val="20233199"/>
  <p:tag name="KSO_WM_UNIT_LAYERLEVEL" val="1_1_1"/>
  <p:tag name="KSO_WM_TAG_VERSION" val="3.0"/>
  <p:tag name="KSO_WM_UNIT_VALUE" val="140*160"/>
  <p:tag name="KSO_WM_UNIT_TYPE" val="m_h_x"/>
  <p:tag name="KSO_WM_UNIT_INDEX" val="1_3_1"/>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gradient&quot;:[{&quot;brightness&quot;:0,&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5"/>
  <p:tag name="KSO_WM_UNIT_FILL_FORE_SCHEMECOLOR_INDEX_BRIGHTNESS" val="0"/>
  <p:tag name="KSO_WM_BEAUTIFY_FLAG" val="#wm#"/>
</p:tagLst>
</file>

<file path=ppt/tags/tag2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199_2*m_h_x*1_2_1"/>
  <p:tag name="KSO_WM_TEMPLATE_CATEGORY" val="diagram"/>
  <p:tag name="KSO_WM_TEMPLATE_INDEX" val="20233199"/>
  <p:tag name="KSO_WM_UNIT_LAYERLEVEL" val="1_1_1"/>
  <p:tag name="KSO_WM_TAG_VERSION" val="3.0"/>
  <p:tag name="KSO_WM_UNIT_VALUE" val="160*161"/>
  <p:tag name="KSO_WM_UNIT_TYPE" val="m_h_x"/>
  <p:tag name="KSO_WM_UNIT_INDEX" val="1_2_1"/>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gradient&quot;:[{&quot;brightness&quot;:0,&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Lst>
</file>

<file path=ppt/tags/tag2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199_2*m_h_i*1_3_3"/>
  <p:tag name="KSO_WM_TEMPLATE_CATEGORY" val="diagram"/>
  <p:tag name="KSO_WM_TEMPLATE_INDEX" val="20233199"/>
  <p:tag name="KSO_WM_UNIT_LAYERLEVEL" val="1_1_1"/>
  <p:tag name="KSO_WM_TAG_VERSION" val="3.0"/>
  <p:tag name="KSO_WM_UNIT_TYPE" val="m_h_i"/>
  <p:tag name="KSO_WM_UNIT_INDEX" val="1_3_3"/>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type&quot;:0},&quot;glow&quot;:{&quot;colorType&quot;:0},&quot;line&quot;:{&quot;solidLine&quot;:{&quot;brightness&quot;:0.15000000596046448,&quot;colorType&quot;:1,&quot;foreColorIndex&quot;:13,&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13"/>
</p:tagLst>
</file>

<file path=ppt/tags/tag230.xml><?xml version="1.0" encoding="utf-8"?>
<p:tagLst xmlns:p="http://schemas.openxmlformats.org/presentationml/2006/main">
  <p:tag name="KSO_WM_SLIDE_ID" val="diagram20233199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diagram"/>
  <p:tag name="KSO_WM_TEMPLATE_INDEX" val="20233199"/>
  <p:tag name="KSO_WM_SLIDE_TYPE" val="text"/>
  <p:tag name="KSO_WM_SLIDE_SUBTYPE" val="diag"/>
  <p:tag name="KSO_WM_SLIDE_SIZE" val="850.375*375.85"/>
  <p:tag name="KSO_WM_SLIDE_POSITION" val="54.825*125.417"/>
  <p:tag name="KSO_WM_SLIDE_LAYOUT" val="a_m"/>
  <p:tag name="KSO_WM_SLIDE_LAYOUT_CNT" val="1_1"/>
  <p:tag name="KSO_WM_SPECIAL_SOURCE" val="bdnull"/>
  <p:tag name="KSO_WM_DIAGRAM_GROUP_CODE" val="m1-1"/>
  <p:tag name="KSO_WM_SLIDE_DIAGTYPE" val="m"/>
  <p:tag name="CP_OUTLINE_TITLE" val="场景还原的情绪共鸣"/>
  <p:tag name="CP_OUTLINE_TYPE" val="pt_text"/>
</p:tagLst>
</file>

<file path=ppt/tags/tag231.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3203_2*a*1"/>
  <p:tag name="KSO_WM_TEMPLATE_CATEGORY" val="diagram"/>
  <p:tag name="KSO_WM_TEMPLATE_INDEX" val="20233203"/>
  <p:tag name="KSO_WM_UNIT_LAYERLEVEL" val="1"/>
  <p:tag name="KSO_WM_TAG_VERSION" val="3.0"/>
  <p:tag name="KSO_WM_BEAUTIFY_FLAG" val="#wm#"/>
  <p:tag name="KSO_WM_DIAGRAM_GROUP_CODE" val="l1-1"/>
  <p:tag name="KSO_WM_UNIT_PRESET_TEXT" val="单击此处添加标题"/>
  <p:tag name="KSO_WM_UNIT_TEXT_TYPE" val="1"/>
</p:tagLst>
</file>

<file path=ppt/tags/tag232.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l_h_i"/>
  <p:tag name="KSO_WM_UNIT_INDEX" val="1_2_1"/>
  <p:tag name="KSO_WM_UNIT_ID" val="diagram20233203_2*l_h_i*1_2_1"/>
  <p:tag name="KSO_WM_TEMPLATE_CATEGORY" val="diagram"/>
  <p:tag name="KSO_WM_TEMPLATE_INDEX" val="20233203"/>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75.45001220703125,&quot;width&quot;:840.2999877929688}"/>
  <p:tag name="KSO_WM_DIAGRAM_COLOR_MATCH_VALUE" val="{&quot;shape&quot;:{&quot;fill&quot;:{&quot;solid&quot;:{&quot;brightness&quot;:0,&quot;colorType&quot;:1,&quot;foreColorIndex&quot;:5,&quot;transparency&quot;:0.20000000298023224},&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Lst>
</file>

<file path=ppt/tags/tag233.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l_h_i"/>
  <p:tag name="KSO_WM_UNIT_INDEX" val="1_1_1"/>
  <p:tag name="KSO_WM_UNIT_ID" val="diagram20233203_2*l_h_i*1_1_1"/>
  <p:tag name="KSO_WM_TEMPLATE_CATEGORY" val="diagram"/>
  <p:tag name="KSO_WM_TEMPLATE_INDEX" val="20233203"/>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75.45001220703125,&quot;width&quot;:840.2999877929688}"/>
  <p:tag name="KSO_WM_DIAGRAM_COLOR_MATCH_VALUE" val="{&quot;shape&quot;:{&quot;fill&quot;:{&quot;solid&quot;:{&quot;brightness&quot;:0,&quot;colorType&quot;:1,&quot;foreColorIndex&quot;:5,&quot;transparency&quot;:0.20000000298023224},&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Lst>
</file>

<file path=ppt/tags/tag234.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3_1"/>
  <p:tag name="KSO_WM_UNIT_ID" val="diagram20233203_2*l_h_f*1_3_1"/>
  <p:tag name="KSO_WM_TEMPLATE_CATEGORY" val="diagram"/>
  <p:tag name="KSO_WM_TEMPLATE_INDEX" val="20233203"/>
  <p:tag name="KSO_WM_UNIT_LAYERLEVEL" val="1_1_1"/>
  <p:tag name="KSO_WM_TAG_VERSION" val="3.0"/>
  <p:tag name="KSO_WM_DIAGRAM_VERSION" val="3"/>
  <p:tag name="KSO_WM_DIAGRAM_COLOR_TRICK" val="1"/>
  <p:tag name="KSO_WM_DIAGRAM_COLOR_TEXT_CAN_REMOVE" val="n"/>
  <p:tag name="KSO_WM_UNIT_VALUE" val="135"/>
  <p:tag name="KSO_WM_DIAGRAM_GROUP_CODE" val="l1-1"/>
  <p:tag name="KSO_WM_DIAGRAM_MAX_ITEMCNT" val="4"/>
  <p:tag name="KSO_WM_DIAGRAM_MIN_ITEMCNT" val="2"/>
  <p:tag name="KSO_WM_DIAGRAM_VIRTUALLY_FRAME" val="{&quot;height&quot;:375.45001220703125,&quot;width&quot;:840.299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请单击此处添加正文，文字是您思想的提炼，请言简意赅的阐述您的观点。单击此处添加正文，文字是您思想的提炼。单击此处添加正文，文字是您思想的提炼，请言简意赅的阐述您的观点。单击此处添加正文，文字是您思想的提炼。单击此处添加正文，文字是您思想的提炼，请言简意赅的阐述您的观点"/>
  <p:tag name="KSO_WM_UNIT_TEXT_FILL_FORE_SCHEMECOLOR_INDEX" val="1"/>
  <p:tag name="KSO_WM_UNIT_TEXT_FILL_TYPE" val="1"/>
</p:tagLst>
</file>

<file path=ppt/tags/tag23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3203_2*l_h_a*1_3_1"/>
  <p:tag name="KSO_WM_TEMPLATE_CATEGORY" val="diagram"/>
  <p:tag name="KSO_WM_TEMPLATE_INDEX" val="20233203"/>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75.45001220703125,&quot;width&quot;:840.299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单击添加项标题"/>
  <p:tag name="KSO_WM_UNIT_TEXT_FILL_FORE_SCHEMECOLOR_INDEX" val="1"/>
  <p:tag name="KSO_WM_UNIT_TEXT_FILL_TYPE" val="1"/>
</p:tagLst>
</file>

<file path=ppt/tags/tag236.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2_1"/>
  <p:tag name="KSO_WM_UNIT_ID" val="diagram20233203_2*l_h_f*1_2_1"/>
  <p:tag name="KSO_WM_TEMPLATE_CATEGORY" val="diagram"/>
  <p:tag name="KSO_WM_TEMPLATE_INDEX" val="20233203"/>
  <p:tag name="KSO_WM_UNIT_LAYERLEVEL" val="1_1_1"/>
  <p:tag name="KSO_WM_TAG_VERSION" val="3.0"/>
  <p:tag name="KSO_WM_DIAGRAM_VERSION" val="3"/>
  <p:tag name="KSO_WM_DIAGRAM_COLOR_TRICK" val="1"/>
  <p:tag name="KSO_WM_DIAGRAM_COLOR_TEXT_CAN_REMOVE" val="n"/>
  <p:tag name="KSO_WM_UNIT_VALUE" val="140"/>
  <p:tag name="KSO_WM_DIAGRAM_GROUP_CODE" val="l1-1"/>
  <p:tag name="KSO_WM_DIAGRAM_MAX_ITEMCNT" val="4"/>
  <p:tag name="KSO_WM_DIAGRAM_MIN_ITEMCNT" val="2"/>
  <p:tag name="KSO_WM_DIAGRAM_VIRTUALLY_FRAME" val="{&quot;height&quot;:375.45001220703125,&quot;width&quot;:840.299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请单击此处添加正文内容，文字是您思想的提炼，请言简意赅的阐述您的观点。单击此处添加正文，文字是您思想的提炼。单击此处添加正文，文字是您思想的提炼，请言简意赅的阐述您的观点。单击此处添加正文，文字是您思想的提炼。单击此处添加正文，文字是您思想的提炼，请言简意赅的阐述您的观点"/>
  <p:tag name="KSO_WM_UNIT_TEXT_FILL_FORE_SCHEMECOLOR_INDEX" val="1"/>
  <p:tag name="KSO_WM_UNIT_TEXT_FILL_TYPE" val="1"/>
</p:tagLst>
</file>

<file path=ppt/tags/tag237.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3203_2*l_h_a*1_2_1"/>
  <p:tag name="KSO_WM_TEMPLATE_CATEGORY" val="diagram"/>
  <p:tag name="KSO_WM_TEMPLATE_INDEX" val="20233203"/>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75.45001220703125,&quot;width&quot;:840.299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单击添加项标题"/>
  <p:tag name="KSO_WM_UNIT_TEXT_FILL_FORE_SCHEMECOLOR_INDEX" val="1"/>
  <p:tag name="KSO_WM_UNIT_TEXT_FILL_TYPE" val="1"/>
</p:tagLst>
</file>

<file path=ppt/tags/tag238.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1_1"/>
  <p:tag name="KSO_WM_UNIT_ID" val="diagram20233203_2*l_h_f*1_1_1"/>
  <p:tag name="KSO_WM_TEMPLATE_CATEGORY" val="diagram"/>
  <p:tag name="KSO_WM_TEMPLATE_INDEX" val="20233203"/>
  <p:tag name="KSO_WM_UNIT_LAYERLEVEL" val="1_1_1"/>
  <p:tag name="KSO_WM_TAG_VERSION" val="3.0"/>
  <p:tag name="KSO_WM_UNIT_VALUE" val="140"/>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75.45001220703125,&quot;width&quot;:840.299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请单击此处添加内容，文字是您思想的提炼，请言简意赅的阐述您的观点。单击添加正文，文字是您思想的提炼。单击此处添加正文，文字是您思想的提炼，请言简意赅的阐述您的观点。单击添加正文，文字是您思想的提炼。单击此处添加正文，文字是您思想的提炼，请言简意赅的阐述您的观点"/>
  <p:tag name="KSO_WM_UNIT_TEXT_FILL_FORE_SCHEMECOLOR_INDEX" val="1"/>
  <p:tag name="KSO_WM_UNIT_TEXT_FILL_TYPE" val="1"/>
</p:tagLst>
</file>

<file path=ppt/tags/tag23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3203_2*l_h_a*1_1_1"/>
  <p:tag name="KSO_WM_TEMPLATE_CATEGORY" val="diagram"/>
  <p:tag name="KSO_WM_TEMPLATE_INDEX" val="20233203"/>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75.45001220703125,&quot;width&quot;:840.299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单击添加项标题"/>
  <p:tag name="KSO_WM_UNIT_TEXT_FILL_FORE_SCHEMECOLOR_INDEX" val="1"/>
  <p:tag name="KSO_WM_UNIT_TEXT_FILL_TYPE" val="1"/>
</p:tagLst>
</file>

<file path=ppt/tags/tag240.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l_h_i"/>
  <p:tag name="KSO_WM_UNIT_INDEX" val="1_3_1"/>
  <p:tag name="KSO_WM_UNIT_ID" val="diagram20233203_2*l_h_i*1_3_1"/>
  <p:tag name="KSO_WM_TEMPLATE_CATEGORY" val="diagram"/>
  <p:tag name="KSO_WM_TEMPLATE_INDEX" val="20233203"/>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75.45001220703125,&quot;width&quot;:840.2999877929688}"/>
  <p:tag name="KSO_WM_DIAGRAM_COLOR_MATCH_VALUE" val="{&quot;shape&quot;:{&quot;fill&quot;:{&quot;solid&quot;:{&quot;brightness&quot;:0,&quot;colorType&quot;:1,&quot;foreColorIndex&quot;:5,&quot;transparency&quot;:0.20000000298023224},&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Lst>
</file>

<file path=ppt/tags/tag241.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l_h_x"/>
  <p:tag name="KSO_WM_UNIT_INDEX" val="1_2_1"/>
  <p:tag name="KSO_WM_UNIT_ID" val="diagram20233203_2*l_h_x*1_2_1"/>
  <p:tag name="KSO_WM_TEMPLATE_CATEGORY" val="diagram"/>
  <p:tag name="KSO_WM_TEMPLATE_INDEX" val="20233203"/>
  <p:tag name="KSO_WM_UNIT_LAYERLEVEL" val="1_1_1"/>
  <p:tag name="KSO_WM_TAG_VERSION" val="3.0"/>
  <p:tag name="KSO_WM_UNIT_VALUE" val="108*108"/>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75.45001220703125,&quot;width&quot;:840.2999877929688}"/>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Lst>
</file>

<file path=ppt/tags/tag242.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l_h_x"/>
  <p:tag name="KSO_WM_UNIT_INDEX" val="1_1_1"/>
  <p:tag name="KSO_WM_UNIT_ID" val="diagram20233203_2*l_h_x*1_1_1"/>
  <p:tag name="KSO_WM_TEMPLATE_CATEGORY" val="diagram"/>
  <p:tag name="KSO_WM_TEMPLATE_INDEX" val="20233203"/>
  <p:tag name="KSO_WM_UNIT_LAYERLEVEL" val="1_1_1"/>
  <p:tag name="KSO_WM_TAG_VERSION" val="3.0"/>
  <p:tag name="KSO_WM_UNIT_VALUE" val="100*108"/>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75.45001220703125,&quot;width&quot;:840.2999877929688}"/>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Lst>
</file>

<file path=ppt/tags/tag243.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l_h_x"/>
  <p:tag name="KSO_WM_UNIT_INDEX" val="1_3_1"/>
  <p:tag name="KSO_WM_UNIT_ID" val="diagram20233203_2*l_h_x*1_3_1"/>
  <p:tag name="KSO_WM_TEMPLATE_CATEGORY" val="diagram"/>
  <p:tag name="KSO_WM_TEMPLATE_INDEX" val="20233203"/>
  <p:tag name="KSO_WM_UNIT_LAYERLEVEL" val="1_1_1"/>
  <p:tag name="KSO_WM_TAG_VERSION" val="3.0"/>
  <p:tag name="KSO_WM_UNIT_VALUE" val="108*108"/>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75.45001220703125,&quot;width&quot;:840.2999877929688}"/>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Lst>
</file>

<file path=ppt/tags/tag244.xml><?xml version="1.0" encoding="utf-8"?>
<p:tagLst xmlns:p="http://schemas.openxmlformats.org/presentationml/2006/main">
  <p:tag name="KSO_WM_SLIDE_ID" val="diagram20233203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diagram"/>
  <p:tag name="KSO_WM_TEMPLATE_INDEX" val="20233203"/>
  <p:tag name="KSO_WM_SLIDE_TYPE" val="text"/>
  <p:tag name="KSO_WM_SLIDE_SUBTYPE" val="diag"/>
  <p:tag name="KSO_WM_SLIDE_SIZE" val="835.572*361.7"/>
  <p:tag name="KSO_WM_SLIDE_POSITION" val="62.1266*132.9"/>
  <p:tag name="KSO_WM_SLIDE_LAYOUT" val="a_l"/>
  <p:tag name="KSO_WM_SLIDE_LAYOUT_CNT" val="1_1"/>
  <p:tag name="KSO_WM_SPECIAL_SOURCE" val="bdnull"/>
  <p:tag name="KSO_WM_DIAGRAM_GROUP_CODE" val="l1-1"/>
  <p:tag name="KSO_WM_SLIDE_DIAGTYPE" val="l"/>
  <p:tag name="CP_OUTLINE_TITLE" val="环幕影像的时空折叠"/>
  <p:tag name="CP_OUTLINE_TYPE" val="pt_text"/>
</p:tagLst>
</file>

<file path=ppt/tags/tag245.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3184_2*a*1"/>
  <p:tag name="KSO_WM_TEMPLATE_CATEGORY" val="diagram"/>
  <p:tag name="KSO_WM_TEMPLATE_INDEX" val="20233184"/>
  <p:tag name="KSO_WM_UNIT_LAYERLEVEL" val="1"/>
  <p:tag name="KSO_WM_TAG_VERSION" val="3.0"/>
  <p:tag name="KSO_WM_BEAUTIFY_FLAG" val="#wm#"/>
  <p:tag name="KSO_WM_DIAGRAM_GROUP_CODE" val="l1-1"/>
  <p:tag name="KSO_WM_UNIT_TEXT_TYPE" val="1"/>
  <p:tag name="KSO_WM_UNIT_PRESET_TEXT" val="单击此处添加标题"/>
</p:tagLst>
</file>

<file path=ppt/tags/tag246.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1_1"/>
  <p:tag name="KSO_WM_UNIT_ID" val="diagram20233184_2*l_h_f*1_1_1"/>
  <p:tag name="KSO_WM_TEMPLATE_CATEGORY" val="diagram"/>
  <p:tag name="KSO_WM_TEMPLATE_INDEX" val="20233184"/>
  <p:tag name="KSO_WM_UNIT_LAYERLEVEL" val="1_1_1"/>
  <p:tag name="KSO_WM_TAG_VERSION" val="3.0"/>
  <p:tag name="KSO_WM_DIAGRAM_MAX_ITEMCNT" val="6"/>
  <p:tag name="KSO_WM_DIAGRAM_MIN_ITEMCNT" val="2"/>
  <p:tag name="KSO_WM_DIAGRAM_VIRTUALLY_FRAME" val="{&quot;height&quot;:326.79998779296875,&quot;width&quot;:558.75860595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l1-1"/>
  <p:tag name="KSO_WM_UNIT_VALUE" val="120"/>
  <p:tag name="KSO_WM_DIAGRAM_VERSION" val="3"/>
  <p:tag name="KSO_WM_DIAGRAM_COLOR_TRICK" val="1"/>
  <p:tag name="KSO_WM_DIAGRAM_COLOR_TEXT_CAN_REMOVE" val="n"/>
  <p:tag name="KSO_WM_UNIT_TEXT_TYPE" val="1"/>
  <p:tag name="KSO_WM_BEAUTIFY_FLAG" val="#wm#"/>
  <p:tag name="KSO_WM_UNIT_TEXT_LAYER_COUNT" val="1"/>
  <p:tag name="KSO_WM_UNIT_PRESET_TEXT" val="单击此处添加文本具体内容，简明扼要地阐述您的观点。根据需要可酌情增减文字，以便观者准确地理解您传达的思想。单击此处添加文本具体内容，简明扼要地阐述您的内容观点。"/>
  <p:tag name="KSO_WM_UNIT_TEXT_FILL_FORE_SCHEMECOLOR_INDEX" val="1"/>
  <p:tag name="KSO_WM_UNIT_TEXT_FILL_TYPE" val="1"/>
</p:tagLst>
</file>

<file path=ppt/tags/tag247.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l_h_a"/>
  <p:tag name="KSO_WM_UNIT_INDEX" val="1_1_1"/>
  <p:tag name="KSO_WM_UNIT_ID" val="diagram20233184_2*l_h_a*1_1_1"/>
  <p:tag name="KSO_WM_TEMPLATE_CATEGORY" val="diagram"/>
  <p:tag name="KSO_WM_TEMPLATE_INDEX" val="20233184"/>
  <p:tag name="KSO_WM_UNIT_LAYERLEVEL" val="1_1_1"/>
  <p:tag name="KSO_WM_TAG_VERSION" val="3.0"/>
  <p:tag name="KSO_WM_DIAGRAM_MAX_ITEMCNT" val="6"/>
  <p:tag name="KSO_WM_DIAGRAM_MIN_ITEMCNT" val="2"/>
  <p:tag name="KSO_WM_DIAGRAM_VIRTUALLY_FRAME" val="{&quot;height&quot;:326.79998779296875,&quot;width&quot;:558.75860595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l1-1"/>
  <p:tag name="KSO_WM_UNIT_VALUE" val="26"/>
  <p:tag name="KSO_WM_DIAGRAM_VERSION" val="3"/>
  <p:tag name="KSO_WM_DIAGRAM_COLOR_TRICK" val="1"/>
  <p:tag name="KSO_WM_DIAGRAM_COLOR_TEXT_CAN_REMOVE" val="n"/>
  <p:tag name="KSO_WM_UNIT_TEXT_TYPE" val="1"/>
  <p:tag name="KSO_WM_BEAUTIFY_FLAG" val="#wm#"/>
  <p:tag name="KSO_WM_UNIT_PRESET_TEXT" val="此处添加项标题"/>
  <p:tag name="KSO_WM_UNIT_TEXT_FILL_FORE_SCHEMECOLOR_INDEX" val="1"/>
  <p:tag name="KSO_WM_UNIT_TEXT_FILL_TYPE" val="1"/>
</p:tagLst>
</file>

<file path=ppt/tags/tag248.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2_1"/>
  <p:tag name="KSO_WM_UNIT_ID" val="diagram20233184_2*l_h_f*1_2_1"/>
  <p:tag name="KSO_WM_TEMPLATE_CATEGORY" val="diagram"/>
  <p:tag name="KSO_WM_TEMPLATE_INDEX" val="20233184"/>
  <p:tag name="KSO_WM_UNIT_LAYERLEVEL" val="1_1_1"/>
  <p:tag name="KSO_WM_TAG_VERSION" val="3.0"/>
  <p:tag name="KSO_WM_DIAGRAM_MAX_ITEMCNT" val="6"/>
  <p:tag name="KSO_WM_DIAGRAM_MIN_ITEMCNT" val="2"/>
  <p:tag name="KSO_WM_DIAGRAM_VIRTUALLY_FRAME" val="{&quot;height&quot;:326.79998779296875,&quot;width&quot;:558.75860595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l1-1"/>
  <p:tag name="KSO_WM_UNIT_VALUE" val="120"/>
  <p:tag name="KSO_WM_DIAGRAM_VERSION" val="3"/>
  <p:tag name="KSO_WM_DIAGRAM_COLOR_TRICK" val="1"/>
  <p:tag name="KSO_WM_DIAGRAM_COLOR_TEXT_CAN_REMOVE" val="n"/>
  <p:tag name="KSO_WM_UNIT_TEXT_TYPE" val="1"/>
  <p:tag name="KSO_WM_BEAUTIFY_FLAG" val="#wm#"/>
  <p:tag name="KSO_WM_UNIT_TEXT_LAYER_COUNT" val="1"/>
  <p:tag name="KSO_WM_UNIT_PRESET_TEXT" val="单击此处添加文本具体内容，简明扼要地阐述您的观点。根据需要可酌情增减文字，以便观者准确地理解您传达的思想。单击此处添加文本具体内容，简明扼要地阐述您的内容观点。"/>
  <p:tag name="KSO_WM_UNIT_TEXT_FILL_FORE_SCHEMECOLOR_INDEX" val="1"/>
  <p:tag name="KSO_WM_UNIT_TEXT_FILL_TYPE" val="1"/>
</p:tagLst>
</file>

<file path=ppt/tags/tag249.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l_h_a"/>
  <p:tag name="KSO_WM_UNIT_INDEX" val="1_2_1"/>
  <p:tag name="KSO_WM_UNIT_ID" val="diagram20233184_2*l_h_a*1_2_1"/>
  <p:tag name="KSO_WM_TEMPLATE_CATEGORY" val="diagram"/>
  <p:tag name="KSO_WM_TEMPLATE_INDEX" val="20233184"/>
  <p:tag name="KSO_WM_UNIT_LAYERLEVEL" val="1_1_1"/>
  <p:tag name="KSO_WM_TAG_VERSION" val="3.0"/>
  <p:tag name="KSO_WM_DIAGRAM_MAX_ITEMCNT" val="6"/>
  <p:tag name="KSO_WM_DIAGRAM_MIN_ITEMCNT" val="2"/>
  <p:tag name="KSO_WM_DIAGRAM_VIRTUALLY_FRAME" val="{&quot;height&quot;:326.79998779296875,&quot;width&quot;:558.75860595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l1-1"/>
  <p:tag name="KSO_WM_UNIT_VALUE" val="26"/>
  <p:tag name="KSO_WM_DIAGRAM_VERSION" val="3"/>
  <p:tag name="KSO_WM_DIAGRAM_COLOR_TRICK" val="1"/>
  <p:tag name="KSO_WM_DIAGRAM_COLOR_TEXT_CAN_REMOVE" val="n"/>
  <p:tag name="KSO_WM_UNIT_TEXT_TYPE" val="1"/>
  <p:tag name="KSO_WM_BEAUTIFY_FLAG" val="#wm#"/>
  <p:tag name="KSO_WM_UNIT_PRESET_TEXT" val="此处添加项标题"/>
  <p:tag name="KSO_WM_UNIT_TEXT_FILL_FORE_SCHEMECOLOR_INDEX" val="1"/>
  <p:tag name="KSO_WM_UNIT_TEXT_FILL_TYPE" val="1"/>
</p:tagLst>
</file>

<file path=ppt/tags/tag250.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3_1"/>
  <p:tag name="KSO_WM_UNIT_ID" val="diagram20233184_2*l_h_f*1_3_1"/>
  <p:tag name="KSO_WM_TEMPLATE_CATEGORY" val="diagram"/>
  <p:tag name="KSO_WM_TEMPLATE_INDEX" val="20233184"/>
  <p:tag name="KSO_WM_UNIT_LAYERLEVEL" val="1_1_1"/>
  <p:tag name="KSO_WM_TAG_VERSION" val="3.0"/>
  <p:tag name="KSO_WM_DIAGRAM_MAX_ITEMCNT" val="6"/>
  <p:tag name="KSO_WM_DIAGRAM_MIN_ITEMCNT" val="2"/>
  <p:tag name="KSO_WM_DIAGRAM_VIRTUALLY_FRAME" val="{&quot;height&quot;:326.79998779296875,&quot;width&quot;:558.75860595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l1-1"/>
  <p:tag name="KSO_WM_UNIT_VALUE" val="120"/>
  <p:tag name="KSO_WM_DIAGRAM_VERSION" val="3"/>
  <p:tag name="KSO_WM_DIAGRAM_COLOR_TRICK" val="1"/>
  <p:tag name="KSO_WM_DIAGRAM_COLOR_TEXT_CAN_REMOVE" val="n"/>
  <p:tag name="KSO_WM_UNIT_TEXT_TYPE" val="1"/>
  <p:tag name="KSO_WM_BEAUTIFY_FLAG" val="#wm#"/>
  <p:tag name="KSO_WM_UNIT_TEXT_LAYER_COUNT" val="1"/>
  <p:tag name="KSO_WM_UNIT_PRESET_TEXT" val="单击此处添加文本具体内容，简明扼要地阐述您的观点。根据需要可酌情增减文字，以便观者准确地理解您传达的思想。单击此处添加文本具体内容，简明扼要地阐述您的内容观点。"/>
  <p:tag name="KSO_WM_UNIT_TEXT_FILL_FORE_SCHEMECOLOR_INDEX" val="1"/>
  <p:tag name="KSO_WM_UNIT_TEXT_FILL_TYPE" val="1"/>
</p:tagLst>
</file>

<file path=ppt/tags/tag251.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l_h_a"/>
  <p:tag name="KSO_WM_UNIT_INDEX" val="1_3_1"/>
  <p:tag name="KSO_WM_UNIT_ID" val="diagram20233184_2*l_h_a*1_3_1"/>
  <p:tag name="KSO_WM_TEMPLATE_CATEGORY" val="diagram"/>
  <p:tag name="KSO_WM_TEMPLATE_INDEX" val="20233184"/>
  <p:tag name="KSO_WM_UNIT_LAYERLEVEL" val="1_1_1"/>
  <p:tag name="KSO_WM_TAG_VERSION" val="3.0"/>
  <p:tag name="KSO_WM_DIAGRAM_MAX_ITEMCNT" val="6"/>
  <p:tag name="KSO_WM_DIAGRAM_MIN_ITEMCNT" val="2"/>
  <p:tag name="KSO_WM_DIAGRAM_VIRTUALLY_FRAME" val="{&quot;height&quot;:326.79998779296875,&quot;width&quot;:558.75860595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l1-1"/>
  <p:tag name="KSO_WM_UNIT_VALUE" val="26"/>
  <p:tag name="KSO_WM_DIAGRAM_VERSION" val="3"/>
  <p:tag name="KSO_WM_DIAGRAM_COLOR_TRICK" val="1"/>
  <p:tag name="KSO_WM_DIAGRAM_COLOR_TEXT_CAN_REMOVE" val="n"/>
  <p:tag name="KSO_WM_UNIT_TEXT_TYPE" val="1"/>
  <p:tag name="KSO_WM_BEAUTIFY_FLAG" val="#wm#"/>
  <p:tag name="KSO_WM_UNIT_PRESET_TEXT" val="此处添加项标题"/>
  <p:tag name="KSO_WM_UNIT_TEXT_FILL_FORE_SCHEMECOLOR_INDEX" val="1"/>
  <p:tag name="KSO_WM_UNIT_TEXT_FILL_TYPE" val="1"/>
</p:tagLst>
</file>

<file path=ppt/tags/tag25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184_2*l_h_x*1_1_1"/>
  <p:tag name="KSO_WM_TEMPLATE_CATEGORY" val="diagram"/>
  <p:tag name="KSO_WM_TEMPLATE_INDEX" val="20233184"/>
  <p:tag name="KSO_WM_UNIT_LAYERLEVEL" val="1_1_1"/>
  <p:tag name="KSO_WM_TAG_VERSION" val="3.0"/>
  <p:tag name="KSO_WM_DIAGRAM_VERSION" val="3"/>
  <p:tag name="KSO_WM_DIAGRAM_COLOR_TRICK" val="1"/>
  <p:tag name="KSO_WM_DIAGRAM_COLOR_TEXT_CAN_REMOVE" val="n"/>
  <p:tag name="KSO_WM_UNIT_VALUE" val="90*90"/>
  <p:tag name="KSO_WM_UNIT_TYPE" val="l_h_x"/>
  <p:tag name="KSO_WM_UNIT_INDEX" val="1_1_1"/>
  <p:tag name="KSO_WM_DIAGRAM_MAX_ITEMCNT" val="6"/>
  <p:tag name="KSO_WM_DIAGRAM_MIN_ITEMCNT" val="2"/>
  <p:tag name="KSO_WM_DIAGRAM_VIRTUALLY_FRAME" val="{&quot;height&quot;:326.79998779296875,&quot;width&quot;:558.7586059570312}"/>
  <p:tag name="KSO_WM_DIAGRAM_COLOR_MATCH_VALUE" val="{&quot;shape&quot;:{&quot;fill&quot;:{&quot;gradient&quot;:[{&quot;brightness&quot;:0,&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5"/>
  <p:tag name="KSO_WM_UNIT_FILL_FORE_SCHEMECOLOR_INDEX_BRIGHTNESS" val="0"/>
  <p:tag name="KSO_WM_BEAUTIFY_FLAG" val="#wm#"/>
</p:tagLst>
</file>

<file path=ppt/tags/tag25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184_2*l_h_x*1_2_1"/>
  <p:tag name="KSO_WM_TEMPLATE_CATEGORY" val="diagram"/>
  <p:tag name="KSO_WM_TEMPLATE_INDEX" val="20233184"/>
  <p:tag name="KSO_WM_UNIT_LAYERLEVEL" val="1_1_1"/>
  <p:tag name="KSO_WM_TAG_VERSION" val="3.0"/>
  <p:tag name="KSO_WM_DIAGRAM_VERSION" val="3"/>
  <p:tag name="KSO_WM_DIAGRAM_COLOR_TRICK" val="1"/>
  <p:tag name="KSO_WM_DIAGRAM_COLOR_TEXT_CAN_REMOVE" val="n"/>
  <p:tag name="KSO_WM_UNIT_VALUE" val="90*90"/>
  <p:tag name="KSO_WM_UNIT_TYPE" val="l_h_x"/>
  <p:tag name="KSO_WM_UNIT_INDEX" val="1_2_1"/>
  <p:tag name="KSO_WM_DIAGRAM_MAX_ITEMCNT" val="6"/>
  <p:tag name="KSO_WM_DIAGRAM_MIN_ITEMCNT" val="2"/>
  <p:tag name="KSO_WM_DIAGRAM_VIRTUALLY_FRAME" val="{&quot;height&quot;:326.79998779296875,&quot;width&quot;:558.7586059570312}"/>
  <p:tag name="KSO_WM_DIAGRAM_COLOR_MATCH_VALUE" val="{&quot;shape&quot;:{&quot;fill&quot;:{&quot;gradient&quot;:[{&quot;brightness&quot;:0,&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5"/>
  <p:tag name="KSO_WM_UNIT_FILL_FORE_SCHEMECOLOR_INDEX_BRIGHTNESS" val="0"/>
  <p:tag name="KSO_WM_BEAUTIFY_FLAG" val="#wm#"/>
</p:tagLst>
</file>

<file path=ppt/tags/tag25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184_2*l_h_x*1_3_1"/>
  <p:tag name="KSO_WM_TEMPLATE_CATEGORY" val="diagram"/>
  <p:tag name="KSO_WM_TEMPLATE_INDEX" val="20233184"/>
  <p:tag name="KSO_WM_UNIT_LAYERLEVEL" val="1_1_1"/>
  <p:tag name="KSO_WM_TAG_VERSION" val="3.0"/>
  <p:tag name="KSO_WM_DIAGRAM_VERSION" val="3"/>
  <p:tag name="KSO_WM_DIAGRAM_COLOR_TRICK" val="1"/>
  <p:tag name="KSO_WM_DIAGRAM_COLOR_TEXT_CAN_REMOVE" val="n"/>
  <p:tag name="KSO_WM_UNIT_VALUE" val="90*90"/>
  <p:tag name="KSO_WM_UNIT_TYPE" val="l_h_x"/>
  <p:tag name="KSO_WM_UNIT_INDEX" val="1_3_1"/>
  <p:tag name="KSO_WM_DIAGRAM_MAX_ITEMCNT" val="6"/>
  <p:tag name="KSO_WM_DIAGRAM_MIN_ITEMCNT" val="2"/>
  <p:tag name="KSO_WM_DIAGRAM_VIRTUALLY_FRAME" val="{&quot;height&quot;:326.79998779296875,&quot;width&quot;:558.7586059570312}"/>
  <p:tag name="KSO_WM_DIAGRAM_COLOR_MATCH_VALUE" val="{&quot;shape&quot;:{&quot;fill&quot;:{&quot;gradient&quot;:[{&quot;brightness&quot;:0,&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5"/>
  <p:tag name="KSO_WM_UNIT_FILL_FORE_SCHEMECOLOR_INDEX_BRIGHTNESS" val="0"/>
  <p:tag name="KSO_WM_BEAUTIFY_FLAG" val="#wm#"/>
</p:tagLst>
</file>

<file path=ppt/tags/tag255.xml><?xml version="1.0" encoding="utf-8"?>
<p:tagLst xmlns:p="http://schemas.openxmlformats.org/presentationml/2006/main">
  <p:tag name="KSO_WM_SLIDE_ID" val="diagram20233184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diagram"/>
  <p:tag name="KSO_WM_TEMPLATE_INDEX" val="20233184"/>
  <p:tag name="KSO_WM_SLIDE_TYPE" val="text"/>
  <p:tag name="KSO_WM_SLIDE_SUBTYPE" val="diag"/>
  <p:tag name="KSO_WM_SLIDE_SIZE" val="543.1*309.7"/>
  <p:tag name="KSO_WM_SLIDE_POSITION" val="206.35*163.4"/>
  <p:tag name="KSO_WM_SLIDE_LAYOUT" val="a_l"/>
  <p:tag name="KSO_WM_SLIDE_LAYOUT_CNT" val="1_1"/>
  <p:tag name="KSO_WM_SPECIAL_SOURCE" val="bdnull"/>
  <p:tag name="KSO_WM_DIAGRAM_GROUP_CODE" val="l1-1"/>
  <p:tag name="KSO_WM_SLIDE_DIAGTYPE" val="l"/>
  <p:tag name="CP_OUTLINE_TITLE" val="互动装置的认知唤醒"/>
  <p:tag name="CP_OUTLINE_TYPE" val="pt_text"/>
</p:tagLst>
</file>

<file path=ppt/tags/tag256.xml><?xml version="1.0" encoding="utf-8"?>
<p:tagLst xmlns:p="http://schemas.openxmlformats.org/presentationml/2006/main">
  <p:tag name="KSO_WM_UNIT_TYPE" val="a"/>
  <p:tag name="KSO_WM_UNIT_INDEX" val="1"/>
  <p:tag name="KSO_WM_BEAUTIFY_FLAG" val="#wm#"/>
  <p:tag name="KSO_WM_TAG_VERSION" val="3.0"/>
  <p:tag name="KSO_WM_UNIT_ID" val="custom20235982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982"/>
  <p:tag name="KSO_WM_TEMPLATE_CATEGORY" val="custom"/>
  <p:tag name="KSO_WM_UNIT_ISCONTENTSTITLE" val="0"/>
  <p:tag name="KSO_WM_UNIT_VALUE" val="14"/>
  <p:tag name="KSO_WM_UNIT_PRESET_TEXT" val="添加章节标题"/>
  <p:tag name="KSO_WM_UNIT_TEXT_TYPE" val="1"/>
</p:tagLst>
</file>

<file path=ppt/tags/tag257.xml><?xml version="1.0" encoding="utf-8"?>
<p:tagLst xmlns:p="http://schemas.openxmlformats.org/presentationml/2006/main">
  <p:tag name="KSO_WM_UNIT_TYPE" val="b"/>
  <p:tag name="KSO_WM_UNIT_INDEX" val="1"/>
  <p:tag name="KSO_WM_BEAUTIFY_FLAG" val="#wm#"/>
  <p:tag name="KSO_WM_TAG_VERSION" val="3.0"/>
  <p:tag name="KSO_WM_UNIT_ID" val="custom20235982_7*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982"/>
  <p:tag name="KSO_WM_TEMPLATE_CATEGORY" val="custom"/>
  <p:tag name="KSO_WM_UNIT_ISCONTENTSTITLE" val="0"/>
  <p:tag name="KSO_WM_UNIT_VALUE" val="35"/>
  <p:tag name="KSO_WM_UNIT_PRESET_TEXT" val="章节副标题"/>
  <p:tag name="KSO_WM_UNIT_TEXT_TYPE" val="1"/>
</p:tagLst>
</file>

<file path=ppt/tags/tag258.xml><?xml version="1.0" encoding="utf-8"?>
<p:tagLst xmlns:p="http://schemas.openxmlformats.org/presentationml/2006/main">
  <p:tag name="KSO_WM_UNIT_TYPE" val="e"/>
  <p:tag name="KSO_WM_UNIT_INDEX" val="1"/>
  <p:tag name="KSO_WM_BEAUTIFY_FLAG" val="#wm#"/>
  <p:tag name="KSO_WM_TAG_VERSION" val="3.0"/>
  <p:tag name="KSO_WM_UNIT_ID" val="custom20235982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982"/>
  <p:tag name="KSO_WM_TEMPLATE_CATEGORY" val="custom"/>
  <p:tag name="KSO_WM_UNIT_VALUE" val="5"/>
</p:tagLst>
</file>

<file path=ppt/tags/tag259.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5982"/>
  <p:tag name="KSO_WM_TEMPLATE_CATEGORY" val="custom"/>
  <p:tag name="KSO_WM_SLIDE_INDEX" val="7"/>
  <p:tag name="KSO_WM_SLIDE_ID" val="custom20235982_7"/>
  <p:tag name="KSO_WM_TEMPLATE_MASTER_TYPE" val="0"/>
  <p:tag name="KSO_WM_SLIDE_LAYOUT" val="a_b_e"/>
  <p:tag name="KSO_WM_SLIDE_LAYOUT_CNT" val="1_1_1"/>
  <p:tag name="CP_OUTLINE_TITLE" val="历史记忆的当代激活"/>
  <p:tag name="CP_OUTLINE_TYPE" val="pt_section_title"/>
</p:tagLst>
</file>

<file path=ppt/tags/tag260.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3199_3*a*1"/>
  <p:tag name="KSO_WM_TEMPLATE_CATEGORY" val="diagram"/>
  <p:tag name="KSO_WM_TEMPLATE_INDEX" val="20233199"/>
  <p:tag name="KSO_WM_UNIT_LAYERLEVEL" val="1"/>
  <p:tag name="KSO_WM_TAG_VERSION" val="3.0"/>
  <p:tag name="KSO_WM_BEAUTIFY_FLAG" val="#wm#"/>
  <p:tag name="KSO_WM_DIAGRAM_GROUP_CODE" val="m1-1"/>
  <p:tag name="KSO_WM_UNIT_TEXT_TYPE" val="1"/>
  <p:tag name="KSO_WM_UNIT_PRESET_TEXT" val="单击此处添加标题"/>
</p:tagLst>
</file>

<file path=ppt/tags/tag2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199_2*m_h_i*1_2_3"/>
  <p:tag name="KSO_WM_TEMPLATE_CATEGORY" val="diagram"/>
  <p:tag name="KSO_WM_TEMPLATE_INDEX" val="20233199"/>
  <p:tag name="KSO_WM_UNIT_LAYERLEVEL" val="1_1_1"/>
  <p:tag name="KSO_WM_TAG_VERSION" val="3.0"/>
  <p:tag name="KSO_WM_UNIT_TYPE" val="m_h_i"/>
  <p:tag name="KSO_WM_UNIT_INDEX" val="1_2_3"/>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type&quot;:0},&quot;glow&quot;:{&quot;colorType&quot;:0},&quot;line&quot;:{&quot;solidLine&quot;:{&quot;brightness&quot;:0.15000000596046448,&quot;colorType&quot;:1,&quot;foreColorIndex&quot;:13,&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13"/>
</p:tagLst>
</file>

<file path=ppt/tags/tag26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1_1"/>
  <p:tag name="KSO_WM_UNIT_ID" val="diagram20233199_2*m_h_f*1_1_1"/>
  <p:tag name="KSO_WM_TEMPLATE_CATEGORY" val="diagram"/>
  <p:tag name="KSO_WM_TEMPLATE_INDEX" val="20233199"/>
  <p:tag name="KSO_WM_UNIT_LAYERLEVEL" val="1_1_1"/>
  <p:tag name="KSO_WM_TAG_VERSION" val="3.0"/>
  <p:tag name="KSO_WM_UNIT_TEXT_FILL_FORE_SCHEMECOLOR_INDEX_BRIGHTNESS" val="0.15"/>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输入项正文，文字是思想的提炼，请尽量言简意赅的阐述观点。单击此处输入项正文，文字是思想的提炼，请尽量言简意赅的阐述观点。单击输入项正文，文字是思想的提炼。"/>
  <p:tag name="KSO_WM_UNIT_TEXT_FILL_FORE_SCHEMECOLOR_INDEX" val="1"/>
  <p:tag name="KSO_WM_UNIT_TEXT_FILL_TYPE" val="1"/>
</p:tagLst>
</file>

<file path=ppt/tags/tag26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m_h_a"/>
  <p:tag name="KSO_WM_UNIT_INDEX" val="1_1_1"/>
  <p:tag name="KSO_WM_UNIT_ID" val="diagram20233199_2*m_h_a*1_1_1"/>
  <p:tag name="KSO_WM_TEMPLATE_CATEGORY" val="diagram"/>
  <p:tag name="KSO_WM_TEMPLATE_INDEX" val="20233199"/>
  <p:tag name="KSO_WM_UNIT_LAYERLEVEL" val="1_1_1"/>
  <p:tag name="KSO_WM_TAG_VERSION" val="3.0"/>
  <p:tag name="KSO_WM_UNIT_TEXT_FILL_FORE_SCHEMECOLOR_INDEX_BRIGHTNESS" val="0.15"/>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单击添加项标题"/>
  <p:tag name="KSO_WM_UNIT_TEXT_FILL_FORE_SCHEMECOLOR_INDEX" val="1"/>
  <p:tag name="KSO_WM_UNIT_TEXT_FILL_TYPE" val="1"/>
</p:tagLst>
</file>

<file path=ppt/tags/tag2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199_2*m_h_x*1_1_1"/>
  <p:tag name="KSO_WM_TEMPLATE_CATEGORY" val="diagram"/>
  <p:tag name="KSO_WM_TEMPLATE_INDEX" val="20233199"/>
  <p:tag name="KSO_WM_UNIT_LAYERLEVEL" val="1_1_1"/>
  <p:tag name="KSO_WM_TAG_VERSION" val="3.0"/>
  <p:tag name="KSO_WM_UNIT_VALUE" val="138*146"/>
  <p:tag name="KSO_WM_UNIT_TYPE" val="m_h_x"/>
  <p:tag name="KSO_WM_UNIT_INDEX" val="1_1_1"/>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gradient&quot;:[{&quot;brightness&quot;:0,&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5"/>
  <p:tag name="KSO_WM_UNIT_FILL_FORE_SCHEMECOLOR_INDEX_BRIGHTNESS" val="0"/>
  <p:tag name="KSO_WM_BEAUTIFY_FLAG" val="#wm#"/>
</p:tagLst>
</file>

<file path=ppt/tags/tag2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199_2*m_h_i*1_1_2"/>
  <p:tag name="KSO_WM_TEMPLATE_CATEGORY" val="diagram"/>
  <p:tag name="KSO_WM_TEMPLATE_INDEX" val="20233199"/>
  <p:tag name="KSO_WM_UNIT_LAYERLEVEL" val="1_1_1"/>
  <p:tag name="KSO_WM_TAG_VERSION" val="3.0"/>
  <p:tag name="KSO_WM_UNIT_TYPE" val="m_h_i"/>
  <p:tag name="KSO_WM_UNIT_INDEX" val="1_1_2"/>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type&quot;:0},&quot;glow&quot;:{&quot;colorType&quot;:0},&quot;line&quot;:{&quot;solidLine&quot;:{&quot;brightness&quot;:0.15000000596046448,&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4"/>
  <p:tag name="KSO_WM_UNIT_FILL_FORE_SCHEMECOLOR_INDEX_BRIGHTNESS" val="0"/>
  <p:tag name="KSO_WM_BEAUTIFY_FLAG" val="#wm#"/>
  <p:tag name="KSO_WM_UNIT_LINE_FORE_SCHEMECOLOR_INDEX" val="13"/>
</p:tagLst>
</file>

<file path=ppt/tags/tag2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199_2*m_h_i*1_1_1"/>
  <p:tag name="KSO_WM_TEMPLATE_CATEGORY" val="diagram"/>
  <p:tag name="KSO_WM_TEMPLATE_INDEX" val="20233199"/>
  <p:tag name="KSO_WM_UNIT_LAYERLEVEL" val="1_1_1"/>
  <p:tag name="KSO_WM_TAG_VERSION" val="3.0"/>
  <p:tag name="KSO_WM_UNIT_SUBTYPE" val="d"/>
  <p:tag name="KSO_WM_UNIT_TYPE" val="m_h_i"/>
  <p:tag name="KSO_WM_UNIT_INDEX" val="1_1_1"/>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type&quot;:0},&quot;glow&quot;:{&quot;colorType&quot;:0},&quot;line&quot;:{&quot;solidLine&quot;:{&quot;brightness&quot;:0.15000000596046448,&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4"/>
  <p:tag name="KSO_WM_UNIT_FILL_FORE_SCHEMECOLOR_INDEX_BRIGHTNESS" val="0"/>
  <p:tag name="KSO_WM_BEAUTIFY_FLAG" val="#wm#"/>
  <p:tag name="KSO_WM_UNIT_LINE_FORE_SCHEMECOLOR_INDEX" val="13"/>
  <p:tag name="KSO_WM_UNIT_TEXT_FILL_FORE_SCHEMECOLOR_INDEX" val="1"/>
  <p:tag name="KSO_WM_UNIT_TEXT_FILL_TYPE" val="1"/>
</p:tagLst>
</file>

<file path=ppt/tags/tag26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2_1"/>
  <p:tag name="KSO_WM_UNIT_ID" val="diagram20233199_2*m_h_f*1_2_1"/>
  <p:tag name="KSO_WM_TEMPLATE_CATEGORY" val="diagram"/>
  <p:tag name="KSO_WM_TEMPLATE_INDEX" val="20233199"/>
  <p:tag name="KSO_WM_UNIT_LAYERLEVEL" val="1_1_1"/>
  <p:tag name="KSO_WM_TAG_VERSION" val="3.0"/>
  <p:tag name="KSO_WM_UNIT_TEXT_FILL_FORE_SCHEMECOLOR_INDEX_BRIGHTNESS" val="0.15"/>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输入项正文，文字是思想的提炼，请言简意赅的阐述观点。单击此处输入项正文，文字是思想的提炼，请言简意赅的阐述观点。单击输入项正文，文字是思想的提炼。"/>
  <p:tag name="KSO_WM_UNIT_TEXT_FILL_FORE_SCHEMECOLOR_INDEX" val="1"/>
  <p:tag name="KSO_WM_UNIT_TEXT_FILL_TYPE" val="1"/>
</p:tagLst>
</file>

<file path=ppt/tags/tag26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m_h_a"/>
  <p:tag name="KSO_WM_UNIT_INDEX" val="1_2_1"/>
  <p:tag name="KSO_WM_UNIT_ID" val="diagram20233199_2*m_h_a*1_2_1"/>
  <p:tag name="KSO_WM_TEMPLATE_CATEGORY" val="diagram"/>
  <p:tag name="KSO_WM_TEMPLATE_INDEX" val="20233199"/>
  <p:tag name="KSO_WM_UNIT_LAYERLEVEL" val="1_1_1"/>
  <p:tag name="KSO_WM_TAG_VERSION" val="3.0"/>
  <p:tag name="KSO_WM_UNIT_TEXT_FILL_FORE_SCHEMECOLOR_INDEX_BRIGHTNESS" val="0.15"/>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单击添加项标题"/>
  <p:tag name="KSO_WM_UNIT_TEXT_FILL_FORE_SCHEMECOLOR_INDEX" val="1"/>
  <p:tag name="KSO_WM_UNIT_TEXT_FILL_TYPE" val="1"/>
</p:tagLst>
</file>

<file path=ppt/tags/tag2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199_2*m_h_i*1_2_2"/>
  <p:tag name="KSO_WM_TEMPLATE_CATEGORY" val="diagram"/>
  <p:tag name="KSO_WM_TEMPLATE_INDEX" val="20233199"/>
  <p:tag name="KSO_WM_UNIT_LAYERLEVEL" val="1_1_1"/>
  <p:tag name="KSO_WM_TAG_VERSION" val="3.0"/>
  <p:tag name="KSO_WM_UNIT_TYPE" val="m_h_i"/>
  <p:tag name="KSO_WM_UNIT_INDEX" val="1_2_2"/>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type&quot;:0},&quot;glow&quot;:{&quot;colorType&quot;:0},&quot;line&quot;:{&quot;solidLine&quot;:{&quot;brightness&quot;:0.15000000596046448,&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4"/>
  <p:tag name="KSO_WM_UNIT_FILL_FORE_SCHEMECOLOR_INDEX_BRIGHTNESS" val="0"/>
  <p:tag name="KSO_WM_BEAUTIFY_FLAG" val="#wm#"/>
  <p:tag name="KSO_WM_UNIT_LINE_FORE_SCHEMECOLOR_INDEX" val="13"/>
</p:tagLst>
</file>

<file path=ppt/tags/tag2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199_2*m_h_i*1_2_1"/>
  <p:tag name="KSO_WM_TEMPLATE_CATEGORY" val="diagram"/>
  <p:tag name="KSO_WM_TEMPLATE_INDEX" val="20233199"/>
  <p:tag name="KSO_WM_UNIT_LAYERLEVEL" val="1_1_1"/>
  <p:tag name="KSO_WM_TAG_VERSION" val="3.0"/>
  <p:tag name="KSO_WM_UNIT_SUBTYPE" val="d"/>
  <p:tag name="KSO_WM_UNIT_TYPE" val="m_h_i"/>
  <p:tag name="KSO_WM_UNIT_INDEX" val="1_2_1"/>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type&quot;:0},&quot;glow&quot;:{&quot;colorType&quot;:0},&quot;line&quot;:{&quot;solidLine&quot;:{&quot;brightness&quot;:0.15000000596046448,&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4"/>
  <p:tag name="KSO_WM_UNIT_FILL_FORE_SCHEMECOLOR_INDEX_BRIGHTNESS" val="0"/>
  <p:tag name="KSO_WM_BEAUTIFY_FLAG" val="#wm#"/>
  <p:tag name="KSO_WM_UNIT_LINE_FORE_SCHEMECOLOR_INDEX" val="13"/>
  <p:tag name="KSO_WM_UNIT_TEXT_FILL_FORE_SCHEMECOLOR_INDEX" val="1"/>
  <p:tag name="KSO_WM_UNIT_TEXT_FILL_TYPE" val="1"/>
</p:tagLst>
</file>

<file path=ppt/tags/tag271.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3_1"/>
  <p:tag name="KSO_WM_UNIT_ID" val="diagram20233199_2*m_h_f*1_3_1"/>
  <p:tag name="KSO_WM_TEMPLATE_CATEGORY" val="diagram"/>
  <p:tag name="KSO_WM_TEMPLATE_INDEX" val="20233199"/>
  <p:tag name="KSO_WM_UNIT_LAYERLEVEL" val="1_1_1"/>
  <p:tag name="KSO_WM_TAG_VERSION" val="3.0"/>
  <p:tag name="KSO_WM_UNIT_TEXT_FILL_FORE_SCHEMECOLOR_INDEX_BRIGHTNESS" val="0.15"/>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输入项正文，文字是思想的提炼，请尽量言简意赅的阐述观点。单击此处输入项正文，文字是思想的提炼，请尽量言简意赅的阐述观点。单击输入项正文，文字是思想的提炼。"/>
  <p:tag name="KSO_WM_UNIT_TEXT_FILL_FORE_SCHEMECOLOR_INDEX" val="1"/>
  <p:tag name="KSO_WM_UNIT_TEXT_FILL_TYPE" val="1"/>
</p:tagLst>
</file>

<file path=ppt/tags/tag27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m_h_a"/>
  <p:tag name="KSO_WM_UNIT_INDEX" val="1_3_1"/>
  <p:tag name="KSO_WM_UNIT_ID" val="diagram20233199_2*m_h_a*1_3_1"/>
  <p:tag name="KSO_WM_TEMPLATE_CATEGORY" val="diagram"/>
  <p:tag name="KSO_WM_TEMPLATE_INDEX" val="20233199"/>
  <p:tag name="KSO_WM_UNIT_LAYERLEVEL" val="1_1_1"/>
  <p:tag name="KSO_WM_TAG_VERSION" val="3.0"/>
  <p:tag name="KSO_WM_UNIT_TEXT_FILL_FORE_SCHEMECOLOR_INDEX_BRIGHTNESS" val="0.15"/>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单击添加项标题"/>
  <p:tag name="KSO_WM_UNIT_TEXT_FILL_FORE_SCHEMECOLOR_INDEX" val="1"/>
  <p:tag name="KSO_WM_UNIT_TEXT_FILL_TYPE" val="1"/>
</p:tagLst>
</file>

<file path=ppt/tags/tag2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199_2*m_h_i*1_3_2"/>
  <p:tag name="KSO_WM_TEMPLATE_CATEGORY" val="diagram"/>
  <p:tag name="KSO_WM_TEMPLATE_INDEX" val="20233199"/>
  <p:tag name="KSO_WM_UNIT_LAYERLEVEL" val="1_1_1"/>
  <p:tag name="KSO_WM_TAG_VERSION" val="3.0"/>
  <p:tag name="KSO_WM_UNIT_TYPE" val="m_h_i"/>
  <p:tag name="KSO_WM_UNIT_INDEX" val="1_3_2"/>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type&quot;:0},&quot;glow&quot;:{&quot;colorType&quot;:0},&quot;line&quot;:{&quot;solidLine&quot;:{&quot;brightness&quot;:0.15000000596046448,&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4"/>
  <p:tag name="KSO_WM_UNIT_FILL_FORE_SCHEMECOLOR_INDEX_BRIGHTNESS" val="0"/>
  <p:tag name="KSO_WM_BEAUTIFY_FLAG" val="#wm#"/>
  <p:tag name="KSO_WM_UNIT_LINE_FORE_SCHEMECOLOR_INDEX" val="13"/>
</p:tagLst>
</file>

<file path=ppt/tags/tag2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199_2*m_h_i*1_3_1"/>
  <p:tag name="KSO_WM_TEMPLATE_CATEGORY" val="diagram"/>
  <p:tag name="KSO_WM_TEMPLATE_INDEX" val="20233199"/>
  <p:tag name="KSO_WM_UNIT_LAYERLEVEL" val="1_1_1"/>
  <p:tag name="KSO_WM_TAG_VERSION" val="3.0"/>
  <p:tag name="KSO_WM_UNIT_SUBTYPE" val="d"/>
  <p:tag name="KSO_WM_UNIT_TYPE" val="m_h_i"/>
  <p:tag name="KSO_WM_UNIT_INDEX" val="1_3_1"/>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type&quot;:0},&quot;glow&quot;:{&quot;colorType&quot;:0},&quot;line&quot;:{&quot;solidLine&quot;:{&quot;brightness&quot;:0.15000000596046448,&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4"/>
  <p:tag name="KSO_WM_UNIT_FILL_FORE_SCHEMECOLOR_INDEX_BRIGHTNESS" val="0"/>
  <p:tag name="KSO_WM_BEAUTIFY_FLAG" val="#wm#"/>
  <p:tag name="KSO_WM_UNIT_LINE_FORE_SCHEMECOLOR_INDEX" val="13"/>
  <p:tag name="KSO_WM_UNIT_TEXT_FILL_FORE_SCHEMECOLOR_INDEX" val="1"/>
  <p:tag name="KSO_WM_UNIT_TEXT_FILL_TYPE" val="1"/>
</p:tagLst>
</file>

<file path=ppt/tags/tag2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199_2*m_h_x*1_3_1"/>
  <p:tag name="KSO_WM_TEMPLATE_CATEGORY" val="diagram"/>
  <p:tag name="KSO_WM_TEMPLATE_INDEX" val="20233199"/>
  <p:tag name="KSO_WM_UNIT_LAYERLEVEL" val="1_1_1"/>
  <p:tag name="KSO_WM_TAG_VERSION" val="3.0"/>
  <p:tag name="KSO_WM_UNIT_VALUE" val="140*160"/>
  <p:tag name="KSO_WM_UNIT_TYPE" val="m_h_x"/>
  <p:tag name="KSO_WM_UNIT_INDEX" val="1_3_1"/>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gradient&quot;:[{&quot;brightness&quot;:0,&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5"/>
  <p:tag name="KSO_WM_UNIT_FILL_FORE_SCHEMECOLOR_INDEX_BRIGHTNESS" val="0"/>
  <p:tag name="KSO_WM_BEAUTIFY_FLAG" val="#wm#"/>
</p:tagLst>
</file>

<file path=ppt/tags/tag2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199_2*m_h_x*1_2_1"/>
  <p:tag name="KSO_WM_TEMPLATE_CATEGORY" val="diagram"/>
  <p:tag name="KSO_WM_TEMPLATE_INDEX" val="20233199"/>
  <p:tag name="KSO_WM_UNIT_LAYERLEVEL" val="1_1_1"/>
  <p:tag name="KSO_WM_TAG_VERSION" val="3.0"/>
  <p:tag name="KSO_WM_UNIT_VALUE" val="160*161"/>
  <p:tag name="KSO_WM_UNIT_TYPE" val="m_h_x"/>
  <p:tag name="KSO_WM_UNIT_INDEX" val="1_2_1"/>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gradient&quot;:[{&quot;brightness&quot;:0,&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Lst>
</file>

<file path=ppt/tags/tag2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199_2*m_h_i*1_3_3"/>
  <p:tag name="KSO_WM_TEMPLATE_CATEGORY" val="diagram"/>
  <p:tag name="KSO_WM_TEMPLATE_INDEX" val="20233199"/>
  <p:tag name="KSO_WM_UNIT_LAYERLEVEL" val="1_1_1"/>
  <p:tag name="KSO_WM_TAG_VERSION" val="3.0"/>
  <p:tag name="KSO_WM_UNIT_TYPE" val="m_h_i"/>
  <p:tag name="KSO_WM_UNIT_INDEX" val="1_3_3"/>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type&quot;:0},&quot;glow&quot;:{&quot;colorType&quot;:0},&quot;line&quot;:{&quot;solidLine&quot;:{&quot;brightness&quot;:0.15000000596046448,&quot;colorType&quot;:1,&quot;foreColorIndex&quot;:13,&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13"/>
</p:tagLst>
</file>

<file path=ppt/tags/tag278.xml><?xml version="1.0" encoding="utf-8"?>
<p:tagLst xmlns:p="http://schemas.openxmlformats.org/presentationml/2006/main">
  <p:tag name="KSO_WM_SLIDE_ID" val="diagram20233199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diagram"/>
  <p:tag name="KSO_WM_TEMPLATE_INDEX" val="20233199"/>
  <p:tag name="KSO_WM_SLIDE_TYPE" val="text"/>
  <p:tag name="KSO_WM_SLIDE_SUBTYPE" val="diag"/>
  <p:tag name="KSO_WM_SLIDE_SIZE" val="850.375*375.85"/>
  <p:tag name="KSO_WM_SLIDE_POSITION" val="54.825*125.417"/>
  <p:tag name="KSO_WM_SLIDE_LAYOUT" val="a_m"/>
  <p:tag name="KSO_WM_SLIDE_LAYOUT_CNT" val="1_1"/>
  <p:tag name="KSO_WM_SPECIAL_SOURCE" val="bdnull"/>
  <p:tag name="KSO_WM_DIAGRAM_GROUP_CODE" val="m1-1"/>
  <p:tag name="KSO_WM_SLIDE_DIAGTYPE" val="m"/>
  <p:tag name="CP_OUTLINE_TITLE" val="首义精神的三维解码"/>
  <p:tag name="CP_OUTLINE_TYPE" val="pt_text"/>
</p:tagLst>
</file>

<file path=ppt/tags/tag279.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3205_3*a*1"/>
  <p:tag name="KSO_WM_TEMPLATE_CATEGORY" val="diagram"/>
  <p:tag name="KSO_WM_TEMPLATE_INDEX" val="20233205"/>
  <p:tag name="KSO_WM_UNIT_LAYERLEVEL" val="1"/>
  <p:tag name="KSO_WM_TAG_VERSION" val="3.0"/>
  <p:tag name="KSO_WM_BEAUTIFY_FLAG" val="#wm#"/>
  <p:tag name="KSO_WM_DIAGRAM_GROUP_CODE" val="l1-1"/>
  <p:tag name="KSO_WM_UNIT_PRESET_TEXT" val="单击此处添加标题"/>
  <p:tag name="KSO_WM_UNIT_TEXT_TYPE" val="1"/>
</p:tagLst>
</file>

<file path=ppt/tags/tag280.xml><?xml version="1.0" encoding="utf-8"?>
<p:tagLst xmlns:p="http://schemas.openxmlformats.org/presentationml/2006/main">
  <p:tag name="KSO_WM_DIAGRAM_VIRTUALLY_FRAME" val="{&quot;height&quot;:376.54998779296875,&quot;width&quot;:846.5499877929688}"/>
  <p:tag name="KSO_WM_UNIT_HIGHLIGHT" val="0"/>
  <p:tag name="KSO_WM_UNIT_COMPATIBLE" val="0"/>
  <p:tag name="KSO_WM_UNIT_DIAGRAM_ISNUMVISUAL" val="0"/>
  <p:tag name="KSO_WM_UNIT_DIAGRAM_ISREFERUNIT" val="0"/>
  <p:tag name="KSO_WM_UNIT_ID" val="diagram20233205_2*l_h_i*1_1_4"/>
  <p:tag name="KSO_WM_TEMPLATE_CATEGORY" val="diagram"/>
  <p:tag name="KSO_WM_TEMPLATE_INDEX" val="20233205"/>
  <p:tag name="KSO_WM_UNIT_LAYERLEVEL" val="1_1_1"/>
  <p:tag name="KSO_WM_TAG_VERSION" val="3.0"/>
  <p:tag name="KSO_WM_DIAGRAM_GROUP_CODE" val="l1-1"/>
  <p:tag name="KSO_WM_UNIT_TYPE" val="l_h_i"/>
  <p:tag name="KSO_WM_UNIT_INDEX" val="1_1_4"/>
  <p:tag name="KSO_WM_DIAGRAM_VERSION" val="3"/>
  <p:tag name="KSO_WM_DIAGRAM_COLOR_TRICK" val="1"/>
  <p:tag name="KSO_WM_DIAGRAM_COLOR_TEXT_CAN_REMOVE" val="n"/>
  <p:tag name="KSO_WM_DIAGRAM_MAX_ITEMCNT" val="4"/>
  <p:tag name="KSO_WM_DIAGRAM_MIN_ITEMCNT" val="2"/>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Lst>
</file>

<file path=ppt/tags/tag281.xml><?xml version="1.0" encoding="utf-8"?>
<p:tagLst xmlns:p="http://schemas.openxmlformats.org/presentationml/2006/main">
  <p:tag name="KSO_WM_DIAGRAM_VIRTUALLY_FRAME" val="{&quot;height&quot;:376.54998779296875,&quot;width&quot;:846.5499877929688}"/>
  <p:tag name="KSO_WM_UNIT_HIGHLIGHT" val="0"/>
  <p:tag name="KSO_WM_UNIT_COMPATIBLE" val="0"/>
  <p:tag name="KSO_WM_UNIT_DIAGRAM_ISNUMVISUAL" val="0"/>
  <p:tag name="KSO_WM_UNIT_DIAGRAM_ISREFERUNIT" val="0"/>
  <p:tag name="KSO_WM_UNIT_ID" val="diagram20233205_2*l_h_i*1_2_4"/>
  <p:tag name="KSO_WM_TEMPLATE_CATEGORY" val="diagram"/>
  <p:tag name="KSO_WM_TEMPLATE_INDEX" val="20233205"/>
  <p:tag name="KSO_WM_UNIT_LAYERLEVEL" val="1_1_1"/>
  <p:tag name="KSO_WM_TAG_VERSION" val="3.0"/>
  <p:tag name="KSO_WM_DIAGRAM_GROUP_CODE" val="l1-1"/>
  <p:tag name="KSO_WM_UNIT_TYPE" val="l_h_i"/>
  <p:tag name="KSO_WM_UNIT_INDEX" val="1_2_4"/>
  <p:tag name="KSO_WM_DIAGRAM_VERSION" val="3"/>
  <p:tag name="KSO_WM_DIAGRAM_COLOR_TRICK" val="1"/>
  <p:tag name="KSO_WM_DIAGRAM_COLOR_TEXT_CAN_REMOVE" val="n"/>
  <p:tag name="KSO_WM_DIAGRAM_MAX_ITEMCNT" val="4"/>
  <p:tag name="KSO_WM_DIAGRAM_MIN_ITEMCNT" val="2"/>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Lst>
</file>

<file path=ppt/tags/tag282.xml><?xml version="1.0" encoding="utf-8"?>
<p:tagLst xmlns:p="http://schemas.openxmlformats.org/presentationml/2006/main">
  <p:tag name="KSO_WM_DIAGRAM_VIRTUALLY_FRAME" val="{&quot;height&quot;:376.54998779296875,&quot;width&quot;:846.5499877929688}"/>
  <p:tag name="KSO_WM_UNIT_HIGHLIGHT" val="0"/>
  <p:tag name="KSO_WM_UNIT_COMPATIBLE" val="0"/>
  <p:tag name="KSO_WM_UNIT_DIAGRAM_ISNUMVISUAL" val="0"/>
  <p:tag name="KSO_WM_UNIT_DIAGRAM_ISREFERUNIT" val="0"/>
  <p:tag name="KSO_WM_UNIT_ID" val="diagram20233205_2*l_h_f*1_1_1"/>
  <p:tag name="KSO_WM_TEMPLATE_CATEGORY" val="diagram"/>
  <p:tag name="KSO_WM_TEMPLATE_INDEX" val="20233205"/>
  <p:tag name="KSO_WM_UNIT_LAYERLEVEL" val="1_1_1"/>
  <p:tag name="KSO_WM_TAG_VERSION" val="3.0"/>
  <p:tag name="KSO_WM_UNIT_SUBTYPE" val="a"/>
  <p:tag name="KSO_WM_UNIT_NOCLEAR" val="0"/>
  <p:tag name="KSO_WM_DIAGRAM_GROUP_CODE" val="l1-1"/>
  <p:tag name="KSO_WM_UNIT_TYPE" val="l_h_f"/>
  <p:tag name="KSO_WM_UNIT_INDEX" val="1_1_1"/>
  <p:tag name="KSO_WM_UNIT_VALUE" val="144"/>
  <p:tag name="KSO_WM_DIAGRAM_VERSION" val="3"/>
  <p:tag name="KSO_WM_DIAGRAM_COLOR_TRICK" val="1"/>
  <p:tag name="KSO_WM_DIAGRAM_COLOR_TEXT_CAN_REMOVE" val="n"/>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
  <p:tag name="KSO_WM_UNIT_TEXT_FILL_FORE_SCHEMECOLOR_INDEX" val="1"/>
  <p:tag name="KSO_WM_UNIT_TEXT_FILL_TYPE" val="1"/>
</p:tagLst>
</file>

<file path=ppt/tags/tag28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3205_2*l_h_a*1_1_1"/>
  <p:tag name="KSO_WM_TEMPLATE_CATEGORY" val="diagram"/>
  <p:tag name="KSO_WM_TEMPLATE_INDEX" val="20233205"/>
  <p:tag name="KSO_WM_UNIT_LAYERLEVEL" val="1_1_1"/>
  <p:tag name="KSO_WM_TAG_VERSION" val="3.0"/>
  <p:tag name="KSO_WM_UNIT_TEXT_FILL_FORE_SCHEMECOLOR_INDEX_BRIGHTNESS" val="0.15"/>
  <p:tag name="KSO_WM_DIAGRAM_GROUP_CODE" val="l1-1"/>
  <p:tag name="KSO_WM_DIAGRAM_VIRTUALLY_FRAME" val="{&quot;height&quot;:376.54998779296875,&quot;width&quot;:846.5499877929688}"/>
  <p:tag name="KSO_WM_DIAGRAM_VERSION" val="3"/>
  <p:tag name="KSO_WM_DIAGRAM_COLOR_TRICK" val="1"/>
  <p:tag name="KSO_WM_DIAGRAM_COLOR_TEXT_CAN_REMOVE" val="n"/>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单击添加项标题"/>
  <p:tag name="KSO_WM_UNIT_TEXT_FILL_FORE_SCHEMECOLOR_INDEX" val="1"/>
  <p:tag name="KSO_WM_UNIT_TEXT_FILL_TYPE" val="1"/>
</p:tagLst>
</file>

<file path=ppt/tags/tag284.xml><?xml version="1.0" encoding="utf-8"?>
<p:tagLst xmlns:p="http://schemas.openxmlformats.org/presentationml/2006/main">
  <p:tag name="KSO_WM_DIAGRAM_VIRTUALLY_FRAME" val="{&quot;height&quot;:376.54998779296875,&quot;width&quot;:846.5499877929688}"/>
  <p:tag name="KSO_WM_UNIT_HIGHLIGHT" val="0"/>
  <p:tag name="KSO_WM_UNIT_COMPATIBLE" val="0"/>
  <p:tag name="KSO_WM_UNIT_DIAGRAM_ISNUMVISUAL" val="0"/>
  <p:tag name="KSO_WM_UNIT_DIAGRAM_ISREFERUNIT" val="0"/>
  <p:tag name="KSO_WM_UNIT_ID" val="diagram20233205_2*l_h_f*1_2_1"/>
  <p:tag name="KSO_WM_TEMPLATE_CATEGORY" val="diagram"/>
  <p:tag name="KSO_WM_TEMPLATE_INDEX" val="20233205"/>
  <p:tag name="KSO_WM_UNIT_LAYERLEVEL" val="1_1_1"/>
  <p:tag name="KSO_WM_TAG_VERSION" val="3.0"/>
  <p:tag name="KSO_WM_UNIT_SUBTYPE" val="a"/>
  <p:tag name="KSO_WM_UNIT_NOCLEAR" val="0"/>
  <p:tag name="KSO_WM_DIAGRAM_GROUP_CODE" val="l1-1"/>
  <p:tag name="KSO_WM_UNIT_TYPE" val="l_h_f"/>
  <p:tag name="KSO_WM_UNIT_INDEX" val="1_2_1"/>
  <p:tag name="KSO_WM_DIAGRAM_VERSION" val="3"/>
  <p:tag name="KSO_WM_DIAGRAM_COLOR_TRICK" val="1"/>
  <p:tag name="KSO_WM_DIAGRAM_COLOR_TEXT_CAN_REMOVE" val="n"/>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VALUE" val="136"/>
  <p:tag name="KSO_WM_BEAUTIFY_FLAG" val="#wm#"/>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
  <p:tag name="KSO_WM_UNIT_TEXT_FILL_FORE_SCHEMECOLOR_INDEX" val="1"/>
  <p:tag name="KSO_WM_UNIT_TEXT_FILL_TYPE" val="1"/>
</p:tagLst>
</file>

<file path=ppt/tags/tag28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3205_2*l_h_a*1_2_1"/>
  <p:tag name="KSO_WM_TEMPLATE_CATEGORY" val="diagram"/>
  <p:tag name="KSO_WM_TEMPLATE_INDEX" val="20233205"/>
  <p:tag name="KSO_WM_UNIT_LAYERLEVEL" val="1_1_1"/>
  <p:tag name="KSO_WM_TAG_VERSION" val="3.0"/>
  <p:tag name="KSO_WM_UNIT_TEXT_FILL_FORE_SCHEMECOLOR_INDEX_BRIGHTNESS" val="0.15"/>
  <p:tag name="KSO_WM_DIAGRAM_GROUP_CODE" val="l1-1"/>
  <p:tag name="KSO_WM_DIAGRAM_VIRTUALLY_FRAME" val="{&quot;height&quot;:376.54998779296875,&quot;width&quot;:846.5499877929688}"/>
  <p:tag name="KSO_WM_DIAGRAM_VERSION" val="3"/>
  <p:tag name="KSO_WM_DIAGRAM_COLOR_TRICK" val="1"/>
  <p:tag name="KSO_WM_DIAGRAM_COLOR_TEXT_CAN_REMOVE" val="n"/>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单击添加项标题"/>
  <p:tag name="KSO_WM_UNIT_TEXT_FILL_FORE_SCHEMECOLOR_INDEX" val="1"/>
  <p:tag name="KSO_WM_UNIT_TEXT_FILL_TYPE" val="1"/>
</p:tagLst>
</file>

<file path=ppt/tags/tag286.xml><?xml version="1.0" encoding="utf-8"?>
<p:tagLst xmlns:p="http://schemas.openxmlformats.org/presentationml/2006/main">
  <p:tag name="KSO_WM_DIAGRAM_VIRTUALLY_FRAME" val="{&quot;height&quot;:376.54998779296875,&quot;width&quot;:846.5499877929688}"/>
  <p:tag name="KSO_WM_UNIT_HIGHLIGHT" val="0"/>
  <p:tag name="KSO_WM_UNIT_COMPATIBLE" val="0"/>
  <p:tag name="KSO_WM_UNIT_DIAGRAM_ISNUMVISUAL" val="0"/>
  <p:tag name="KSO_WM_UNIT_DIAGRAM_ISREFERUNIT" val="0"/>
  <p:tag name="KSO_WM_UNIT_ID" val="diagram20233205_2*l_h_i*1_3_4"/>
  <p:tag name="KSO_WM_TEMPLATE_CATEGORY" val="diagram"/>
  <p:tag name="KSO_WM_TEMPLATE_INDEX" val="20233205"/>
  <p:tag name="KSO_WM_UNIT_LAYERLEVEL" val="1_1_1"/>
  <p:tag name="KSO_WM_TAG_VERSION" val="3.0"/>
  <p:tag name="KSO_WM_DIAGRAM_GROUP_CODE" val="l1-1"/>
  <p:tag name="KSO_WM_UNIT_TYPE" val="l_h_i"/>
  <p:tag name="KSO_WM_UNIT_INDEX" val="1_3_4"/>
  <p:tag name="KSO_WM_DIAGRAM_VERSION" val="3"/>
  <p:tag name="KSO_WM_DIAGRAM_COLOR_TRICK" val="1"/>
  <p:tag name="KSO_WM_DIAGRAM_COLOR_TEXT_CAN_REMOVE" val="n"/>
  <p:tag name="KSO_WM_DIAGRAM_MAX_ITEMCNT" val="4"/>
  <p:tag name="KSO_WM_DIAGRAM_MIN_ITEMCNT" val="2"/>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Lst>
</file>

<file path=ppt/tags/tag287.xml><?xml version="1.0" encoding="utf-8"?>
<p:tagLst xmlns:p="http://schemas.openxmlformats.org/presentationml/2006/main">
  <p:tag name="KSO_WM_DIAGRAM_VIRTUALLY_FRAME" val="{&quot;height&quot;:376.54998779296875,&quot;width&quot;:846.5499877929688}"/>
  <p:tag name="KSO_WM_UNIT_HIGHLIGHT" val="0"/>
  <p:tag name="KSO_WM_UNIT_COMPATIBLE" val="0"/>
  <p:tag name="KSO_WM_UNIT_DIAGRAM_ISNUMVISUAL" val="0"/>
  <p:tag name="KSO_WM_UNIT_DIAGRAM_ISREFERUNIT" val="0"/>
  <p:tag name="KSO_WM_UNIT_ID" val="diagram20233205_2*l_h_f*1_3_1"/>
  <p:tag name="KSO_WM_TEMPLATE_CATEGORY" val="diagram"/>
  <p:tag name="KSO_WM_TEMPLATE_INDEX" val="20233205"/>
  <p:tag name="KSO_WM_UNIT_LAYERLEVEL" val="1_1_1"/>
  <p:tag name="KSO_WM_TAG_VERSION" val="3.0"/>
  <p:tag name="KSO_WM_UNIT_SUBTYPE" val="a"/>
  <p:tag name="KSO_WM_UNIT_NOCLEAR" val="0"/>
  <p:tag name="KSO_WM_DIAGRAM_GROUP_CODE" val="l1-1"/>
  <p:tag name="KSO_WM_UNIT_TYPE" val="l_h_f"/>
  <p:tag name="KSO_WM_UNIT_INDEX" val="1_3_1"/>
  <p:tag name="KSO_WM_DIAGRAM_VERSION" val="3"/>
  <p:tag name="KSO_WM_DIAGRAM_COLOR_TRICK" val="1"/>
  <p:tag name="KSO_WM_DIAGRAM_COLOR_TEXT_CAN_REMOVE" val="n"/>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VALUE" val="136"/>
  <p:tag name="KSO_WM_BEAUTIFY_FLAG" val="#wm#"/>
  <p:tag name="KSO_WM_UNIT_PRESET_TEXT" val="单击此处添加文本，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
  <p:tag name="KSO_WM_UNIT_TEXT_FILL_FORE_SCHEMECOLOR_INDEX" val="1"/>
  <p:tag name="KSO_WM_UNIT_TEXT_FILL_TYPE" val="1"/>
</p:tagLst>
</file>

<file path=ppt/tags/tag28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3205_2*l_h_a*1_3_1"/>
  <p:tag name="KSO_WM_TEMPLATE_CATEGORY" val="diagram"/>
  <p:tag name="KSO_WM_TEMPLATE_INDEX" val="20233205"/>
  <p:tag name="KSO_WM_UNIT_LAYERLEVEL" val="1_1_1"/>
  <p:tag name="KSO_WM_TAG_VERSION" val="3.0"/>
  <p:tag name="KSO_WM_UNIT_TEXT_FILL_FORE_SCHEMECOLOR_INDEX_BRIGHTNESS" val="0.15"/>
  <p:tag name="KSO_WM_DIAGRAM_GROUP_CODE" val="l1-1"/>
  <p:tag name="KSO_WM_DIAGRAM_VIRTUALLY_FRAME" val="{&quot;height&quot;:376.54998779296875,&quot;width&quot;:846.5499877929688}"/>
  <p:tag name="KSO_WM_DIAGRAM_VERSION" val="3"/>
  <p:tag name="KSO_WM_DIAGRAM_COLOR_TRICK" val="1"/>
  <p:tag name="KSO_WM_DIAGRAM_COLOR_TEXT_CAN_REMOVE" val="n"/>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单击添加项标题"/>
  <p:tag name="KSO_WM_UNIT_TEXT_FILL_FORE_SCHEMECOLOR_INDEX" val="1"/>
  <p:tag name="KSO_WM_UNIT_TEXT_FILL_TYPE" val="1"/>
</p:tagLst>
</file>

<file path=ppt/tags/tag289.xml><?xml version="1.0" encoding="utf-8"?>
<p:tagLst xmlns:p="http://schemas.openxmlformats.org/presentationml/2006/main">
  <p:tag name="KSO_WM_DIAGRAM_VIRTUALLY_FRAME" val="{&quot;height&quot;:376.54998779296875,&quot;width&quot;:846.5499877929688}"/>
  <p:tag name="KSO_WM_UNIT_HIGHLIGHT" val="0"/>
  <p:tag name="KSO_WM_UNIT_COMPATIBLE" val="0"/>
  <p:tag name="KSO_WM_UNIT_DIAGRAM_ISNUMVISUAL" val="0"/>
  <p:tag name="KSO_WM_UNIT_DIAGRAM_ISREFERUNIT" val="0"/>
  <p:tag name="KSO_WM_UNIT_ID" val="diagram20233205_2*l_h_i*1_1_1"/>
  <p:tag name="KSO_WM_TEMPLATE_CATEGORY" val="diagram"/>
  <p:tag name="KSO_WM_TEMPLATE_INDEX" val="20233205"/>
  <p:tag name="KSO_WM_UNIT_LAYERLEVEL" val="1_1_1"/>
  <p:tag name="KSO_WM_TAG_VERSION" val="3.0"/>
  <p:tag name="KSO_WM_DIAGRAM_GROUP_CODE" val="l1-1"/>
  <p:tag name="KSO_WM_UNIT_TYPE" val="l_h_i"/>
  <p:tag name="KSO_WM_UNIT_INDEX" val="1_1_1"/>
  <p:tag name="KSO_WM_DIAGRAM_VERSION" val="3"/>
  <p:tag name="KSO_WM_DIAGRAM_COLOR_TRICK" val="1"/>
  <p:tag name="KSO_WM_DIAGRAM_COLOR_TEXT_CAN_REMOVE" val="n"/>
  <p:tag name="KSO_WM_DIAGRAM_MAX_ITEMCNT" val="4"/>
  <p:tag name="KSO_WM_DIAGRAM_MIN_ITEMCNT" val="2"/>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5"/>
</p:tagLst>
</file>

<file path=ppt/tags/tag290.xml><?xml version="1.0" encoding="utf-8"?>
<p:tagLst xmlns:p="http://schemas.openxmlformats.org/presentationml/2006/main">
  <p:tag name="KSO_WM_DIAGRAM_VIRTUALLY_FRAME" val="{&quot;height&quot;:376.54998779296875,&quot;width&quot;:846.5499877929688}"/>
  <p:tag name="KSO_WM_UNIT_HIGHLIGHT" val="0"/>
  <p:tag name="KSO_WM_UNIT_COMPATIBLE" val="0"/>
  <p:tag name="KSO_WM_UNIT_DIAGRAM_ISNUMVISUAL" val="0"/>
  <p:tag name="KSO_WM_UNIT_DIAGRAM_ISREFERUNIT" val="0"/>
  <p:tag name="KSO_WM_UNIT_ID" val="diagram20233205_2*l_h_i*1_2_1"/>
  <p:tag name="KSO_WM_TEMPLATE_CATEGORY" val="diagram"/>
  <p:tag name="KSO_WM_TEMPLATE_INDEX" val="20233205"/>
  <p:tag name="KSO_WM_UNIT_LAYERLEVEL" val="1_1_1"/>
  <p:tag name="KSO_WM_TAG_VERSION" val="3.0"/>
  <p:tag name="KSO_WM_DIAGRAM_GROUP_CODE" val="l1-1"/>
  <p:tag name="KSO_WM_UNIT_TYPE" val="l_h_i"/>
  <p:tag name="KSO_WM_UNIT_INDEX" val="1_2_1"/>
  <p:tag name="KSO_WM_DIAGRAM_VERSION" val="3"/>
  <p:tag name="KSO_WM_DIAGRAM_COLOR_TRICK" val="1"/>
  <p:tag name="KSO_WM_DIAGRAM_COLOR_TEXT_CAN_REMOVE" val="n"/>
  <p:tag name="KSO_WM_DIAGRAM_MAX_ITEMCNT" val="4"/>
  <p:tag name="KSO_WM_DIAGRAM_MIN_ITEMCNT" val="2"/>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5"/>
</p:tagLst>
</file>

<file path=ppt/tags/tag291.xml><?xml version="1.0" encoding="utf-8"?>
<p:tagLst xmlns:p="http://schemas.openxmlformats.org/presentationml/2006/main">
  <p:tag name="KSO_WM_DIAGRAM_VIRTUALLY_FRAME" val="{&quot;height&quot;:376.54998779296875,&quot;width&quot;:846.5499877929688}"/>
  <p:tag name="KSO_WM_UNIT_HIGHLIGHT" val="0"/>
  <p:tag name="KSO_WM_UNIT_COMPATIBLE" val="0"/>
  <p:tag name="KSO_WM_UNIT_DIAGRAM_ISNUMVISUAL" val="0"/>
  <p:tag name="KSO_WM_UNIT_DIAGRAM_ISREFERUNIT" val="0"/>
  <p:tag name="KSO_WM_UNIT_ID" val="diagram20233205_2*l_h_i*1_3_1"/>
  <p:tag name="KSO_WM_TEMPLATE_CATEGORY" val="diagram"/>
  <p:tag name="KSO_WM_TEMPLATE_INDEX" val="20233205"/>
  <p:tag name="KSO_WM_UNIT_LAYERLEVEL" val="1_1_1"/>
  <p:tag name="KSO_WM_TAG_VERSION" val="3.0"/>
  <p:tag name="KSO_WM_DIAGRAM_GROUP_CODE" val="l1-1"/>
  <p:tag name="KSO_WM_UNIT_TYPE" val="l_h_i"/>
  <p:tag name="KSO_WM_UNIT_INDEX" val="1_3_1"/>
  <p:tag name="KSO_WM_DIAGRAM_VERSION" val="3"/>
  <p:tag name="KSO_WM_DIAGRAM_COLOR_TRICK" val="1"/>
  <p:tag name="KSO_WM_DIAGRAM_COLOR_TEXT_CAN_REMOVE" val="n"/>
  <p:tag name="KSO_WM_DIAGRAM_MAX_ITEMCNT" val="4"/>
  <p:tag name="KSO_WM_DIAGRAM_MIN_ITEMCNT" val="2"/>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5"/>
</p:tagLst>
</file>

<file path=ppt/tags/tag292.xml><?xml version="1.0" encoding="utf-8"?>
<p:tagLst xmlns:p="http://schemas.openxmlformats.org/presentationml/2006/main">
  <p:tag name="KSO_WM_DIAGRAM_VIRTUALLY_FRAME" val="{&quot;height&quot;:376.54998779296875,&quot;width&quot;:846.5499877929688}"/>
  <p:tag name="KSO_WM_UNIT_HIGHLIGHT" val="0"/>
  <p:tag name="KSO_WM_UNIT_COMPATIBLE" val="0"/>
  <p:tag name="KSO_WM_UNIT_DIAGRAM_ISNUMVISUAL" val="0"/>
  <p:tag name="KSO_WM_UNIT_DIAGRAM_ISREFERUNIT" val="0"/>
  <p:tag name="KSO_WM_UNIT_ID" val="diagram20233205_2*l_h_i*1_1_3"/>
  <p:tag name="KSO_WM_TEMPLATE_CATEGORY" val="diagram"/>
  <p:tag name="KSO_WM_TEMPLATE_INDEX" val="20233205"/>
  <p:tag name="KSO_WM_UNIT_LAYERLEVEL" val="1_1_1"/>
  <p:tag name="KSO_WM_TAG_VERSION" val="3.0"/>
  <p:tag name="KSO_WM_DIAGRAM_GROUP_CODE" val="l1-1"/>
  <p:tag name="KSO_WM_UNIT_TYPE" val="l_h_i"/>
  <p:tag name="KSO_WM_UNIT_INDEX" val="1_1_3"/>
  <p:tag name="KSO_WM_DIAGRAM_VERSION" val="3"/>
  <p:tag name="KSO_WM_DIAGRAM_COLOR_TRICK" val="1"/>
  <p:tag name="KSO_WM_DIAGRAM_COLOR_TEXT_CAN_REMOVE" val="n"/>
  <p:tag name="KSO_WM_DIAGRAM_MAX_ITEMCNT" val="4"/>
  <p:tag name="KSO_WM_DIAGRAM_MIN_ITEMCNT" val="2"/>
  <p:tag name="KSO_WM_DIAGRAM_COLOR_MATCH_VALUE" val="{&quot;shape&quot;:{&quot;fill&quot;:{&quot;solid&quot;:{&quot;brightness&quot;:0,&quot;colorType&quot;:1,&quot;foreColorIndex&quot;:5,&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Lst>
</file>

<file path=ppt/tags/tag293.xml><?xml version="1.0" encoding="utf-8"?>
<p:tagLst xmlns:p="http://schemas.openxmlformats.org/presentationml/2006/main">
  <p:tag name="KSO_WM_DIAGRAM_VIRTUALLY_FRAME" val="{&quot;height&quot;:376.54998779296875,&quot;width&quot;:846.5499877929688}"/>
  <p:tag name="KSO_WM_UNIT_HIGHLIGHT" val="0"/>
  <p:tag name="KSO_WM_UNIT_COMPATIBLE" val="0"/>
  <p:tag name="KSO_WM_UNIT_DIAGRAM_ISNUMVISUAL" val="0"/>
  <p:tag name="KSO_WM_UNIT_DIAGRAM_ISREFERUNIT" val="0"/>
  <p:tag name="KSO_WM_UNIT_ID" val="diagram20233205_2*l_h_i*1_1_2"/>
  <p:tag name="KSO_WM_TEMPLATE_CATEGORY" val="diagram"/>
  <p:tag name="KSO_WM_TEMPLATE_INDEX" val="20233205"/>
  <p:tag name="KSO_WM_UNIT_LAYERLEVEL" val="1_1_1"/>
  <p:tag name="KSO_WM_TAG_VERSION" val="3.0"/>
  <p:tag name="KSO_WM_DIAGRAM_GROUP_CODE" val="l1-1"/>
  <p:tag name="KSO_WM_UNIT_TYPE" val="l_h_i"/>
  <p:tag name="KSO_WM_UNIT_INDEX" val="1_1_2"/>
  <p:tag name="KSO_WM_DIAGRAM_VERSION" val="3"/>
  <p:tag name="KSO_WM_DIAGRAM_COLOR_TRICK" val="1"/>
  <p:tag name="KSO_WM_DIAGRAM_COLOR_TEXT_CAN_REMOVE" val="n"/>
  <p:tag name="KSO_WM_DIAGRAM_MAX_ITEMCNT" val="4"/>
  <p:tag name="KSO_WM_DIAGRAM_MIN_ITEMCNT" val="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Lst>
</file>

<file path=ppt/tags/tag294.xml><?xml version="1.0" encoding="utf-8"?>
<p:tagLst xmlns:p="http://schemas.openxmlformats.org/presentationml/2006/main">
  <p:tag name="KSO_WM_DIAGRAM_VIRTUALLY_FRAME" val="{&quot;height&quot;:376.54998779296875,&quot;width&quot;:846.5499877929688}"/>
  <p:tag name="KSO_WM_UNIT_HIGHLIGHT" val="0"/>
  <p:tag name="KSO_WM_UNIT_COMPATIBLE" val="0"/>
  <p:tag name="KSO_WM_UNIT_DIAGRAM_ISNUMVISUAL" val="0"/>
  <p:tag name="KSO_WM_UNIT_DIAGRAM_ISREFERUNIT" val="0"/>
  <p:tag name="KSO_WM_UNIT_ID" val="diagram20233205_2*l_h_i*1_2_3"/>
  <p:tag name="KSO_WM_TEMPLATE_CATEGORY" val="diagram"/>
  <p:tag name="KSO_WM_TEMPLATE_INDEX" val="20233205"/>
  <p:tag name="KSO_WM_UNIT_LAYERLEVEL" val="1_1_1"/>
  <p:tag name="KSO_WM_TAG_VERSION" val="3.0"/>
  <p:tag name="KSO_WM_DIAGRAM_GROUP_CODE" val="l1-1"/>
  <p:tag name="KSO_WM_UNIT_TYPE" val="l_h_i"/>
  <p:tag name="KSO_WM_UNIT_INDEX" val="1_2_3"/>
  <p:tag name="KSO_WM_DIAGRAM_VERSION" val="3"/>
  <p:tag name="KSO_WM_DIAGRAM_COLOR_TRICK" val="1"/>
  <p:tag name="KSO_WM_DIAGRAM_COLOR_TEXT_CAN_REMOVE" val="n"/>
  <p:tag name="KSO_WM_DIAGRAM_MAX_ITEMCNT" val="4"/>
  <p:tag name="KSO_WM_DIAGRAM_MIN_ITEMCNT" val="2"/>
  <p:tag name="KSO_WM_DIAGRAM_COLOR_MATCH_VALUE" val="{&quot;shape&quot;:{&quot;fill&quot;:{&quot;solid&quot;:{&quot;brightness&quot;:0,&quot;colorType&quot;:1,&quot;foreColorIndex&quot;:5,&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Lst>
</file>

<file path=ppt/tags/tag295.xml><?xml version="1.0" encoding="utf-8"?>
<p:tagLst xmlns:p="http://schemas.openxmlformats.org/presentationml/2006/main">
  <p:tag name="KSO_WM_DIAGRAM_VIRTUALLY_FRAME" val="{&quot;height&quot;:376.54998779296875,&quot;width&quot;:846.5499877929688}"/>
  <p:tag name="KSO_WM_UNIT_HIGHLIGHT" val="0"/>
  <p:tag name="KSO_WM_UNIT_COMPATIBLE" val="0"/>
  <p:tag name="KSO_WM_UNIT_DIAGRAM_ISNUMVISUAL" val="0"/>
  <p:tag name="KSO_WM_UNIT_DIAGRAM_ISREFERUNIT" val="0"/>
  <p:tag name="KSO_WM_UNIT_ID" val="diagram20233205_2*l_h_i*1_2_2"/>
  <p:tag name="KSO_WM_TEMPLATE_CATEGORY" val="diagram"/>
  <p:tag name="KSO_WM_TEMPLATE_INDEX" val="20233205"/>
  <p:tag name="KSO_WM_UNIT_LAYERLEVEL" val="1_1_1"/>
  <p:tag name="KSO_WM_TAG_VERSION" val="3.0"/>
  <p:tag name="KSO_WM_DIAGRAM_GROUP_CODE" val="l1-1"/>
  <p:tag name="KSO_WM_UNIT_TYPE" val="l_h_i"/>
  <p:tag name="KSO_WM_UNIT_INDEX" val="1_2_2"/>
  <p:tag name="KSO_WM_DIAGRAM_VERSION" val="3"/>
  <p:tag name="KSO_WM_DIAGRAM_COLOR_TRICK" val="1"/>
  <p:tag name="KSO_WM_DIAGRAM_COLOR_TEXT_CAN_REMOVE" val="n"/>
  <p:tag name="KSO_WM_DIAGRAM_MAX_ITEMCNT" val="4"/>
  <p:tag name="KSO_WM_DIAGRAM_MIN_ITEMCNT" val="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Lst>
</file>

<file path=ppt/tags/tag296.xml><?xml version="1.0" encoding="utf-8"?>
<p:tagLst xmlns:p="http://schemas.openxmlformats.org/presentationml/2006/main">
  <p:tag name="KSO_WM_DIAGRAM_VIRTUALLY_FRAME" val="{&quot;height&quot;:376.54998779296875,&quot;width&quot;:846.5499877929688}"/>
  <p:tag name="KSO_WM_UNIT_HIGHLIGHT" val="0"/>
  <p:tag name="KSO_WM_UNIT_COMPATIBLE" val="0"/>
  <p:tag name="KSO_WM_UNIT_DIAGRAM_ISNUMVISUAL" val="0"/>
  <p:tag name="KSO_WM_UNIT_DIAGRAM_ISREFERUNIT" val="0"/>
  <p:tag name="KSO_WM_UNIT_ID" val="diagram20233205_2*l_h_i*1_3_3"/>
  <p:tag name="KSO_WM_TEMPLATE_CATEGORY" val="diagram"/>
  <p:tag name="KSO_WM_TEMPLATE_INDEX" val="20233205"/>
  <p:tag name="KSO_WM_UNIT_LAYERLEVEL" val="1_1_1"/>
  <p:tag name="KSO_WM_TAG_VERSION" val="3.0"/>
  <p:tag name="KSO_WM_DIAGRAM_GROUP_CODE" val="l1-1"/>
  <p:tag name="KSO_WM_UNIT_TYPE" val="l_h_i"/>
  <p:tag name="KSO_WM_UNIT_INDEX" val="1_3_3"/>
  <p:tag name="KSO_WM_DIAGRAM_VERSION" val="3"/>
  <p:tag name="KSO_WM_DIAGRAM_COLOR_TRICK" val="1"/>
  <p:tag name="KSO_WM_DIAGRAM_COLOR_TEXT_CAN_REMOVE" val="n"/>
  <p:tag name="KSO_WM_DIAGRAM_MAX_ITEMCNT" val="4"/>
  <p:tag name="KSO_WM_DIAGRAM_MIN_ITEMCNT" val="2"/>
  <p:tag name="KSO_WM_DIAGRAM_COLOR_MATCH_VALUE" val="{&quot;shape&quot;:{&quot;fill&quot;:{&quot;solid&quot;:{&quot;brightness&quot;:0,&quot;colorType&quot;:1,&quot;foreColorIndex&quot;:5,&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Lst>
</file>

<file path=ppt/tags/tag297.xml><?xml version="1.0" encoding="utf-8"?>
<p:tagLst xmlns:p="http://schemas.openxmlformats.org/presentationml/2006/main">
  <p:tag name="KSO_WM_DIAGRAM_VIRTUALLY_FRAME" val="{&quot;height&quot;:376.54998779296875,&quot;width&quot;:846.5499877929688}"/>
  <p:tag name="KSO_WM_UNIT_HIGHLIGHT" val="0"/>
  <p:tag name="KSO_WM_UNIT_COMPATIBLE" val="0"/>
  <p:tag name="KSO_WM_UNIT_DIAGRAM_ISNUMVISUAL" val="0"/>
  <p:tag name="KSO_WM_UNIT_DIAGRAM_ISREFERUNIT" val="0"/>
  <p:tag name="KSO_WM_UNIT_ID" val="diagram20233205_2*l_h_i*1_3_2"/>
  <p:tag name="KSO_WM_TEMPLATE_CATEGORY" val="diagram"/>
  <p:tag name="KSO_WM_TEMPLATE_INDEX" val="20233205"/>
  <p:tag name="KSO_WM_UNIT_LAYERLEVEL" val="1_1_1"/>
  <p:tag name="KSO_WM_TAG_VERSION" val="3.0"/>
  <p:tag name="KSO_WM_DIAGRAM_GROUP_CODE" val="l1-1"/>
  <p:tag name="KSO_WM_UNIT_TYPE" val="l_h_i"/>
  <p:tag name="KSO_WM_UNIT_INDEX" val="1_3_2"/>
  <p:tag name="KSO_WM_DIAGRAM_VERSION" val="3"/>
  <p:tag name="KSO_WM_DIAGRAM_COLOR_TRICK" val="1"/>
  <p:tag name="KSO_WM_DIAGRAM_COLOR_TEXT_CAN_REMOVE" val="n"/>
  <p:tag name="KSO_WM_DIAGRAM_MAX_ITEMCNT" val="4"/>
  <p:tag name="KSO_WM_DIAGRAM_MIN_ITEMCNT" val="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Lst>
</file>

<file path=ppt/tags/tag298.xml><?xml version="1.0" encoding="utf-8"?>
<p:tagLst xmlns:p="http://schemas.openxmlformats.org/presentationml/2006/main">
  <p:tag name="KSO_WM_DIAGRAM_VIRTUALLY_FRAME" val="{&quot;height&quot;:376.54998779296875,&quot;width&quot;:846.5499877929688}"/>
  <p:tag name="KSO_WM_UNIT_HIGHLIGHT" val="0"/>
  <p:tag name="KSO_WM_UNIT_COMPATIBLE" val="0"/>
  <p:tag name="KSO_WM_UNIT_DIAGRAM_ISNUMVISUAL" val="0"/>
  <p:tag name="KSO_WM_UNIT_DIAGRAM_ISREFERUNIT" val="0"/>
  <p:tag name="KSO_WM_UNIT_ID" val="diagram20233205_2*l_h_x*1_1_1"/>
  <p:tag name="KSO_WM_TEMPLATE_CATEGORY" val="diagram"/>
  <p:tag name="KSO_WM_TEMPLATE_INDEX" val="20233205"/>
  <p:tag name="KSO_WM_UNIT_LAYERLEVEL" val="1_1_1"/>
  <p:tag name="KSO_WM_TAG_VERSION" val="3.0"/>
  <p:tag name="KSO_WM_UNIT_VALUE" val="59*71"/>
  <p:tag name="KSO_WM_DIAGRAM_GROUP_CODE" val="l1-1"/>
  <p:tag name="KSO_WM_UNIT_TYPE" val="l_h_x"/>
  <p:tag name="KSO_WM_UNIT_INDEX" val="1_1_1"/>
  <p:tag name="KSO_WM_DIAGRAM_VERSION" val="3"/>
  <p:tag name="KSO_WM_DIAGRAM_COLOR_TRICK" val="1"/>
  <p:tag name="KSO_WM_DIAGRAM_COLOR_TEXT_CAN_REMOVE" val="n"/>
  <p:tag name="KSO_WM_DIAGRAM_MAX_ITEMCNT" val="4"/>
  <p:tag name="KSO_WM_DIAGRAM_MIN_ITEMCNT" val="2"/>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FILL_TYPE" val="1"/>
  <p:tag name="KSO_WM_UNIT_FILL_FORE_SCHEMECOLOR_INDEX" val="14"/>
  <p:tag name="KSO_WM_UNIT_FILL_FORE_SCHEMECOLOR_INDEX_BRIGHTNESS" val="0"/>
</p:tagLst>
</file>

<file path=ppt/tags/tag299.xml><?xml version="1.0" encoding="utf-8"?>
<p:tagLst xmlns:p="http://schemas.openxmlformats.org/presentationml/2006/main">
  <p:tag name="KSO_WM_DIAGRAM_VIRTUALLY_FRAME" val="{&quot;height&quot;:376.54998779296875,&quot;width&quot;:846.5499877929688}"/>
  <p:tag name="KSO_WM_UNIT_VALUE" val="90*85"/>
  <p:tag name="KSO_WM_UNIT_HIGHLIGHT" val="0"/>
  <p:tag name="KSO_WM_UNIT_COMPATIBLE" val="0"/>
  <p:tag name="KSO_WM_UNIT_DIAGRAM_ISNUMVISUAL" val="0"/>
  <p:tag name="KSO_WM_UNIT_DIAGRAM_ISREFERUNIT" val="0"/>
  <p:tag name="KSO_WM_DIAGRAM_GROUP_CODE" val="l1-1"/>
  <p:tag name="KSO_WM_UNIT_TYPE" val="l_h_x"/>
  <p:tag name="KSO_WM_UNIT_INDEX" val="1_2_1"/>
  <p:tag name="KSO_WM_UNIT_ID" val="diagram20233205_2*l_h_x*1_2_1"/>
  <p:tag name="KSO_WM_TEMPLATE_CATEGORY" val="diagram"/>
  <p:tag name="KSO_WM_TEMPLATE_INDEX" val="20233205"/>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2"/>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FILL_TYPE" val="1"/>
  <p:tag name="KSO_WM_UNIT_FILL_FORE_SCHEMECOLOR_INDEX" val="14"/>
  <p:tag name="KSO_WM_UNIT_FILL_FORE_SCHEMECOLOR_INDEX_BRIGHTNESS" val="0"/>
</p:tagLst>
</file>

<file path=ppt/tags/tag300.xml><?xml version="1.0" encoding="utf-8"?>
<p:tagLst xmlns:p="http://schemas.openxmlformats.org/presentationml/2006/main">
  <p:tag name="KSO_WM_DIAGRAM_VIRTUALLY_FRAME" val="{&quot;height&quot;:376.54998779296875,&quot;width&quot;:846.5499877929688}"/>
  <p:tag name="KSO_WM_UNIT_HIGHLIGHT" val="0"/>
  <p:tag name="KSO_WM_UNIT_COMPATIBLE" val="0"/>
  <p:tag name="KSO_WM_UNIT_DIAGRAM_ISNUMVISUAL" val="0"/>
  <p:tag name="KSO_WM_UNIT_DIAGRAM_ISREFERUNIT" val="0"/>
  <p:tag name="KSO_WM_UNIT_ID" val="diagram20233205_2*l_h_x*1_3_1"/>
  <p:tag name="KSO_WM_TEMPLATE_CATEGORY" val="diagram"/>
  <p:tag name="KSO_WM_TEMPLATE_INDEX" val="20233205"/>
  <p:tag name="KSO_WM_UNIT_LAYERLEVEL" val="1_1_1"/>
  <p:tag name="KSO_WM_TAG_VERSION" val="3.0"/>
  <p:tag name="KSO_WM_UNIT_VALUE" val="22*22"/>
  <p:tag name="KSO_WM_DIAGRAM_GROUP_CODE" val="l1-1"/>
  <p:tag name="KSO_WM_UNIT_TYPE" val="l_h_x"/>
  <p:tag name="KSO_WM_UNIT_INDEX" val="1_3_1"/>
  <p:tag name="KSO_WM_DIAGRAM_VERSION" val="3"/>
  <p:tag name="KSO_WM_DIAGRAM_COLOR_TRICK" val="1"/>
  <p:tag name="KSO_WM_DIAGRAM_COLOR_TEXT_CAN_REMOVE" val="n"/>
  <p:tag name="KSO_WM_DIAGRAM_MAX_ITEMCNT" val="4"/>
  <p:tag name="KSO_WM_DIAGRAM_MIN_ITEMCNT" val="2"/>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FILL_TYPE" val="1"/>
  <p:tag name="KSO_WM_UNIT_FILL_FORE_SCHEMECOLOR_INDEX" val="14"/>
  <p:tag name="KSO_WM_UNIT_FILL_FORE_SCHEMECOLOR_INDEX_BRIGHTNESS" val="0"/>
</p:tagLst>
</file>

<file path=ppt/tags/tag301.xml><?xml version="1.0" encoding="utf-8"?>
<p:tagLst xmlns:p="http://schemas.openxmlformats.org/presentationml/2006/main">
  <p:tag name="KSO_WM_SLIDE_ID" val="diagram20233205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diagram"/>
  <p:tag name="KSO_WM_TEMPLATE_INDEX" val="20233205"/>
  <p:tag name="KSO_WM_SLIDE_TYPE" val="text"/>
  <p:tag name="KSO_WM_SLIDE_SUBTYPE" val="diag"/>
  <p:tag name="KSO_WM_SLIDE_SIZE" val="846.55*348.45"/>
  <p:tag name="KSO_WM_SLIDE_POSITION" val="56.75*127.65"/>
  <p:tag name="KSO_WM_SLIDE_LAYOUT" val="a_l"/>
  <p:tag name="KSO_WM_SLIDE_LAYOUT_CNT" val="1_1"/>
  <p:tag name="KSO_WM_SPECIAL_SOURCE" val="bdnull"/>
  <p:tag name="KSO_WM_DIAGRAM_GROUP_CODE" val="l1-1"/>
  <p:tag name="KSO_WM_SLIDE_DIAGTYPE" val="l"/>
  <p:tag name="CP_OUTLINE_TITLE" val="抗疫精神的世纪回响"/>
  <p:tag name="CP_OUTLINE_TYPE" val="pt_text"/>
</p:tagLst>
</file>

<file path=ppt/tags/tag302.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3184_2*a*1"/>
  <p:tag name="KSO_WM_TEMPLATE_CATEGORY" val="diagram"/>
  <p:tag name="KSO_WM_TEMPLATE_INDEX" val="20233184"/>
  <p:tag name="KSO_WM_UNIT_LAYERLEVEL" val="1"/>
  <p:tag name="KSO_WM_TAG_VERSION" val="3.0"/>
  <p:tag name="KSO_WM_BEAUTIFY_FLAG" val="#wm#"/>
  <p:tag name="KSO_WM_DIAGRAM_GROUP_CODE" val="l1-1"/>
  <p:tag name="KSO_WM_UNIT_TEXT_TYPE" val="1"/>
  <p:tag name="KSO_WM_UNIT_PRESET_TEXT" val="单击此处添加标题"/>
</p:tagLst>
</file>

<file path=ppt/tags/tag303.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1_1"/>
  <p:tag name="KSO_WM_UNIT_ID" val="diagram20233184_2*l_h_f*1_1_1"/>
  <p:tag name="KSO_WM_TEMPLATE_CATEGORY" val="diagram"/>
  <p:tag name="KSO_WM_TEMPLATE_INDEX" val="20233184"/>
  <p:tag name="KSO_WM_UNIT_LAYERLEVEL" val="1_1_1"/>
  <p:tag name="KSO_WM_TAG_VERSION" val="3.0"/>
  <p:tag name="KSO_WM_DIAGRAM_MAX_ITEMCNT" val="6"/>
  <p:tag name="KSO_WM_DIAGRAM_MIN_ITEMCNT" val="2"/>
  <p:tag name="KSO_WM_DIAGRAM_VIRTUALLY_FRAME" val="{&quot;height&quot;:326.79998779296875,&quot;width&quot;:558.75860595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l1-1"/>
  <p:tag name="KSO_WM_UNIT_VALUE" val="120"/>
  <p:tag name="KSO_WM_DIAGRAM_VERSION" val="3"/>
  <p:tag name="KSO_WM_DIAGRAM_COLOR_TRICK" val="1"/>
  <p:tag name="KSO_WM_DIAGRAM_COLOR_TEXT_CAN_REMOVE" val="n"/>
  <p:tag name="KSO_WM_UNIT_TEXT_TYPE" val="1"/>
  <p:tag name="KSO_WM_BEAUTIFY_FLAG" val="#wm#"/>
  <p:tag name="KSO_WM_UNIT_TEXT_LAYER_COUNT" val="1"/>
  <p:tag name="KSO_WM_UNIT_PRESET_TEXT" val="单击此处添加文本具体内容，简明扼要地阐述您的观点。根据需要可酌情增减文字，以便观者准确地理解您传达的思想。单击此处添加文本具体内容，简明扼要地阐述您的内容观点。"/>
  <p:tag name="KSO_WM_UNIT_TEXT_FILL_FORE_SCHEMECOLOR_INDEX" val="1"/>
  <p:tag name="KSO_WM_UNIT_TEXT_FILL_TYPE" val="1"/>
</p:tagLst>
</file>

<file path=ppt/tags/tag304.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l_h_a"/>
  <p:tag name="KSO_WM_UNIT_INDEX" val="1_1_1"/>
  <p:tag name="KSO_WM_UNIT_ID" val="diagram20233184_2*l_h_a*1_1_1"/>
  <p:tag name="KSO_WM_TEMPLATE_CATEGORY" val="diagram"/>
  <p:tag name="KSO_WM_TEMPLATE_INDEX" val="20233184"/>
  <p:tag name="KSO_WM_UNIT_LAYERLEVEL" val="1_1_1"/>
  <p:tag name="KSO_WM_TAG_VERSION" val="3.0"/>
  <p:tag name="KSO_WM_DIAGRAM_MAX_ITEMCNT" val="6"/>
  <p:tag name="KSO_WM_DIAGRAM_MIN_ITEMCNT" val="2"/>
  <p:tag name="KSO_WM_DIAGRAM_VIRTUALLY_FRAME" val="{&quot;height&quot;:326.79998779296875,&quot;width&quot;:558.75860595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l1-1"/>
  <p:tag name="KSO_WM_UNIT_VALUE" val="26"/>
  <p:tag name="KSO_WM_DIAGRAM_VERSION" val="3"/>
  <p:tag name="KSO_WM_DIAGRAM_COLOR_TRICK" val="1"/>
  <p:tag name="KSO_WM_DIAGRAM_COLOR_TEXT_CAN_REMOVE" val="n"/>
  <p:tag name="KSO_WM_UNIT_TEXT_TYPE" val="1"/>
  <p:tag name="KSO_WM_BEAUTIFY_FLAG" val="#wm#"/>
  <p:tag name="KSO_WM_UNIT_PRESET_TEXT" val="此处添加项标题"/>
  <p:tag name="KSO_WM_UNIT_TEXT_FILL_FORE_SCHEMECOLOR_INDEX" val="1"/>
  <p:tag name="KSO_WM_UNIT_TEXT_FILL_TYPE" val="1"/>
</p:tagLst>
</file>

<file path=ppt/tags/tag305.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2_1"/>
  <p:tag name="KSO_WM_UNIT_ID" val="diagram20233184_2*l_h_f*1_2_1"/>
  <p:tag name="KSO_WM_TEMPLATE_CATEGORY" val="diagram"/>
  <p:tag name="KSO_WM_TEMPLATE_INDEX" val="20233184"/>
  <p:tag name="KSO_WM_UNIT_LAYERLEVEL" val="1_1_1"/>
  <p:tag name="KSO_WM_TAG_VERSION" val="3.0"/>
  <p:tag name="KSO_WM_DIAGRAM_MAX_ITEMCNT" val="6"/>
  <p:tag name="KSO_WM_DIAGRAM_MIN_ITEMCNT" val="2"/>
  <p:tag name="KSO_WM_DIAGRAM_VIRTUALLY_FRAME" val="{&quot;height&quot;:326.79998779296875,&quot;width&quot;:558.75860595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l1-1"/>
  <p:tag name="KSO_WM_UNIT_VALUE" val="120"/>
  <p:tag name="KSO_WM_DIAGRAM_VERSION" val="3"/>
  <p:tag name="KSO_WM_DIAGRAM_COLOR_TRICK" val="1"/>
  <p:tag name="KSO_WM_DIAGRAM_COLOR_TEXT_CAN_REMOVE" val="n"/>
  <p:tag name="KSO_WM_UNIT_TEXT_TYPE" val="1"/>
  <p:tag name="KSO_WM_BEAUTIFY_FLAG" val="#wm#"/>
  <p:tag name="KSO_WM_UNIT_TEXT_LAYER_COUNT" val="1"/>
  <p:tag name="KSO_WM_UNIT_PRESET_TEXT" val="单击此处添加文本具体内容，简明扼要地阐述您的观点。根据需要可酌情增减文字，以便观者准确地理解您传达的思想。单击此处添加文本具体内容，简明扼要地阐述您的内容观点。"/>
  <p:tag name="KSO_WM_UNIT_TEXT_FILL_FORE_SCHEMECOLOR_INDEX" val="1"/>
  <p:tag name="KSO_WM_UNIT_TEXT_FILL_TYPE" val="1"/>
</p:tagLst>
</file>

<file path=ppt/tags/tag306.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l_h_a"/>
  <p:tag name="KSO_WM_UNIT_INDEX" val="1_2_1"/>
  <p:tag name="KSO_WM_UNIT_ID" val="diagram20233184_2*l_h_a*1_2_1"/>
  <p:tag name="KSO_WM_TEMPLATE_CATEGORY" val="diagram"/>
  <p:tag name="KSO_WM_TEMPLATE_INDEX" val="20233184"/>
  <p:tag name="KSO_WM_UNIT_LAYERLEVEL" val="1_1_1"/>
  <p:tag name="KSO_WM_TAG_VERSION" val="3.0"/>
  <p:tag name="KSO_WM_DIAGRAM_MAX_ITEMCNT" val="6"/>
  <p:tag name="KSO_WM_DIAGRAM_MIN_ITEMCNT" val="2"/>
  <p:tag name="KSO_WM_DIAGRAM_VIRTUALLY_FRAME" val="{&quot;height&quot;:326.79998779296875,&quot;width&quot;:558.75860595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l1-1"/>
  <p:tag name="KSO_WM_UNIT_VALUE" val="26"/>
  <p:tag name="KSO_WM_DIAGRAM_VERSION" val="3"/>
  <p:tag name="KSO_WM_DIAGRAM_COLOR_TRICK" val="1"/>
  <p:tag name="KSO_WM_DIAGRAM_COLOR_TEXT_CAN_REMOVE" val="n"/>
  <p:tag name="KSO_WM_UNIT_TEXT_TYPE" val="1"/>
  <p:tag name="KSO_WM_BEAUTIFY_FLAG" val="#wm#"/>
  <p:tag name="KSO_WM_UNIT_PRESET_TEXT" val="此处添加项标题"/>
  <p:tag name="KSO_WM_UNIT_TEXT_FILL_FORE_SCHEMECOLOR_INDEX" val="1"/>
  <p:tag name="KSO_WM_UNIT_TEXT_FILL_TYPE" val="1"/>
</p:tagLst>
</file>

<file path=ppt/tags/tag307.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3_1"/>
  <p:tag name="KSO_WM_UNIT_ID" val="diagram20233184_2*l_h_f*1_3_1"/>
  <p:tag name="KSO_WM_TEMPLATE_CATEGORY" val="diagram"/>
  <p:tag name="KSO_WM_TEMPLATE_INDEX" val="20233184"/>
  <p:tag name="KSO_WM_UNIT_LAYERLEVEL" val="1_1_1"/>
  <p:tag name="KSO_WM_TAG_VERSION" val="3.0"/>
  <p:tag name="KSO_WM_DIAGRAM_MAX_ITEMCNT" val="6"/>
  <p:tag name="KSO_WM_DIAGRAM_MIN_ITEMCNT" val="2"/>
  <p:tag name="KSO_WM_DIAGRAM_VIRTUALLY_FRAME" val="{&quot;height&quot;:326.79998779296875,&quot;width&quot;:558.75860595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l1-1"/>
  <p:tag name="KSO_WM_UNIT_VALUE" val="120"/>
  <p:tag name="KSO_WM_DIAGRAM_VERSION" val="3"/>
  <p:tag name="KSO_WM_DIAGRAM_COLOR_TRICK" val="1"/>
  <p:tag name="KSO_WM_DIAGRAM_COLOR_TEXT_CAN_REMOVE" val="n"/>
  <p:tag name="KSO_WM_UNIT_TEXT_TYPE" val="1"/>
  <p:tag name="KSO_WM_BEAUTIFY_FLAG" val="#wm#"/>
  <p:tag name="KSO_WM_UNIT_TEXT_LAYER_COUNT" val="1"/>
  <p:tag name="KSO_WM_UNIT_PRESET_TEXT" val="单击此处添加文本具体内容，简明扼要地阐述您的观点。根据需要可酌情增减文字，以便观者准确地理解您传达的思想。单击此处添加文本具体内容，简明扼要地阐述您的内容观点。"/>
  <p:tag name="KSO_WM_UNIT_TEXT_FILL_FORE_SCHEMECOLOR_INDEX" val="1"/>
  <p:tag name="KSO_WM_UNIT_TEXT_FILL_TYPE" val="1"/>
</p:tagLst>
</file>

<file path=ppt/tags/tag308.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l_h_a"/>
  <p:tag name="KSO_WM_UNIT_INDEX" val="1_3_1"/>
  <p:tag name="KSO_WM_UNIT_ID" val="diagram20233184_2*l_h_a*1_3_1"/>
  <p:tag name="KSO_WM_TEMPLATE_CATEGORY" val="diagram"/>
  <p:tag name="KSO_WM_TEMPLATE_INDEX" val="20233184"/>
  <p:tag name="KSO_WM_UNIT_LAYERLEVEL" val="1_1_1"/>
  <p:tag name="KSO_WM_TAG_VERSION" val="3.0"/>
  <p:tag name="KSO_WM_DIAGRAM_MAX_ITEMCNT" val="6"/>
  <p:tag name="KSO_WM_DIAGRAM_MIN_ITEMCNT" val="2"/>
  <p:tag name="KSO_WM_DIAGRAM_VIRTUALLY_FRAME" val="{&quot;height&quot;:326.79998779296875,&quot;width&quot;:558.75860595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l1-1"/>
  <p:tag name="KSO_WM_UNIT_VALUE" val="26"/>
  <p:tag name="KSO_WM_DIAGRAM_VERSION" val="3"/>
  <p:tag name="KSO_WM_DIAGRAM_COLOR_TRICK" val="1"/>
  <p:tag name="KSO_WM_DIAGRAM_COLOR_TEXT_CAN_REMOVE" val="n"/>
  <p:tag name="KSO_WM_UNIT_TEXT_TYPE" val="1"/>
  <p:tag name="KSO_WM_BEAUTIFY_FLAG" val="#wm#"/>
  <p:tag name="KSO_WM_UNIT_PRESET_TEXT" val="此处添加项标题"/>
  <p:tag name="KSO_WM_UNIT_TEXT_FILL_FORE_SCHEMECOLOR_INDEX" val="1"/>
  <p:tag name="KSO_WM_UNIT_TEXT_FILL_TYPE" val="1"/>
</p:tagLst>
</file>

<file path=ppt/tags/tag30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184_2*l_h_x*1_1_1"/>
  <p:tag name="KSO_WM_TEMPLATE_CATEGORY" val="diagram"/>
  <p:tag name="KSO_WM_TEMPLATE_INDEX" val="20233184"/>
  <p:tag name="KSO_WM_UNIT_LAYERLEVEL" val="1_1_1"/>
  <p:tag name="KSO_WM_TAG_VERSION" val="3.0"/>
  <p:tag name="KSO_WM_DIAGRAM_VERSION" val="3"/>
  <p:tag name="KSO_WM_DIAGRAM_COLOR_TRICK" val="1"/>
  <p:tag name="KSO_WM_DIAGRAM_COLOR_TEXT_CAN_REMOVE" val="n"/>
  <p:tag name="KSO_WM_UNIT_VALUE" val="90*90"/>
  <p:tag name="KSO_WM_UNIT_TYPE" val="l_h_x"/>
  <p:tag name="KSO_WM_UNIT_INDEX" val="1_1_1"/>
  <p:tag name="KSO_WM_DIAGRAM_MAX_ITEMCNT" val="6"/>
  <p:tag name="KSO_WM_DIAGRAM_MIN_ITEMCNT" val="2"/>
  <p:tag name="KSO_WM_DIAGRAM_VIRTUALLY_FRAME" val="{&quot;height&quot;:326.79998779296875,&quot;width&quot;:558.7586059570312}"/>
  <p:tag name="KSO_WM_DIAGRAM_COLOR_MATCH_VALUE" val="{&quot;shape&quot;:{&quot;fill&quot;:{&quot;gradient&quot;:[{&quot;brightness&quot;:0,&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5"/>
  <p:tag name="KSO_WM_UNIT_FILL_FORE_SCHEMECOLOR_INDEX_BRIGHTNESS" val="0"/>
  <p:tag name="KSO_WM_BEAUTIFY_FLAG" val="#wm#"/>
</p:tagLst>
</file>

<file path=ppt/tags/tag31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184_2*l_h_x*1_2_1"/>
  <p:tag name="KSO_WM_TEMPLATE_CATEGORY" val="diagram"/>
  <p:tag name="KSO_WM_TEMPLATE_INDEX" val="20233184"/>
  <p:tag name="KSO_WM_UNIT_LAYERLEVEL" val="1_1_1"/>
  <p:tag name="KSO_WM_TAG_VERSION" val="3.0"/>
  <p:tag name="KSO_WM_DIAGRAM_VERSION" val="3"/>
  <p:tag name="KSO_WM_DIAGRAM_COLOR_TRICK" val="1"/>
  <p:tag name="KSO_WM_DIAGRAM_COLOR_TEXT_CAN_REMOVE" val="n"/>
  <p:tag name="KSO_WM_UNIT_VALUE" val="90*90"/>
  <p:tag name="KSO_WM_UNIT_TYPE" val="l_h_x"/>
  <p:tag name="KSO_WM_UNIT_INDEX" val="1_2_1"/>
  <p:tag name="KSO_WM_DIAGRAM_MAX_ITEMCNT" val="6"/>
  <p:tag name="KSO_WM_DIAGRAM_MIN_ITEMCNT" val="2"/>
  <p:tag name="KSO_WM_DIAGRAM_VIRTUALLY_FRAME" val="{&quot;height&quot;:326.79998779296875,&quot;width&quot;:558.7586059570312}"/>
  <p:tag name="KSO_WM_DIAGRAM_COLOR_MATCH_VALUE" val="{&quot;shape&quot;:{&quot;fill&quot;:{&quot;gradient&quot;:[{&quot;brightness&quot;:0,&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5"/>
  <p:tag name="KSO_WM_UNIT_FILL_FORE_SCHEMECOLOR_INDEX_BRIGHTNESS" val="0"/>
  <p:tag name="KSO_WM_BEAUTIFY_FLAG" val="#wm#"/>
</p:tagLst>
</file>

<file path=ppt/tags/tag31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184_2*l_h_x*1_3_1"/>
  <p:tag name="KSO_WM_TEMPLATE_CATEGORY" val="diagram"/>
  <p:tag name="KSO_WM_TEMPLATE_INDEX" val="20233184"/>
  <p:tag name="KSO_WM_UNIT_LAYERLEVEL" val="1_1_1"/>
  <p:tag name="KSO_WM_TAG_VERSION" val="3.0"/>
  <p:tag name="KSO_WM_DIAGRAM_VERSION" val="3"/>
  <p:tag name="KSO_WM_DIAGRAM_COLOR_TRICK" val="1"/>
  <p:tag name="KSO_WM_DIAGRAM_COLOR_TEXT_CAN_REMOVE" val="n"/>
  <p:tag name="KSO_WM_UNIT_VALUE" val="90*90"/>
  <p:tag name="KSO_WM_UNIT_TYPE" val="l_h_x"/>
  <p:tag name="KSO_WM_UNIT_INDEX" val="1_3_1"/>
  <p:tag name="KSO_WM_DIAGRAM_MAX_ITEMCNT" val="6"/>
  <p:tag name="KSO_WM_DIAGRAM_MIN_ITEMCNT" val="2"/>
  <p:tag name="KSO_WM_DIAGRAM_VIRTUALLY_FRAME" val="{&quot;height&quot;:326.79998779296875,&quot;width&quot;:558.7586059570312}"/>
  <p:tag name="KSO_WM_DIAGRAM_COLOR_MATCH_VALUE" val="{&quot;shape&quot;:{&quot;fill&quot;:{&quot;gradient&quot;:[{&quot;brightness&quot;:0,&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5"/>
  <p:tag name="KSO_WM_UNIT_FILL_FORE_SCHEMECOLOR_INDEX_BRIGHTNESS" val="0"/>
  <p:tag name="KSO_WM_BEAUTIFY_FLAG" val="#wm#"/>
</p:tagLst>
</file>

<file path=ppt/tags/tag312.xml><?xml version="1.0" encoding="utf-8"?>
<p:tagLst xmlns:p="http://schemas.openxmlformats.org/presentationml/2006/main">
  <p:tag name="KSO_WM_SLIDE_ID" val="diagram20233184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diagram"/>
  <p:tag name="KSO_WM_TEMPLATE_INDEX" val="20233184"/>
  <p:tag name="KSO_WM_SLIDE_TYPE" val="text"/>
  <p:tag name="KSO_WM_SLIDE_SUBTYPE" val="diag"/>
  <p:tag name="KSO_WM_SLIDE_SIZE" val="543.1*309.7"/>
  <p:tag name="KSO_WM_SLIDE_POSITION" val="206.35*163.4"/>
  <p:tag name="KSO_WM_SLIDE_LAYOUT" val="a_l"/>
  <p:tag name="KSO_WM_SLIDE_LAYOUT_CNT" val="1_1"/>
  <p:tag name="KSO_WM_SPECIAL_SOURCE" val="bdnull"/>
  <p:tag name="KSO_WM_DIAGRAM_GROUP_CODE" val="l1-1"/>
  <p:tag name="KSO_WM_SLIDE_DIAGTYPE" val="l"/>
  <p:tag name="CP_OUTLINE_TITLE" val="青年使命的传承路径"/>
  <p:tag name="CP_OUTLINE_TYPE" val="pt_text"/>
</p:tagLst>
</file>

<file path=ppt/tags/tag313.xml><?xml version="1.0" encoding="utf-8"?>
<p:tagLst xmlns:p="http://schemas.openxmlformats.org/presentationml/2006/main">
  <p:tag name="KSO_WM_UNIT_HIGHLIGHT" val="0"/>
  <p:tag name="KSO_WM_UNIT_COMPATIBLE" val="0"/>
  <p:tag name="KSO_WM_UNIT_DIAGRAM_ISNUMVISUAL" val="0"/>
  <p:tag name="KSO_WM_UNIT_DIAGRAM_ISREFERUNIT" val="0"/>
  <p:tag name="KSO_WM_TEMPLATE_CATEGORY" val="diagram"/>
  <p:tag name="KSO_WM_UNIT_LAYERLEVEL" val="1"/>
  <p:tag name="KSO_WM_TAG_VERSION" val="3.0"/>
  <p:tag name="KSO_WM_BEAUTIFY_FLAG" val="#wm#"/>
  <p:tag name="KSO_WM_UNIT_ISCONTENTSTITLE" val="0"/>
  <p:tag name="KSO_WM_UNIT_ISNUMDGMTITLE" val="0"/>
  <p:tag name="KSO_WM_UNIT_NOCLEAR" val="0"/>
  <p:tag name="KSO_WM_UNIT_VALUE" val="29"/>
  <p:tag name="KSO_WM_DIAGRAM_GROUP_CODE" val="m1-1"/>
  <p:tag name="KSO_WM_UNIT_TYPE" val="a"/>
  <p:tag name="KSO_WM_UNIT_INDEX" val="1"/>
  <p:tag name="KSO_WM_TEMPLATE_INDEX" val="20233265"/>
  <p:tag name="KSO_WM_UNIT_ID" val="diagram20233265_4*a*1"/>
  <p:tag name="KSO_WM_UNIT_TEXT_TYPE" val="1"/>
  <p:tag name="KSO_WM_UNIT_PRESET_TEXT" val="单击此处添加标题"/>
</p:tagLst>
</file>

<file path=ppt/tags/tag314.xml><?xml version="1.0" encoding="utf-8"?>
<p:tagLst xmlns:p="http://schemas.openxmlformats.org/presentationml/2006/main">
  <p:tag name="KSO_WM_DIAGRAM_VIRTUALLY_FRAME" val="{&quot;height&quot;:355.3999938964844,&quot;width&quot;:850.3499755859375}"/>
  <p:tag name="KSO_WM_UNIT_HIGHLIGHT" val="0"/>
  <p:tag name="KSO_WM_UNIT_COMPATIBLE" val="0"/>
  <p:tag name="KSO_WM_UNIT_DIAGRAM_ISNUMVISUAL" val="0"/>
  <p:tag name="KSO_WM_UNIT_DIAGRAM_ISREFERUNIT" val="0"/>
  <p:tag name="KSO_WM_TEMPLATE_CATEGORY" val="diagram"/>
  <p:tag name="KSO_WM_TEMPLATE_INDEX" val="20233265"/>
  <p:tag name="KSO_WM_UNIT_LAYERLEVEL" val="1_1_1"/>
  <p:tag name="KSO_WM_TAG_VERSION" val="3.0"/>
  <p:tag name="KSO_WM_UNIT_TYPE" val="m_h_i"/>
  <p:tag name="KSO_WM_DIAGRAM_VERSION" val="3"/>
  <p:tag name="KSO_WM_DIAGRAM_MAX_ITEMCNT" val="5"/>
  <p:tag name="KSO_WM_DIAGRAM_MIN_ITEMCNT" val="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RICK" val="1"/>
  <p:tag name="KSO_WM_DIAGRAM_COLOR_TEXT_CAN_REMOVE" val="n"/>
  <p:tag name="KSO_WM_UNIT_ID" val="diagram20233265_2*m_h_i*1_1_2"/>
  <p:tag name="KSO_WM_UNIT_INDEX" val="1_1_2"/>
  <p:tag name="KSO_WM_DIAGRAM_GROUP_CODE" val="m1-1"/>
  <p:tag name="KSO_WM_BEAUTIFY_FLAG" val="#wm#"/>
  <p:tag name="KSO_WM_UNIT_FILL_TYPE" val="1"/>
  <p:tag name="KSO_WM_UNIT_FILL_FORE_SCHEMECOLOR_INDEX" val="5"/>
  <p:tag name="KSO_WM_UNIT_FILL_FORE_SCHEMECOLOR_INDEX_BRIGHTNESS" val="0"/>
  <p:tag name="KSO_WM_UNIT_LINE_FORE_SCHEMECOLOR_INDEX" val="-2"/>
</p:tagLst>
</file>

<file path=ppt/tags/tag315.xml><?xml version="1.0" encoding="utf-8"?>
<p:tagLst xmlns:p="http://schemas.openxmlformats.org/presentationml/2006/main">
  <p:tag name="KSO_WM_DIAGRAM_VIRTUALLY_FRAME" val="{&quot;height&quot;:355.3999938964844,&quot;width&quot;:850.3499755859375}"/>
  <p:tag name="KSO_WM_UNIT_HIGHLIGHT" val="0"/>
  <p:tag name="KSO_WM_UNIT_COMPATIBLE" val="0"/>
  <p:tag name="KSO_WM_UNIT_DIAGRAM_ISNUMVISUAL" val="0"/>
  <p:tag name="KSO_WM_UNIT_DIAGRAM_ISREFERUNIT" val="0"/>
  <p:tag name="KSO_WM_TEMPLATE_CATEGORY" val="diagram"/>
  <p:tag name="KSO_WM_TEMPLATE_INDEX" val="20233265"/>
  <p:tag name="KSO_WM_UNIT_LAYERLEVEL" val="1_1_1"/>
  <p:tag name="KSO_WM_TAG_VERSION" val="3.0"/>
  <p:tag name="KSO_WM_UNIT_TYPE" val="m_h_i"/>
  <p:tag name="KSO_WM_DIAGRAM_VERSION" val="3"/>
  <p:tag name="KSO_WM_DIAGRAM_MAX_ITEMCNT" val="5"/>
  <p:tag name="KSO_WM_DIAGRAM_MIN_ITEMCNT" val="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RICK" val="1"/>
  <p:tag name="KSO_WM_DIAGRAM_COLOR_TEXT_CAN_REMOVE" val="n"/>
  <p:tag name="KSO_WM_UNIT_ID" val="diagram20233265_2*m_h_i*1_2_2"/>
  <p:tag name="KSO_WM_UNIT_INDEX" val="1_2_2"/>
  <p:tag name="KSO_WM_DIAGRAM_GROUP_CODE" val="m1-1"/>
  <p:tag name="KSO_WM_BEAUTIFY_FLAG" val="#wm#"/>
  <p:tag name="KSO_WM_UNIT_FILL_TYPE" val="1"/>
  <p:tag name="KSO_WM_UNIT_FILL_FORE_SCHEMECOLOR_INDEX" val="5"/>
  <p:tag name="KSO_WM_UNIT_FILL_FORE_SCHEMECOLOR_INDEX_BRIGHTNESS" val="0"/>
  <p:tag name="KSO_WM_UNIT_LINE_FORE_SCHEMECOLOR_INDEX" val="-2"/>
</p:tagLst>
</file>

<file path=ppt/tags/tag316.xml><?xml version="1.0" encoding="utf-8"?>
<p:tagLst xmlns:p="http://schemas.openxmlformats.org/presentationml/2006/main">
  <p:tag name="KSO_WM_DIAGRAM_VIRTUALLY_FRAME" val="{&quot;height&quot;:355.3999938964844,&quot;width&quot;:850.3499755859375}"/>
  <p:tag name="KSO_WM_UNIT_HIGHLIGHT" val="0"/>
  <p:tag name="KSO_WM_UNIT_COMPATIBLE" val="0"/>
  <p:tag name="KSO_WM_UNIT_DIAGRAM_ISNUMVISUAL" val="0"/>
  <p:tag name="KSO_WM_UNIT_DIAGRAM_ISREFERUNIT" val="0"/>
  <p:tag name="KSO_WM_TEMPLATE_CATEGORY" val="diagram"/>
  <p:tag name="KSO_WM_TEMPLATE_INDEX" val="20233265"/>
  <p:tag name="KSO_WM_UNIT_LAYERLEVEL" val="1_1_1"/>
  <p:tag name="KSO_WM_TAG_VERSION" val="3.0"/>
  <p:tag name="KSO_WM_UNIT_TYPE" val="m_h_i"/>
  <p:tag name="KSO_WM_DIAGRAM_VERSION" val="3"/>
  <p:tag name="KSO_WM_DIAGRAM_MAX_ITEMCNT" val="5"/>
  <p:tag name="KSO_WM_DIAGRAM_MIN_ITEMCNT" val="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RICK" val="1"/>
  <p:tag name="KSO_WM_DIAGRAM_COLOR_TEXT_CAN_REMOVE" val="n"/>
  <p:tag name="KSO_WM_UNIT_ID" val="diagram20233265_2*m_h_i*1_3_2"/>
  <p:tag name="KSO_WM_UNIT_INDEX" val="1_3_2"/>
  <p:tag name="KSO_WM_DIAGRAM_GROUP_CODE" val="m1-1"/>
  <p:tag name="KSO_WM_BEAUTIFY_FLAG" val="#wm#"/>
  <p:tag name="KSO_WM_UNIT_FILL_TYPE" val="1"/>
  <p:tag name="KSO_WM_UNIT_FILL_FORE_SCHEMECOLOR_INDEX" val="5"/>
  <p:tag name="KSO_WM_UNIT_FILL_FORE_SCHEMECOLOR_INDEX_BRIGHTNESS" val="0"/>
  <p:tag name="KSO_WM_UNIT_LINE_FORE_SCHEMECOLOR_INDEX" val="-2"/>
</p:tagLst>
</file>

<file path=ppt/tags/tag317.xml><?xml version="1.0" encoding="utf-8"?>
<p:tagLst xmlns:p="http://schemas.openxmlformats.org/presentationml/2006/main">
  <p:tag name="KSO_WM_DIAGRAM_VIRTUALLY_FRAME" val="{&quot;height&quot;:355.3999938964844,&quot;width&quot;:850.3499755859375}"/>
  <p:tag name="KSO_WM_UNIT_HIGHLIGHT" val="0"/>
  <p:tag name="KSO_WM_UNIT_COMPATIBLE" val="0"/>
  <p:tag name="KSO_WM_UNIT_DIAGRAM_ISNUMVISUAL" val="0"/>
  <p:tag name="KSO_WM_UNIT_DIAGRAM_ISREFERUNIT" val="0"/>
  <p:tag name="KSO_WM_TEMPLATE_CATEGORY" val="diagram"/>
  <p:tag name="KSO_WM_TEMPLATE_INDEX" val="20233265"/>
  <p:tag name="KSO_WM_UNIT_LAYERLEVEL" val="1_1_1"/>
  <p:tag name="KSO_WM_TAG_VERSION" val="3.0"/>
  <p:tag name="KSO_WM_UNIT_TYPE" val="m_h_i"/>
  <p:tag name="KSO_WM_DIAGRAM_VERSION" val="3"/>
  <p:tag name="KSO_WM_DIAGRAM_MAX_ITEMCNT" val="5"/>
  <p:tag name="KSO_WM_DIAGRAM_MIN_ITEMCNT" val="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RICK" val="1"/>
  <p:tag name="KSO_WM_DIAGRAM_COLOR_TEXT_CAN_REMOVE" val="n"/>
  <p:tag name="KSO_WM_UNIT_ID" val="diagram20233265_2*m_h_i*1_1_1"/>
  <p:tag name="KSO_WM_UNIT_INDEX" val="1_1_1"/>
  <p:tag name="KSO_WM_DIAGRAM_GROUP_CODE" val="m1-1"/>
  <p:tag name="KSO_WM_BEAUTIFY_FLAG" val="#wm#"/>
  <p:tag name="KSO_WM_UNIT_FILL_TYPE" val="1"/>
  <p:tag name="KSO_WM_UNIT_FILL_FORE_SCHEMECOLOR_INDEX" val="5"/>
  <p:tag name="KSO_WM_UNIT_FILL_FORE_SCHEMECOLOR_INDEX_BRIGHTNESS" val="0"/>
  <p:tag name="KSO_WM_UNIT_LINE_FORE_SCHEMECOLOR_INDEX" val="-2"/>
</p:tagLst>
</file>

<file path=ppt/tags/tag318.xml><?xml version="1.0" encoding="utf-8"?>
<p:tagLst xmlns:p="http://schemas.openxmlformats.org/presentationml/2006/main">
  <p:tag name="KSO_WM_DIAGRAM_VIRTUALLY_FRAME" val="{&quot;height&quot;:355.3999938964844,&quot;width&quot;:850.3499755859375}"/>
  <p:tag name="KSO_WM_UNIT_HIGHLIGHT" val="0"/>
  <p:tag name="KSO_WM_UNIT_COMPATIBLE" val="0"/>
  <p:tag name="KSO_WM_UNIT_DIAGRAM_ISNUMVISUAL" val="0"/>
  <p:tag name="KSO_WM_UNIT_DIAGRAM_ISREFERUNIT" val="0"/>
  <p:tag name="KSO_WM_TEMPLATE_CATEGORY" val="diagram"/>
  <p:tag name="KSO_WM_TEMPLATE_INDEX" val="20233265"/>
  <p:tag name="KSO_WM_UNIT_LAYERLEVEL" val="1_1_1"/>
  <p:tag name="KSO_WM_TAG_VERSION" val="3.0"/>
  <p:tag name="KSO_WM_UNIT_TYPE" val="m_h_i"/>
  <p:tag name="KSO_WM_DIAGRAM_VERSION" val="3"/>
  <p:tag name="KSO_WM_DIAGRAM_MAX_ITEMCNT" val="5"/>
  <p:tag name="KSO_WM_DIAGRAM_MIN_ITEMCNT" val="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RICK" val="1"/>
  <p:tag name="KSO_WM_DIAGRAM_COLOR_TEXT_CAN_REMOVE" val="n"/>
  <p:tag name="KSO_WM_UNIT_ID" val="diagram20233265_2*m_h_i*1_2_1"/>
  <p:tag name="KSO_WM_UNIT_INDEX" val="1_2_1"/>
  <p:tag name="KSO_WM_DIAGRAM_GROUP_CODE" val="m1-1"/>
  <p:tag name="KSO_WM_BEAUTIFY_FLAG" val="#wm#"/>
  <p:tag name="KSO_WM_UNIT_FILL_TYPE" val="1"/>
  <p:tag name="KSO_WM_UNIT_FILL_FORE_SCHEMECOLOR_INDEX" val="5"/>
  <p:tag name="KSO_WM_UNIT_FILL_FORE_SCHEMECOLOR_INDEX_BRIGHTNESS" val="0"/>
  <p:tag name="KSO_WM_UNIT_LINE_FORE_SCHEMECOLOR_INDEX" val="-2"/>
</p:tagLst>
</file>

<file path=ppt/tags/tag319.xml><?xml version="1.0" encoding="utf-8"?>
<p:tagLst xmlns:p="http://schemas.openxmlformats.org/presentationml/2006/main">
  <p:tag name="KSO_WM_DIAGRAM_VIRTUALLY_FRAME" val="{&quot;height&quot;:355.3999938964844,&quot;width&quot;:850.3499755859375}"/>
  <p:tag name="KSO_WM_UNIT_HIGHLIGHT" val="0"/>
  <p:tag name="KSO_WM_UNIT_COMPATIBLE" val="0"/>
  <p:tag name="KSO_WM_UNIT_DIAGRAM_ISNUMVISUAL" val="0"/>
  <p:tag name="KSO_WM_UNIT_DIAGRAM_ISREFERUNIT" val="0"/>
  <p:tag name="KSO_WM_TEMPLATE_CATEGORY" val="diagram"/>
  <p:tag name="KSO_WM_TEMPLATE_INDEX" val="20233265"/>
  <p:tag name="KSO_WM_UNIT_LAYERLEVEL" val="1_1_1"/>
  <p:tag name="KSO_WM_TAG_VERSION" val="3.0"/>
  <p:tag name="KSO_WM_UNIT_TYPE" val="m_h_i"/>
  <p:tag name="KSO_WM_DIAGRAM_VERSION" val="3"/>
  <p:tag name="KSO_WM_DIAGRAM_MAX_ITEMCNT" val="5"/>
  <p:tag name="KSO_WM_DIAGRAM_MIN_ITEMCNT" val="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RICK" val="1"/>
  <p:tag name="KSO_WM_DIAGRAM_COLOR_TEXT_CAN_REMOVE" val="n"/>
  <p:tag name="KSO_WM_UNIT_ID" val="diagram20233265_2*m_h_i*1_3_1"/>
  <p:tag name="KSO_WM_UNIT_INDEX" val="1_3_1"/>
  <p:tag name="KSO_WM_DIAGRAM_GROUP_CODE" val="m1-1"/>
  <p:tag name="KSO_WM_BEAUTIFY_FLAG" val="#wm#"/>
  <p:tag name="KSO_WM_UNIT_FILL_TYPE" val="1"/>
  <p:tag name="KSO_WM_UNIT_FILL_FORE_SCHEMECOLOR_INDEX" val="5"/>
  <p:tag name="KSO_WM_UNIT_FILL_FORE_SCHEMECOLOR_INDEX_BRIGHTNESS" val="0"/>
  <p:tag name="KSO_WM_UNIT_LINE_FORE_SCHEMECOLOR_INDEX" val="-2"/>
</p:tagLst>
</file>

<file path=ppt/tags/tag32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TEMPLATE_CATEGORY" val="diagram"/>
  <p:tag name="KSO_WM_TEMPLATE_INDEX" val="20233265"/>
  <p:tag name="KSO_WM_UNIT_LAYERLEVEL" val="1_1_1"/>
  <p:tag name="KSO_WM_TAG_VERSION" val="3.0"/>
  <p:tag name="KSO_WM_UNIT_TEXT_FILL_FORE_SCHEMECOLOR_INDEX_BRIGHTNESS" val="0.15"/>
  <p:tag name="KSO_WM_DIAGRAM_VERSION" val="3"/>
  <p:tag name="KSO_WM_DIAGRAM_MAX_ITEMCNT" val="5"/>
  <p:tag name="KSO_WM_DIAGRAM_MIN_ITEMCNT" val="2"/>
  <p:tag name="KSO_WM_DIAGRAM_VIRTUALLY_FRAME" val="{&quot;height&quot;:355.3999938964844,&quot;width&quot;:850.3499755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RICK" val="1"/>
  <p:tag name="KSO_WM_DIAGRAM_COLOR_TEXT_CAN_REMOVE" val="n"/>
  <p:tag name="KSO_WM_UNIT_ID" val="diagram20233265_2*m_h_f*1_1_1"/>
  <p:tag name="KSO_WM_UNIT_INDEX" val="1_1_1"/>
  <p:tag name="KSO_WM_DIAGRAM_GROUP_CODE" val="m1-1"/>
  <p:tag name="KSO_WM_UNIT_TEXT_TYPE" val="1"/>
  <p:tag name="KSO_WM_UNIT_TEXT_LAYER_COUNT" val="1"/>
  <p:tag name="KSO_WM_BEAUTIFY_FLAG" val="#wm#"/>
  <p:tag name="KSO_WM_UNIT_PRESET_TEXT" val="单击此处输入您的项正文，文字是您思想的提炼，请尽量言简意赅的阐述观点。单击此处输入您的智能图形项正文，文字是您思想的提炼，请尽量言简意赅的阐述观点"/>
  <p:tag name="KSO_WM_UNIT_LINE_FORE_SCHEMECOLOR_INDEX" val="-2"/>
  <p:tag name="KSO_WM_UNIT_TEXT_FILL_FORE_SCHEMECOLOR_INDEX" val="1"/>
  <p:tag name="KSO_WM_UNIT_TEXT_FILL_TYPE" val="1"/>
</p:tagLst>
</file>

<file path=ppt/tags/tag32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m_h_a"/>
  <p:tag name="KSO_WM_TEMPLATE_CATEGORY" val="diagram"/>
  <p:tag name="KSO_WM_TEMPLATE_INDEX" val="20233265"/>
  <p:tag name="KSO_WM_UNIT_LAYERLEVEL" val="1_1_1"/>
  <p:tag name="KSO_WM_TAG_VERSION" val="3.0"/>
  <p:tag name="KSO_WM_UNIT_TEXT_FILL_FORE_SCHEMECOLOR_INDEX_BRIGHTNESS" val="0.15"/>
  <p:tag name="KSO_WM_DIAGRAM_VERSION" val="3"/>
  <p:tag name="KSO_WM_DIAGRAM_MAX_ITEMCNT" val="5"/>
  <p:tag name="KSO_WM_DIAGRAM_MIN_ITEMCNT" val="2"/>
  <p:tag name="KSO_WM_DIAGRAM_VIRTUALLY_FRAME" val="{&quot;height&quot;:355.3999938964844,&quot;width&quot;:850.3499755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RICK" val="1"/>
  <p:tag name="KSO_WM_DIAGRAM_COLOR_TEXT_CAN_REMOVE" val="n"/>
  <p:tag name="KSO_WM_UNIT_ID" val="diagram20233265_2*m_h_a*1_1_1"/>
  <p:tag name="KSO_WM_UNIT_INDEX" val="1_1_1"/>
  <p:tag name="KSO_WM_DIAGRAM_GROUP_CODE" val="m1-1"/>
  <p:tag name="KSO_WM_UNIT_TEXT_TYPE" val="1"/>
  <p:tag name="KSO_WM_BEAUTIFY_FLAG" val="#wm#"/>
  <p:tag name="KSO_WM_UNIT_PRESET_TEXT" val="添加项标题"/>
  <p:tag name="KSO_WM_UNIT_LINE_FORE_SCHEMECOLOR_INDEX" val="-2"/>
  <p:tag name="KSO_WM_UNIT_TEXT_FILL_FORE_SCHEMECOLOR_INDEX" val="1"/>
  <p:tag name="KSO_WM_UNIT_TEXT_FILL_TYPE" val="1"/>
</p:tagLst>
</file>

<file path=ppt/tags/tag32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TEMPLATE_CATEGORY" val="diagram"/>
  <p:tag name="KSO_WM_TEMPLATE_INDEX" val="20233265"/>
  <p:tag name="KSO_WM_UNIT_LAYERLEVEL" val="1_1_1"/>
  <p:tag name="KSO_WM_TAG_VERSION" val="3.0"/>
  <p:tag name="KSO_WM_UNIT_TEXT_FILL_FORE_SCHEMECOLOR_INDEX_BRIGHTNESS" val="0.15"/>
  <p:tag name="KSO_WM_DIAGRAM_VERSION" val="3"/>
  <p:tag name="KSO_WM_DIAGRAM_MAX_ITEMCNT" val="5"/>
  <p:tag name="KSO_WM_DIAGRAM_MIN_ITEMCNT" val="2"/>
  <p:tag name="KSO_WM_DIAGRAM_VIRTUALLY_FRAME" val="{&quot;height&quot;:355.3999938964844,&quot;width&quot;:850.3499755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RICK" val="1"/>
  <p:tag name="KSO_WM_DIAGRAM_COLOR_TEXT_CAN_REMOVE" val="n"/>
  <p:tag name="KSO_WM_UNIT_ID" val="diagram20233265_2*m_h_f*1_3_1"/>
  <p:tag name="KSO_WM_UNIT_INDEX" val="1_3_1"/>
  <p:tag name="KSO_WM_DIAGRAM_GROUP_CODE" val="m1-1"/>
  <p:tag name="KSO_WM_UNIT_TEXT_TYPE" val="1"/>
  <p:tag name="KSO_WM_UNIT_TEXT_LAYER_COUNT" val="1"/>
  <p:tag name="KSO_WM_BEAUTIFY_FLAG" val="#wm#"/>
  <p:tag name="KSO_WM_UNIT_PRESET_TEXT" val="单击此处输入您的项正文，文字是您思想的提炼，请尽量言简意赅的阐述观点。单击此处输入您的智能图形项正文，文字是您思想的提炼，请尽量言简意赅的阐述观点，单击输入项正文"/>
  <p:tag name="KSO_WM_UNIT_LINE_FORE_SCHEMECOLOR_INDEX" val="-2"/>
  <p:tag name="KSO_WM_UNIT_TEXT_FILL_FORE_SCHEMECOLOR_INDEX" val="1"/>
  <p:tag name="KSO_WM_UNIT_TEXT_FILL_TYPE" val="1"/>
</p:tagLst>
</file>

<file path=ppt/tags/tag32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m_h_a"/>
  <p:tag name="KSO_WM_TEMPLATE_CATEGORY" val="diagram"/>
  <p:tag name="KSO_WM_TEMPLATE_INDEX" val="20233265"/>
  <p:tag name="KSO_WM_UNIT_LAYERLEVEL" val="1_1_1"/>
  <p:tag name="KSO_WM_TAG_VERSION" val="3.0"/>
  <p:tag name="KSO_WM_UNIT_TEXT_FILL_FORE_SCHEMECOLOR_INDEX_BRIGHTNESS" val="0.15"/>
  <p:tag name="KSO_WM_DIAGRAM_VERSION" val="3"/>
  <p:tag name="KSO_WM_DIAGRAM_MAX_ITEMCNT" val="5"/>
  <p:tag name="KSO_WM_DIAGRAM_MIN_ITEMCNT" val="2"/>
  <p:tag name="KSO_WM_DIAGRAM_VIRTUALLY_FRAME" val="{&quot;height&quot;:355.3999938964844,&quot;width&quot;:850.3499755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RICK" val="1"/>
  <p:tag name="KSO_WM_DIAGRAM_COLOR_TEXT_CAN_REMOVE" val="n"/>
  <p:tag name="KSO_WM_UNIT_ID" val="diagram20233265_2*m_h_a*1_3_1"/>
  <p:tag name="KSO_WM_UNIT_INDEX" val="1_3_1"/>
  <p:tag name="KSO_WM_DIAGRAM_GROUP_CODE" val="m1-1"/>
  <p:tag name="KSO_WM_UNIT_TEXT_TYPE" val="1"/>
  <p:tag name="KSO_WM_BEAUTIFY_FLAG" val="#wm#"/>
  <p:tag name="KSO_WM_UNIT_PRESET_TEXT" val="添加项标题"/>
  <p:tag name="KSO_WM_UNIT_LINE_FORE_SCHEMECOLOR_INDEX" val="-2"/>
  <p:tag name="KSO_WM_UNIT_TEXT_FILL_FORE_SCHEMECOLOR_INDEX" val="1"/>
  <p:tag name="KSO_WM_UNIT_TEXT_FILL_TYPE" val="1"/>
</p:tagLst>
</file>

<file path=ppt/tags/tag32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TEMPLATE_CATEGORY" val="diagram"/>
  <p:tag name="KSO_WM_TEMPLATE_INDEX" val="20233265"/>
  <p:tag name="KSO_WM_UNIT_LAYERLEVEL" val="1_1_1"/>
  <p:tag name="KSO_WM_TAG_VERSION" val="3.0"/>
  <p:tag name="KSO_WM_UNIT_TEXT_FILL_FORE_SCHEMECOLOR_INDEX_BRIGHTNESS" val="0.15"/>
  <p:tag name="KSO_WM_DIAGRAM_VERSION" val="3"/>
  <p:tag name="KSO_WM_DIAGRAM_MAX_ITEMCNT" val="5"/>
  <p:tag name="KSO_WM_DIAGRAM_MIN_ITEMCNT" val="2"/>
  <p:tag name="KSO_WM_DIAGRAM_VIRTUALLY_FRAME" val="{&quot;height&quot;:355.3999938964844,&quot;width&quot;:850.3499755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RICK" val="1"/>
  <p:tag name="KSO_WM_DIAGRAM_COLOR_TEXT_CAN_REMOVE" val="n"/>
  <p:tag name="KSO_WM_UNIT_ID" val="diagram20233265_2*m_h_f*1_2_1"/>
  <p:tag name="KSO_WM_UNIT_INDEX" val="1_2_1"/>
  <p:tag name="KSO_WM_DIAGRAM_GROUP_CODE" val="m1-1"/>
  <p:tag name="KSO_WM_UNIT_TEXT_TYPE" val="1"/>
  <p:tag name="KSO_WM_UNIT_TEXT_LAYER_COUNT" val="1"/>
  <p:tag name="KSO_WM_BEAUTIFY_FLAG" val="#wm#"/>
  <p:tag name="KSO_WM_UNIT_PRESET_TEXT" val="单击此处输入您的智能图形项正文，文字是您思想的提炼，请尽量言简意赅的阐述观点。单击此处输入您的智能图形项正文，文字是您思想的提炼，请尽量言简意赅的阐述观点"/>
  <p:tag name="KSO_WM_UNIT_LINE_FORE_SCHEMECOLOR_INDEX" val="-2"/>
  <p:tag name="KSO_WM_UNIT_TEXT_FILL_FORE_SCHEMECOLOR_INDEX" val="1"/>
  <p:tag name="KSO_WM_UNIT_TEXT_FILL_TYPE" val="1"/>
</p:tagLst>
</file>

<file path=ppt/tags/tag32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m_h_a"/>
  <p:tag name="KSO_WM_TEMPLATE_CATEGORY" val="diagram"/>
  <p:tag name="KSO_WM_TEMPLATE_INDEX" val="20233265"/>
  <p:tag name="KSO_WM_UNIT_LAYERLEVEL" val="1_1_1"/>
  <p:tag name="KSO_WM_TAG_VERSION" val="3.0"/>
  <p:tag name="KSO_WM_UNIT_TEXT_FILL_FORE_SCHEMECOLOR_INDEX_BRIGHTNESS" val="0.15"/>
  <p:tag name="KSO_WM_DIAGRAM_VERSION" val="3"/>
  <p:tag name="KSO_WM_DIAGRAM_MAX_ITEMCNT" val="5"/>
  <p:tag name="KSO_WM_DIAGRAM_MIN_ITEMCNT" val="2"/>
  <p:tag name="KSO_WM_DIAGRAM_VIRTUALLY_FRAME" val="{&quot;height&quot;:355.3999938964844,&quot;width&quot;:850.3499755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COLOR_TRICK" val="1"/>
  <p:tag name="KSO_WM_DIAGRAM_COLOR_TEXT_CAN_REMOVE" val="n"/>
  <p:tag name="KSO_WM_UNIT_ID" val="diagram20233265_2*m_h_a*1_2_1"/>
  <p:tag name="KSO_WM_UNIT_INDEX" val="1_2_1"/>
  <p:tag name="KSO_WM_DIAGRAM_GROUP_CODE" val="m1-1"/>
  <p:tag name="KSO_WM_UNIT_TEXT_TYPE" val="1"/>
  <p:tag name="KSO_WM_BEAUTIFY_FLAG" val="#wm#"/>
  <p:tag name="KSO_WM_UNIT_PRESET_TEXT" val="添加项标题"/>
  <p:tag name="KSO_WM_UNIT_LINE_FORE_SCHEMECOLOR_INDEX" val="-2"/>
  <p:tag name="KSO_WM_UNIT_TEXT_FILL_FORE_SCHEMECOLOR_INDEX" val="1"/>
  <p:tag name="KSO_WM_UNIT_TEXT_FILL_TYPE" val="1"/>
</p:tagLst>
</file>

<file path=ppt/tags/tag326.xml><?xml version="1.0" encoding="utf-8"?>
<p:tagLst xmlns:p="http://schemas.openxmlformats.org/presentationml/2006/main">
  <p:tag name="KSO_WM_DIAGRAM_VERSION" val="3"/>
  <p:tag name="KSO_WM_DIAGRAM_COLOR_TRICK" val="1"/>
  <p:tag name="KSO_WM_DIAGRAM_COLOR_TEXT_CAN_REMOVE" val="n"/>
  <p:tag name="KSO_WM_UNIT_VALUE" val="84*90"/>
  <p:tag name="KSO_WM_UNIT_HIGHLIGHT" val="0"/>
  <p:tag name="KSO_WM_UNIT_COMPATIBLE" val="0"/>
  <p:tag name="KSO_WM_UNIT_DIAGRAM_ISNUMVISUAL" val="0"/>
  <p:tag name="KSO_WM_UNIT_DIAGRAM_ISREFERUNIT" val="0"/>
  <p:tag name="KSO_WM_DIAGRAM_GROUP_CODE" val="m1-1"/>
  <p:tag name="KSO_WM_UNIT_TYPE" val="m_h_x"/>
  <p:tag name="KSO_WM_UNIT_INDEX" val="1_3_1"/>
  <p:tag name="KSO_WM_UNIT_ID" val="diagram20233265_2*m_h_x*1_3_1"/>
  <p:tag name="KSO_WM_TEMPLATE_CATEGORY" val="diagram"/>
  <p:tag name="KSO_WM_TEMPLATE_INDEX" val="20233265"/>
  <p:tag name="KSO_WM_UNIT_LAYERLEVEL" val="1_1_1"/>
  <p:tag name="KSO_WM_TAG_VERSION" val="3.0"/>
  <p:tag name="KSO_WM_DIAGRAM_MAX_ITEMCNT" val="5"/>
  <p:tag name="KSO_WM_DIAGRAM_MIN_ITEMCNT" val="2"/>
  <p:tag name="KSO_WM_DIAGRAM_VIRTUALLY_FRAME" val="{&quot;height&quot;:355.3999938964844,&quot;width&quot;:850.349975585937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Lst>
</file>

<file path=ppt/tags/tag327.xml><?xml version="1.0" encoding="utf-8"?>
<p:tagLst xmlns:p="http://schemas.openxmlformats.org/presentationml/2006/main">
  <p:tag name="KSO_WM_DIAGRAM_VERSION" val="3"/>
  <p:tag name="KSO_WM_DIAGRAM_COLOR_TRICK" val="1"/>
  <p:tag name="KSO_WM_DIAGRAM_COLOR_TEXT_CAN_REMOVE" val="n"/>
  <p:tag name="KSO_WM_UNIT_VALUE" val="83*90"/>
  <p:tag name="KSO_WM_UNIT_HIGHLIGHT" val="0"/>
  <p:tag name="KSO_WM_UNIT_COMPATIBLE" val="0"/>
  <p:tag name="KSO_WM_UNIT_DIAGRAM_ISNUMVISUAL" val="0"/>
  <p:tag name="KSO_WM_UNIT_DIAGRAM_ISREFERUNIT" val="0"/>
  <p:tag name="KSO_WM_DIAGRAM_GROUP_CODE" val="m1-1"/>
  <p:tag name="KSO_WM_UNIT_TYPE" val="m_h_x"/>
  <p:tag name="KSO_WM_UNIT_INDEX" val="1_2_1"/>
  <p:tag name="KSO_WM_UNIT_ID" val="diagram20233265_2*m_h_x*1_2_1"/>
  <p:tag name="KSO_WM_TEMPLATE_CATEGORY" val="diagram"/>
  <p:tag name="KSO_WM_TEMPLATE_INDEX" val="20233265"/>
  <p:tag name="KSO_WM_UNIT_LAYERLEVEL" val="1_1_1"/>
  <p:tag name="KSO_WM_TAG_VERSION" val="3.0"/>
  <p:tag name="KSO_WM_DIAGRAM_MAX_ITEMCNT" val="5"/>
  <p:tag name="KSO_WM_DIAGRAM_MIN_ITEMCNT" val="2"/>
  <p:tag name="KSO_WM_DIAGRAM_VIRTUALLY_FRAME" val="{&quot;height&quot;:355.3999938964844,&quot;width&quot;:850.349975585937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Lst>
</file>

<file path=ppt/tags/tag328.xml><?xml version="1.0" encoding="utf-8"?>
<p:tagLst xmlns:p="http://schemas.openxmlformats.org/presentationml/2006/main">
  <p:tag name="KSO_WM_DIAGRAM_VERSION" val="3"/>
  <p:tag name="KSO_WM_DIAGRAM_COLOR_TRICK" val="1"/>
  <p:tag name="KSO_WM_DIAGRAM_COLOR_TEXT_CAN_REMOVE" val="n"/>
  <p:tag name="KSO_WM_UNIT_VALUE" val="90*82"/>
  <p:tag name="KSO_WM_UNIT_HIGHLIGHT" val="0"/>
  <p:tag name="KSO_WM_UNIT_COMPATIBLE" val="0"/>
  <p:tag name="KSO_WM_UNIT_DIAGRAM_ISNUMVISUAL" val="0"/>
  <p:tag name="KSO_WM_UNIT_DIAGRAM_ISREFERUNIT" val="0"/>
  <p:tag name="KSO_WM_DIAGRAM_GROUP_CODE" val="m1-1"/>
  <p:tag name="KSO_WM_UNIT_TYPE" val="m_h_x"/>
  <p:tag name="KSO_WM_UNIT_INDEX" val="1_1_1"/>
  <p:tag name="KSO_WM_UNIT_ID" val="diagram20233265_2*m_h_x*1_1_1"/>
  <p:tag name="KSO_WM_TEMPLATE_CATEGORY" val="diagram"/>
  <p:tag name="KSO_WM_TEMPLATE_INDEX" val="20233265"/>
  <p:tag name="KSO_WM_UNIT_LAYERLEVEL" val="1_1_1"/>
  <p:tag name="KSO_WM_TAG_VERSION" val="3.0"/>
  <p:tag name="KSO_WM_DIAGRAM_MAX_ITEMCNT" val="5"/>
  <p:tag name="KSO_WM_DIAGRAM_MIN_ITEMCNT" val="2"/>
  <p:tag name="KSO_WM_DIAGRAM_VIRTUALLY_FRAME" val="{&quot;height&quot;:355.3999938964844,&quot;width&quot;:850.349975585937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Lst>
</file>

<file path=ppt/tags/tag329.xml><?xml version="1.0" encoding="utf-8"?>
<p:tagLst xmlns:p="http://schemas.openxmlformats.org/presentationml/2006/main">
  <p:tag name="KSO_WM_TEMPLATE_MASTER_TYPE" val="0"/>
  <p:tag name="KSO_WM_TEMPLATE_COLOR_TYPE" val="0"/>
  <p:tag name="KSO_WM_BEAUTIFY_FLAG" val="#wm#"/>
  <p:tag name="KSO_WM_TEMPLATE_CATEGORY" val="diagram"/>
  <p:tag name="KSO_WM_SLIDE_TYPE" val="text"/>
  <p:tag name="KSO_WM_SLIDE_SUBTYPE" val="diag"/>
  <p:tag name="KSO_WM_SLIDE_SIZE" val="850.35*344.45"/>
  <p:tag name="KSO_WM_SLIDE_POSITION" val="54.8*117.95"/>
  <p:tag name="KSO_WM_SLIDE_LAYOUT" val="a_m"/>
  <p:tag name="KSO_WM_SLIDE_LAYOUT_CNT" val="1_1"/>
  <p:tag name="KSO_WM_SPECIAL_SOURCE" val="bdnull"/>
  <p:tag name="KSO_WM_DIAGRAM_GROUP_CODE" val="m1-1"/>
  <p:tag name="KSO_WM_SLIDE_DIAGTYPE" val="m"/>
  <p:tag name="KSO_WM_TEMPLATE_INDEX" val="20233265"/>
  <p:tag name="KSO_WM_TEMPLATE_SUBCATEGORY" val="0"/>
  <p:tag name="KSO_WM_SLIDE_INDEX" val="4"/>
  <p:tag name="KSO_WM_TAG_VERSION" val="3.0"/>
  <p:tag name="KSO_WM_SLIDE_ID" val="diagram20233265_4"/>
  <p:tag name="KSO_WM_SLIDE_ITEM_CNT" val="5"/>
  <p:tag name="CP_OUTLINE_TITLE" val="文物保护的科技赋能"/>
  <p:tag name="CP_OUTLINE_TYPE" val="pt_text"/>
</p:tagLst>
</file>

<file path=ppt/tags/tag330.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3184_2*a*1"/>
  <p:tag name="KSO_WM_TEMPLATE_CATEGORY" val="diagram"/>
  <p:tag name="KSO_WM_TEMPLATE_INDEX" val="20233184"/>
  <p:tag name="KSO_WM_UNIT_LAYERLEVEL" val="1"/>
  <p:tag name="KSO_WM_TAG_VERSION" val="3.0"/>
  <p:tag name="KSO_WM_BEAUTIFY_FLAG" val="#wm#"/>
  <p:tag name="KSO_WM_DIAGRAM_GROUP_CODE" val="l1-1"/>
  <p:tag name="KSO_WM_UNIT_TEXT_TYPE" val="1"/>
  <p:tag name="KSO_WM_UNIT_PRESET_TEXT" val="单击此处添加标题"/>
</p:tagLst>
</file>

<file path=ppt/tags/tag331.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1_1"/>
  <p:tag name="KSO_WM_UNIT_ID" val="diagram20233184_2*l_h_f*1_1_1"/>
  <p:tag name="KSO_WM_TEMPLATE_CATEGORY" val="diagram"/>
  <p:tag name="KSO_WM_TEMPLATE_INDEX" val="20233184"/>
  <p:tag name="KSO_WM_UNIT_LAYERLEVEL" val="1_1_1"/>
  <p:tag name="KSO_WM_TAG_VERSION" val="3.0"/>
  <p:tag name="KSO_WM_DIAGRAM_MAX_ITEMCNT" val="6"/>
  <p:tag name="KSO_WM_DIAGRAM_MIN_ITEMCNT" val="2"/>
  <p:tag name="KSO_WM_DIAGRAM_VIRTUALLY_FRAME" val="{&quot;height&quot;:326.79998779296875,&quot;width&quot;:558.75860595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l1-1"/>
  <p:tag name="KSO_WM_UNIT_VALUE" val="120"/>
  <p:tag name="KSO_WM_DIAGRAM_VERSION" val="3"/>
  <p:tag name="KSO_WM_DIAGRAM_COLOR_TRICK" val="1"/>
  <p:tag name="KSO_WM_DIAGRAM_COLOR_TEXT_CAN_REMOVE" val="n"/>
  <p:tag name="KSO_WM_UNIT_TEXT_TYPE" val="1"/>
  <p:tag name="KSO_WM_BEAUTIFY_FLAG" val="#wm#"/>
  <p:tag name="KSO_WM_UNIT_TEXT_LAYER_COUNT" val="1"/>
  <p:tag name="KSO_WM_UNIT_PRESET_TEXT" val="单击此处添加文本具体内容，简明扼要地阐述您的观点。根据需要可酌情增减文字，以便观者准确地理解您传达的思想。单击此处添加文本具体内容，简明扼要地阐述您的内容观点。"/>
  <p:tag name="KSO_WM_UNIT_TEXT_FILL_FORE_SCHEMECOLOR_INDEX" val="1"/>
  <p:tag name="KSO_WM_UNIT_TEXT_FILL_TYPE" val="1"/>
</p:tagLst>
</file>

<file path=ppt/tags/tag332.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l_h_a"/>
  <p:tag name="KSO_WM_UNIT_INDEX" val="1_1_1"/>
  <p:tag name="KSO_WM_UNIT_ID" val="diagram20233184_2*l_h_a*1_1_1"/>
  <p:tag name="KSO_WM_TEMPLATE_CATEGORY" val="diagram"/>
  <p:tag name="KSO_WM_TEMPLATE_INDEX" val="20233184"/>
  <p:tag name="KSO_WM_UNIT_LAYERLEVEL" val="1_1_1"/>
  <p:tag name="KSO_WM_TAG_VERSION" val="3.0"/>
  <p:tag name="KSO_WM_DIAGRAM_MAX_ITEMCNT" val="6"/>
  <p:tag name="KSO_WM_DIAGRAM_MIN_ITEMCNT" val="2"/>
  <p:tag name="KSO_WM_DIAGRAM_VIRTUALLY_FRAME" val="{&quot;height&quot;:326.79998779296875,&quot;width&quot;:558.75860595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l1-1"/>
  <p:tag name="KSO_WM_UNIT_VALUE" val="26"/>
  <p:tag name="KSO_WM_DIAGRAM_VERSION" val="3"/>
  <p:tag name="KSO_WM_DIAGRAM_COLOR_TRICK" val="1"/>
  <p:tag name="KSO_WM_DIAGRAM_COLOR_TEXT_CAN_REMOVE" val="n"/>
  <p:tag name="KSO_WM_UNIT_TEXT_TYPE" val="1"/>
  <p:tag name="KSO_WM_BEAUTIFY_FLAG" val="#wm#"/>
  <p:tag name="KSO_WM_UNIT_PRESET_TEXT" val="此处添加项标题"/>
  <p:tag name="KSO_WM_UNIT_TEXT_FILL_FORE_SCHEMECOLOR_INDEX" val="1"/>
  <p:tag name="KSO_WM_UNIT_TEXT_FILL_TYPE" val="1"/>
</p:tagLst>
</file>

<file path=ppt/tags/tag333.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2_1"/>
  <p:tag name="KSO_WM_UNIT_ID" val="diagram20233184_2*l_h_f*1_2_1"/>
  <p:tag name="KSO_WM_TEMPLATE_CATEGORY" val="diagram"/>
  <p:tag name="KSO_WM_TEMPLATE_INDEX" val="20233184"/>
  <p:tag name="KSO_WM_UNIT_LAYERLEVEL" val="1_1_1"/>
  <p:tag name="KSO_WM_TAG_VERSION" val="3.0"/>
  <p:tag name="KSO_WM_DIAGRAM_MAX_ITEMCNT" val="6"/>
  <p:tag name="KSO_WM_DIAGRAM_MIN_ITEMCNT" val="2"/>
  <p:tag name="KSO_WM_DIAGRAM_VIRTUALLY_FRAME" val="{&quot;height&quot;:326.79998779296875,&quot;width&quot;:558.75860595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l1-1"/>
  <p:tag name="KSO_WM_UNIT_VALUE" val="120"/>
  <p:tag name="KSO_WM_DIAGRAM_VERSION" val="3"/>
  <p:tag name="KSO_WM_DIAGRAM_COLOR_TRICK" val="1"/>
  <p:tag name="KSO_WM_DIAGRAM_COLOR_TEXT_CAN_REMOVE" val="n"/>
  <p:tag name="KSO_WM_UNIT_TEXT_TYPE" val="1"/>
  <p:tag name="KSO_WM_BEAUTIFY_FLAG" val="#wm#"/>
  <p:tag name="KSO_WM_UNIT_TEXT_LAYER_COUNT" val="1"/>
  <p:tag name="KSO_WM_UNIT_PRESET_TEXT" val="单击此处添加文本具体内容，简明扼要地阐述您的观点。根据需要可酌情增减文字，以便观者准确地理解您传达的思想。单击此处添加文本具体内容，简明扼要地阐述您的内容观点。"/>
  <p:tag name="KSO_WM_UNIT_TEXT_FILL_FORE_SCHEMECOLOR_INDEX" val="1"/>
  <p:tag name="KSO_WM_UNIT_TEXT_FILL_TYPE" val="1"/>
</p:tagLst>
</file>

<file path=ppt/tags/tag334.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l_h_a"/>
  <p:tag name="KSO_WM_UNIT_INDEX" val="1_2_1"/>
  <p:tag name="KSO_WM_UNIT_ID" val="diagram20233184_2*l_h_a*1_2_1"/>
  <p:tag name="KSO_WM_TEMPLATE_CATEGORY" val="diagram"/>
  <p:tag name="KSO_WM_TEMPLATE_INDEX" val="20233184"/>
  <p:tag name="KSO_WM_UNIT_LAYERLEVEL" val="1_1_1"/>
  <p:tag name="KSO_WM_TAG_VERSION" val="3.0"/>
  <p:tag name="KSO_WM_DIAGRAM_MAX_ITEMCNT" val="6"/>
  <p:tag name="KSO_WM_DIAGRAM_MIN_ITEMCNT" val="2"/>
  <p:tag name="KSO_WM_DIAGRAM_VIRTUALLY_FRAME" val="{&quot;height&quot;:326.79998779296875,&quot;width&quot;:558.75860595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l1-1"/>
  <p:tag name="KSO_WM_UNIT_VALUE" val="26"/>
  <p:tag name="KSO_WM_DIAGRAM_VERSION" val="3"/>
  <p:tag name="KSO_WM_DIAGRAM_COLOR_TRICK" val="1"/>
  <p:tag name="KSO_WM_DIAGRAM_COLOR_TEXT_CAN_REMOVE" val="n"/>
  <p:tag name="KSO_WM_UNIT_TEXT_TYPE" val="1"/>
  <p:tag name="KSO_WM_BEAUTIFY_FLAG" val="#wm#"/>
  <p:tag name="KSO_WM_UNIT_PRESET_TEXT" val="此处添加项标题"/>
  <p:tag name="KSO_WM_UNIT_TEXT_FILL_FORE_SCHEMECOLOR_INDEX" val="1"/>
  <p:tag name="KSO_WM_UNIT_TEXT_FILL_TYPE" val="1"/>
</p:tagLst>
</file>

<file path=ppt/tags/tag335.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3_1"/>
  <p:tag name="KSO_WM_UNIT_ID" val="diagram20233184_2*l_h_f*1_3_1"/>
  <p:tag name="KSO_WM_TEMPLATE_CATEGORY" val="diagram"/>
  <p:tag name="KSO_WM_TEMPLATE_INDEX" val="20233184"/>
  <p:tag name="KSO_WM_UNIT_LAYERLEVEL" val="1_1_1"/>
  <p:tag name="KSO_WM_TAG_VERSION" val="3.0"/>
  <p:tag name="KSO_WM_DIAGRAM_MAX_ITEMCNT" val="6"/>
  <p:tag name="KSO_WM_DIAGRAM_MIN_ITEMCNT" val="2"/>
  <p:tag name="KSO_WM_DIAGRAM_VIRTUALLY_FRAME" val="{&quot;height&quot;:326.79998779296875,&quot;width&quot;:558.75860595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l1-1"/>
  <p:tag name="KSO_WM_UNIT_VALUE" val="120"/>
  <p:tag name="KSO_WM_DIAGRAM_VERSION" val="3"/>
  <p:tag name="KSO_WM_DIAGRAM_COLOR_TRICK" val="1"/>
  <p:tag name="KSO_WM_DIAGRAM_COLOR_TEXT_CAN_REMOVE" val="n"/>
  <p:tag name="KSO_WM_UNIT_TEXT_TYPE" val="1"/>
  <p:tag name="KSO_WM_BEAUTIFY_FLAG" val="#wm#"/>
  <p:tag name="KSO_WM_UNIT_TEXT_LAYER_COUNT" val="1"/>
  <p:tag name="KSO_WM_UNIT_PRESET_TEXT" val="单击此处添加文本具体内容，简明扼要地阐述您的观点。根据需要可酌情增减文字，以便观者准确地理解您传达的思想。单击此处添加文本具体内容，简明扼要地阐述您的内容观点。"/>
  <p:tag name="KSO_WM_UNIT_TEXT_FILL_FORE_SCHEMECOLOR_INDEX" val="1"/>
  <p:tag name="KSO_WM_UNIT_TEXT_FILL_TYPE" val="1"/>
</p:tagLst>
</file>

<file path=ppt/tags/tag336.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l_h_a"/>
  <p:tag name="KSO_WM_UNIT_INDEX" val="1_3_1"/>
  <p:tag name="KSO_WM_UNIT_ID" val="diagram20233184_2*l_h_a*1_3_1"/>
  <p:tag name="KSO_WM_TEMPLATE_CATEGORY" val="diagram"/>
  <p:tag name="KSO_WM_TEMPLATE_INDEX" val="20233184"/>
  <p:tag name="KSO_WM_UNIT_LAYERLEVEL" val="1_1_1"/>
  <p:tag name="KSO_WM_TAG_VERSION" val="3.0"/>
  <p:tag name="KSO_WM_DIAGRAM_MAX_ITEMCNT" val="6"/>
  <p:tag name="KSO_WM_DIAGRAM_MIN_ITEMCNT" val="2"/>
  <p:tag name="KSO_WM_DIAGRAM_VIRTUALLY_FRAME" val="{&quot;height&quot;:326.79998779296875,&quot;width&quot;:558.7586059570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l1-1"/>
  <p:tag name="KSO_WM_UNIT_VALUE" val="26"/>
  <p:tag name="KSO_WM_DIAGRAM_VERSION" val="3"/>
  <p:tag name="KSO_WM_DIAGRAM_COLOR_TRICK" val="1"/>
  <p:tag name="KSO_WM_DIAGRAM_COLOR_TEXT_CAN_REMOVE" val="n"/>
  <p:tag name="KSO_WM_UNIT_TEXT_TYPE" val="1"/>
  <p:tag name="KSO_WM_BEAUTIFY_FLAG" val="#wm#"/>
  <p:tag name="KSO_WM_UNIT_PRESET_TEXT" val="此处添加项标题"/>
  <p:tag name="KSO_WM_UNIT_TEXT_FILL_FORE_SCHEMECOLOR_INDEX" val="1"/>
  <p:tag name="KSO_WM_UNIT_TEXT_FILL_TYPE" val="1"/>
</p:tagLst>
</file>

<file path=ppt/tags/tag33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184_2*l_h_x*1_1_1"/>
  <p:tag name="KSO_WM_TEMPLATE_CATEGORY" val="diagram"/>
  <p:tag name="KSO_WM_TEMPLATE_INDEX" val="20233184"/>
  <p:tag name="KSO_WM_UNIT_LAYERLEVEL" val="1_1_1"/>
  <p:tag name="KSO_WM_TAG_VERSION" val="3.0"/>
  <p:tag name="KSO_WM_DIAGRAM_VERSION" val="3"/>
  <p:tag name="KSO_WM_DIAGRAM_COLOR_TRICK" val="1"/>
  <p:tag name="KSO_WM_DIAGRAM_COLOR_TEXT_CAN_REMOVE" val="n"/>
  <p:tag name="KSO_WM_UNIT_VALUE" val="90*90"/>
  <p:tag name="KSO_WM_UNIT_TYPE" val="l_h_x"/>
  <p:tag name="KSO_WM_UNIT_INDEX" val="1_1_1"/>
  <p:tag name="KSO_WM_DIAGRAM_MAX_ITEMCNT" val="6"/>
  <p:tag name="KSO_WM_DIAGRAM_MIN_ITEMCNT" val="2"/>
  <p:tag name="KSO_WM_DIAGRAM_VIRTUALLY_FRAME" val="{&quot;height&quot;:326.79998779296875,&quot;width&quot;:558.7586059570312}"/>
  <p:tag name="KSO_WM_DIAGRAM_COLOR_MATCH_VALUE" val="{&quot;shape&quot;:{&quot;fill&quot;:{&quot;gradient&quot;:[{&quot;brightness&quot;:0,&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5"/>
  <p:tag name="KSO_WM_UNIT_FILL_FORE_SCHEMECOLOR_INDEX_BRIGHTNESS" val="0"/>
  <p:tag name="KSO_WM_BEAUTIFY_FLAG" val="#wm#"/>
</p:tagLst>
</file>

<file path=ppt/tags/tag33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184_2*l_h_x*1_2_1"/>
  <p:tag name="KSO_WM_TEMPLATE_CATEGORY" val="diagram"/>
  <p:tag name="KSO_WM_TEMPLATE_INDEX" val="20233184"/>
  <p:tag name="KSO_WM_UNIT_LAYERLEVEL" val="1_1_1"/>
  <p:tag name="KSO_WM_TAG_VERSION" val="3.0"/>
  <p:tag name="KSO_WM_DIAGRAM_VERSION" val="3"/>
  <p:tag name="KSO_WM_DIAGRAM_COLOR_TRICK" val="1"/>
  <p:tag name="KSO_WM_DIAGRAM_COLOR_TEXT_CAN_REMOVE" val="n"/>
  <p:tag name="KSO_WM_UNIT_VALUE" val="90*90"/>
  <p:tag name="KSO_WM_UNIT_TYPE" val="l_h_x"/>
  <p:tag name="KSO_WM_UNIT_INDEX" val="1_2_1"/>
  <p:tag name="KSO_WM_DIAGRAM_MAX_ITEMCNT" val="6"/>
  <p:tag name="KSO_WM_DIAGRAM_MIN_ITEMCNT" val="2"/>
  <p:tag name="KSO_WM_DIAGRAM_VIRTUALLY_FRAME" val="{&quot;height&quot;:326.79998779296875,&quot;width&quot;:558.7586059570312}"/>
  <p:tag name="KSO_WM_DIAGRAM_COLOR_MATCH_VALUE" val="{&quot;shape&quot;:{&quot;fill&quot;:{&quot;gradient&quot;:[{&quot;brightness&quot;:0,&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5"/>
  <p:tag name="KSO_WM_UNIT_FILL_FORE_SCHEMECOLOR_INDEX_BRIGHTNESS" val="0"/>
  <p:tag name="KSO_WM_BEAUTIFY_FLAG" val="#wm#"/>
</p:tagLst>
</file>

<file path=ppt/tags/tag33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184_2*l_h_x*1_3_1"/>
  <p:tag name="KSO_WM_TEMPLATE_CATEGORY" val="diagram"/>
  <p:tag name="KSO_WM_TEMPLATE_INDEX" val="20233184"/>
  <p:tag name="KSO_WM_UNIT_LAYERLEVEL" val="1_1_1"/>
  <p:tag name="KSO_WM_TAG_VERSION" val="3.0"/>
  <p:tag name="KSO_WM_DIAGRAM_VERSION" val="3"/>
  <p:tag name="KSO_WM_DIAGRAM_COLOR_TRICK" val="1"/>
  <p:tag name="KSO_WM_DIAGRAM_COLOR_TEXT_CAN_REMOVE" val="n"/>
  <p:tag name="KSO_WM_UNIT_VALUE" val="90*90"/>
  <p:tag name="KSO_WM_UNIT_TYPE" val="l_h_x"/>
  <p:tag name="KSO_WM_UNIT_INDEX" val="1_3_1"/>
  <p:tag name="KSO_WM_DIAGRAM_MAX_ITEMCNT" val="6"/>
  <p:tag name="KSO_WM_DIAGRAM_MIN_ITEMCNT" val="2"/>
  <p:tag name="KSO_WM_DIAGRAM_VIRTUALLY_FRAME" val="{&quot;height&quot;:326.79998779296875,&quot;width&quot;:558.7586059570312}"/>
  <p:tag name="KSO_WM_DIAGRAM_COLOR_MATCH_VALUE" val="{&quot;shape&quot;:{&quot;fill&quot;:{&quot;gradient&quot;:[{&quot;brightness&quot;:0,&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5"/>
  <p:tag name="KSO_WM_UNIT_FILL_FORE_SCHEMECOLOR_INDEX_BRIGHTNESS" val="0"/>
  <p:tag name="KSO_WM_BEAUTIFY_FLAG" val="#wm#"/>
</p:tagLst>
</file>

<file path=ppt/tags/tag340.xml><?xml version="1.0" encoding="utf-8"?>
<p:tagLst xmlns:p="http://schemas.openxmlformats.org/presentationml/2006/main">
  <p:tag name="KSO_WM_SLIDE_ID" val="diagram20233184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diagram"/>
  <p:tag name="KSO_WM_TEMPLATE_INDEX" val="20233184"/>
  <p:tag name="KSO_WM_SLIDE_TYPE" val="text"/>
  <p:tag name="KSO_WM_SLIDE_SUBTYPE" val="diag"/>
  <p:tag name="KSO_WM_SLIDE_SIZE" val="543.1*309.7"/>
  <p:tag name="KSO_WM_SLIDE_POSITION" val="206.35*163.4"/>
  <p:tag name="KSO_WM_SLIDE_LAYOUT" val="a_l"/>
  <p:tag name="KSO_WM_SLIDE_LAYOUT_CNT" val="1_1"/>
  <p:tag name="KSO_WM_SPECIAL_SOURCE" val="bdnull"/>
  <p:tag name="KSO_WM_DIAGRAM_GROUP_CODE" val="l1-1"/>
  <p:tag name="KSO_WM_SLIDE_DIAGTYPE" val="l"/>
  <p:tag name="CP_OUTLINE_TITLE" val="纪念空间的情感编码"/>
  <p:tag name="CP_OUTLINE_TYPE" val="pt_text"/>
</p:tagLst>
</file>

<file path=ppt/tags/tag3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2454_4*a*1"/>
  <p:tag name="KSO_WM_TEMPLATE_CATEGORY" val="diagram"/>
  <p:tag name="KSO_WM_TEMPLATE_INDEX" val="20232454"/>
  <p:tag name="KSO_WM_UNIT_LAYERLEVEL" val="1"/>
  <p:tag name="KSO_WM_TAG_VERSION" val="3.0"/>
  <p:tag name="KSO_WM_BEAUTIFY_FLAG" val="#wm#"/>
  <p:tag name="KSO_WM_UNIT_ISCONTENTSTITLE" val="0"/>
  <p:tag name="KSO_WM_UNIT_ISNUMDGMTITLE" val="0"/>
  <p:tag name="KSO_WM_UNIT_NOCLEAR" val="0"/>
  <p:tag name="KSO_WM_UNIT_VALUE" val="25"/>
  <p:tag name="KSO_WM_DIAGRAM_GROUP_CODE" val="l1-1"/>
  <p:tag name="KSO_WM_UNIT_TYPE" val="a"/>
  <p:tag name="KSO_WM_UNIT_INDEX" val="1"/>
  <p:tag name="KSO_WM_UNIT_PRESET_TEXT" val="单击此处添加标题"/>
  <p:tag name="KSO_WM_UNIT_TEXT_TYPE" val="1"/>
</p:tagLst>
</file>

<file path=ppt/tags/tag3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2454_2*l_i*1_1"/>
  <p:tag name="KSO_WM_TEMPLATE_CATEGORY" val="diagram"/>
  <p:tag name="KSO_WM_TEMPLATE_INDEX" val="20232454"/>
  <p:tag name="KSO_WM_UNIT_LAYERLEVEL" val="1_1"/>
  <p:tag name="KSO_WM_TAG_VERSION" val="3.0"/>
  <p:tag name="KSO_WM_BEAUTIFY_FLAG" val="#wm#"/>
  <p:tag name="KSO_WM_DIAGRAM_GROUP_CODE" val="l1-1"/>
  <p:tag name="KSO_WM_UNIT_TYPE" val="l_i"/>
  <p:tag name="KSO_WM_UNIT_INDEX" val="1_1"/>
  <p:tag name="KSO_WM_DIAGRAM_VERSION" val="3"/>
  <p:tag name="KSO_WM_DIAGRAM_COLOR_TRICK" val="1"/>
  <p:tag name="KSO_WM_DIAGRAM_COLOR_TEXT_CAN_REMOVE" val="n"/>
  <p:tag name="KSO_WM_DIAGRAM_MAX_ITEMCNT" val="5"/>
  <p:tag name="KSO_WM_DIAGRAM_MIN_ITEMCNT" val="2"/>
  <p:tag name="KSO_WM_DIAGRAM_VIRTUALLY_FRAME" val="{&quot;height&quot;:418.8055114746094,&quot;width&quot;:960.33056640625}"/>
  <p:tag name="KSO_WM_DIAGRAM_COLOR_MATCH_VALUE" val="{&quot;shape&quot;:{&quot;fill&quot;:{&quot;solid&quot;:{&quot;brightness&quot;:0,&quot;colorType&quot;:1,&quot;foreColorIndex&quot;:5,&quot;transparency&quot;:0.33000001311302185},&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Lst>
</file>

<file path=ppt/tags/tag3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2454_2*l_i*1_2"/>
  <p:tag name="KSO_WM_TEMPLATE_CATEGORY" val="diagram"/>
  <p:tag name="KSO_WM_TEMPLATE_INDEX" val="20232454"/>
  <p:tag name="KSO_WM_UNIT_LAYERLEVEL" val="1_1"/>
  <p:tag name="KSO_WM_TAG_VERSION" val="3.0"/>
  <p:tag name="KSO_WM_BEAUTIFY_FLAG" val="#wm#"/>
  <p:tag name="KSO_WM_DIAGRAM_GROUP_CODE" val="l1-1"/>
  <p:tag name="KSO_WM_UNIT_TYPE" val="l_i"/>
  <p:tag name="KSO_WM_UNIT_INDEX" val="1_2"/>
  <p:tag name="KSO_WM_DIAGRAM_VERSION" val="3"/>
  <p:tag name="KSO_WM_DIAGRAM_COLOR_TRICK" val="1"/>
  <p:tag name="KSO_WM_DIAGRAM_COLOR_TEXT_CAN_REMOVE" val="n"/>
  <p:tag name="KSO_WM_DIAGRAM_MAX_ITEMCNT" val="5"/>
  <p:tag name="KSO_WM_DIAGRAM_MIN_ITEMCNT" val="2"/>
  <p:tag name="KSO_WM_DIAGRAM_VIRTUALLY_FRAME" val="{&quot;height&quot;:418.8055114746094,&quot;width&quot;:960.33056640625}"/>
  <p:tag name="KSO_WM_DIAGRAM_COLOR_MATCH_VALUE" val="{&quot;shape&quot;:{&quot;fill&quot;:{&quot;gradient&quot;:[{&quot;brightness&quot;:0,&quot;colorType&quot;:1,&quot;foreColorIndex&quot;:5,&quot;pos&quot;:0,&quot;transparency&quot;:0.25},{&quot;brightness&quot;:0,&quot;colorType&quot;:1,&quot;foreColorIndex&quot;:5,&quot;pos&quot;:0.6800000071525574,&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Lst>
</file>

<file path=ppt/tags/tag3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2454_2*l_i*1_3"/>
  <p:tag name="KSO_WM_TEMPLATE_CATEGORY" val="diagram"/>
  <p:tag name="KSO_WM_TEMPLATE_INDEX" val="20232454"/>
  <p:tag name="KSO_WM_UNIT_LAYERLEVEL" val="1_1"/>
  <p:tag name="KSO_WM_TAG_VERSION" val="3.0"/>
  <p:tag name="KSO_WM_BEAUTIFY_FLAG" val="#wm#"/>
  <p:tag name="KSO_WM_DIAGRAM_GROUP_CODE" val="l1-1"/>
  <p:tag name="KSO_WM_UNIT_TYPE" val="l_i"/>
  <p:tag name="KSO_WM_UNIT_INDEX" val="1_3"/>
  <p:tag name="KSO_WM_DIAGRAM_VERSION" val="3"/>
  <p:tag name="KSO_WM_DIAGRAM_COLOR_TRICK" val="1"/>
  <p:tag name="KSO_WM_DIAGRAM_COLOR_TEXT_CAN_REMOVE" val="n"/>
  <p:tag name="KSO_WM_DIAGRAM_MAX_ITEMCNT" val="5"/>
  <p:tag name="KSO_WM_DIAGRAM_MIN_ITEMCNT" val="2"/>
  <p:tag name="KSO_WM_DIAGRAM_VIRTUALLY_FRAME" val="{&quot;height&quot;:418.8055114746094,&quot;width&quot;:960.33056640625}"/>
  <p:tag name="KSO_WM_DIAGRAM_COLOR_MATCH_VALUE" val="{&quot;shape&quot;:{&quot;fill&quot;:{&quot;solid&quot;:{&quot;brightness&quot;:0,&quot;colorType&quot;:1,&quot;foreColorIndex&quot;:5,&quot;transparency&quot;:0.8700000047683716},&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Lst>
</file>

<file path=ppt/tags/tag3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2454_2*l_h_i*1_1_2"/>
  <p:tag name="KSO_WM_TEMPLATE_CATEGORY" val="diagram"/>
  <p:tag name="KSO_WM_TEMPLATE_INDEX" val="20232454"/>
  <p:tag name="KSO_WM_UNIT_LAYERLEVEL" val="1_1_1"/>
  <p:tag name="KSO_WM_TAG_VERSION" val="3.0"/>
  <p:tag name="KSO_WM_BEAUTIFY_FLAG" val="#wm#"/>
  <p:tag name="KSO_WM_DIAGRAM_GROUP_CODE" val="l1-1"/>
  <p:tag name="KSO_WM_UNIT_TYPE" val="l_h_i"/>
  <p:tag name="KSO_WM_UNIT_INDEX" val="1_1_2"/>
  <p:tag name="KSO_WM_DIAGRAM_VERSION" val="3"/>
  <p:tag name="KSO_WM_DIAGRAM_COLOR_TRICK" val="1"/>
  <p:tag name="KSO_WM_DIAGRAM_COLOR_TEXT_CAN_REMOVE" val="n"/>
  <p:tag name="KSO_WM_DIAGRAM_MAX_ITEMCNT" val="5"/>
  <p:tag name="KSO_WM_DIAGRAM_MIN_ITEMCNT" val="2"/>
  <p:tag name="KSO_WM_DIAGRAM_VIRTUALLY_FRAME" val="{&quot;height&quot;:418.8055114746094,&quot;width&quot;:960.33056640625}"/>
  <p:tag name="KSO_WM_DIAGRAM_COLOR_MATCH_VALUE" val="{&quot;shape&quot;:{&quot;fill&quot;:{&quot;type&quot;:0},&quot;glow&quot;:{&quot;colorType&quot;:0},&quot;line&quot;:{&quot;solidLine&quot;:{&quot;brightness&quot;:0,&quot;colorType&quot;:1,&quot;foreColorIndex&quot;:2,&quot;transparency&quot;:0.5},&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2"/>
</p:tagLst>
</file>

<file path=ppt/tags/tag3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1"/>
  <p:tag name="KSO_WM_UNIT_ID" val="diagram20232454_2*l_h_i*1_1_1"/>
  <p:tag name="KSO_WM_TEMPLATE_CATEGORY" val="diagram"/>
  <p:tag name="KSO_WM_TEMPLATE_INDEX" val="20232454"/>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5"/>
  <p:tag name="KSO_WM_DIAGRAM_MIN_ITEMCNT" val="2"/>
  <p:tag name="KSO_WM_DIAGRAM_VIRTUALLY_FRAME" val="{&quot;height&quot;:418.8055114746094,&quot;width&quot;:960.330566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Lst>
</file>

<file path=ppt/tags/tag34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2454_2*l_h_f*1_1_1"/>
  <p:tag name="KSO_WM_TEMPLATE_CATEGORY" val="diagram"/>
  <p:tag name="KSO_WM_TEMPLATE_INDEX" val="20232454"/>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5"/>
  <p:tag name="KSO_WM_DIAGRAM_MIN_ITEMCNT" val="2"/>
  <p:tag name="KSO_WM_DIAGRAM_VIRTUALLY_FRAME" val="{&quot;height&quot;:418.8055114746094,&quot;width&quot;:960.330566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项正文，文字是思想的提炼，请尽量言简意赅的阐述观点，单击此处输入项正文"/>
  <p:tag name="KSO_WM_UNIT_TEXT_FILL_FORE_SCHEMECOLOR_INDEX" val="1"/>
  <p:tag name="KSO_WM_UNIT_TEXT_FILL_TYPE" val="1"/>
  <p:tag name="KSO_WM_UNIT_TEXT_TYPE" val="1"/>
</p:tagLst>
</file>

<file path=ppt/tags/tag3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2454_2*l_h_i*1_2_2"/>
  <p:tag name="KSO_WM_TEMPLATE_CATEGORY" val="diagram"/>
  <p:tag name="KSO_WM_TEMPLATE_INDEX" val="20232454"/>
  <p:tag name="KSO_WM_UNIT_LAYERLEVEL" val="1_1_1"/>
  <p:tag name="KSO_WM_TAG_VERSION" val="3.0"/>
  <p:tag name="KSO_WM_BEAUTIFY_FLAG" val="#wm#"/>
  <p:tag name="KSO_WM_DIAGRAM_GROUP_CODE" val="l1-1"/>
  <p:tag name="KSO_WM_UNIT_TYPE" val="l_h_i"/>
  <p:tag name="KSO_WM_UNIT_INDEX" val="1_2_2"/>
  <p:tag name="KSO_WM_DIAGRAM_VERSION" val="3"/>
  <p:tag name="KSO_WM_DIAGRAM_COLOR_TRICK" val="1"/>
  <p:tag name="KSO_WM_DIAGRAM_COLOR_TEXT_CAN_REMOVE" val="n"/>
  <p:tag name="KSO_WM_DIAGRAM_MAX_ITEMCNT" val="5"/>
  <p:tag name="KSO_WM_DIAGRAM_MIN_ITEMCNT" val="2"/>
  <p:tag name="KSO_WM_DIAGRAM_VIRTUALLY_FRAME" val="{&quot;height&quot;:418.8055114746094,&quot;width&quot;:960.33056640625}"/>
  <p:tag name="KSO_WM_DIAGRAM_COLOR_MATCH_VALUE" val="{&quot;shape&quot;:{&quot;fill&quot;:{&quot;type&quot;:0},&quot;glow&quot;:{&quot;colorType&quot;:0},&quot;line&quot;:{&quot;solidLine&quot;:{&quot;brightness&quot;:0,&quot;colorType&quot;:1,&quot;foreColorIndex&quot;:2,&quot;transparency&quot;:0.5},&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2"/>
</p:tagLst>
</file>

<file path=ppt/tags/tag3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2_1"/>
  <p:tag name="KSO_WM_UNIT_ID" val="diagram20232454_2*l_h_i*1_2_1"/>
  <p:tag name="KSO_WM_TEMPLATE_CATEGORY" val="diagram"/>
  <p:tag name="KSO_WM_TEMPLATE_INDEX" val="20232454"/>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5"/>
  <p:tag name="KSO_WM_DIAGRAM_MIN_ITEMCNT" val="2"/>
  <p:tag name="KSO_WM_DIAGRAM_VIRTUALLY_FRAME" val="{&quot;height&quot;:418.8055114746094,&quot;width&quot;:960.330566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Lst>
</file>

<file path=ppt/tags/tag35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2454_2*l_h_f*1_2_1"/>
  <p:tag name="KSO_WM_TEMPLATE_CATEGORY" val="diagram"/>
  <p:tag name="KSO_WM_TEMPLATE_INDEX" val="20232454"/>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5"/>
  <p:tag name="KSO_WM_DIAGRAM_MIN_ITEMCNT" val="2"/>
  <p:tag name="KSO_WM_DIAGRAM_VIRTUALLY_FRAME" val="{&quot;height&quot;:418.8055114746094,&quot;width&quot;:960.330566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项正文，文字是思想的提炼，请尽量言简意赅的阐述观点，单击此处输入项正文"/>
  <p:tag name="KSO_WM_UNIT_TEXT_FILL_FORE_SCHEMECOLOR_INDEX" val="1"/>
  <p:tag name="KSO_WM_UNIT_TEXT_FILL_TYPE" val="1"/>
  <p:tag name="KSO_WM_UNIT_TEXT_TYPE" val="1"/>
</p:tagLst>
</file>

<file path=ppt/tags/tag3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2454_2*l_h_i*1_3_2"/>
  <p:tag name="KSO_WM_TEMPLATE_CATEGORY" val="diagram"/>
  <p:tag name="KSO_WM_TEMPLATE_INDEX" val="20232454"/>
  <p:tag name="KSO_WM_UNIT_LAYERLEVEL" val="1_1_1"/>
  <p:tag name="KSO_WM_TAG_VERSION" val="3.0"/>
  <p:tag name="KSO_WM_BEAUTIFY_FLAG" val="#wm#"/>
  <p:tag name="KSO_WM_DIAGRAM_GROUP_CODE" val="l1-1"/>
  <p:tag name="KSO_WM_UNIT_TYPE" val="l_h_i"/>
  <p:tag name="KSO_WM_UNIT_INDEX" val="1_3_2"/>
  <p:tag name="KSO_WM_DIAGRAM_VERSION" val="3"/>
  <p:tag name="KSO_WM_DIAGRAM_COLOR_TRICK" val="1"/>
  <p:tag name="KSO_WM_DIAGRAM_COLOR_TEXT_CAN_REMOVE" val="n"/>
  <p:tag name="KSO_WM_DIAGRAM_MAX_ITEMCNT" val="5"/>
  <p:tag name="KSO_WM_DIAGRAM_MIN_ITEMCNT" val="2"/>
  <p:tag name="KSO_WM_DIAGRAM_VIRTUALLY_FRAME" val="{&quot;height&quot;:418.8055114746094,&quot;width&quot;:960.33056640625}"/>
  <p:tag name="KSO_WM_DIAGRAM_COLOR_MATCH_VALUE" val="{&quot;shape&quot;:{&quot;fill&quot;:{&quot;type&quot;:0},&quot;glow&quot;:{&quot;colorType&quot;:0},&quot;line&quot;:{&quot;solidLine&quot;:{&quot;brightness&quot;:0,&quot;colorType&quot;:1,&quot;foreColorIndex&quot;:2,&quot;transparency&quot;:0.5},&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2"/>
</p:tagLst>
</file>

<file path=ppt/tags/tag3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3_1"/>
  <p:tag name="KSO_WM_UNIT_ID" val="diagram20232454_2*l_h_i*1_3_1"/>
  <p:tag name="KSO_WM_TEMPLATE_CATEGORY" val="diagram"/>
  <p:tag name="KSO_WM_TEMPLATE_INDEX" val="20232454"/>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5"/>
  <p:tag name="KSO_WM_DIAGRAM_MIN_ITEMCNT" val="2"/>
  <p:tag name="KSO_WM_DIAGRAM_VIRTUALLY_FRAME" val="{&quot;height&quot;:418.8055114746094,&quot;width&quot;:960.330566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Lst>
</file>

<file path=ppt/tags/tag35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2454_2*l_h_f*1_3_1"/>
  <p:tag name="KSO_WM_TEMPLATE_CATEGORY" val="diagram"/>
  <p:tag name="KSO_WM_TEMPLATE_INDEX" val="20232454"/>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5"/>
  <p:tag name="KSO_WM_DIAGRAM_MIN_ITEMCNT" val="2"/>
  <p:tag name="KSO_WM_DIAGRAM_VIRTUALLY_FRAME" val="{&quot;height&quot;:418.8055114746094,&quot;width&quot;:960.330566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项正文，文字是思想的提炼，请尽量言简意赅的阐述观点，单击此处输入项正文"/>
  <p:tag name="KSO_WM_UNIT_TEXT_FILL_FORE_SCHEMECOLOR_INDEX" val="1"/>
  <p:tag name="KSO_WM_UNIT_TEXT_FILL_TYPE" val="1"/>
  <p:tag name="KSO_WM_UNIT_TEXT_TYPE" val="1"/>
</p:tagLst>
</file>

<file path=ppt/tags/tag354.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2454_2*l_h_a*1_1_1"/>
  <p:tag name="KSO_WM_TEMPLATE_CATEGORY" val="diagram"/>
  <p:tag name="KSO_WM_TEMPLATE_INDEX" val="20232454"/>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5"/>
  <p:tag name="KSO_WM_DIAGRAM_MIN_ITEMCNT" val="2"/>
  <p:tag name="KSO_WM_DIAGRAM_VIRTUALLY_FRAME" val="{&quot;height&quot;:418.8055114746094,&quot;width&quot;:960.330566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项标题"/>
  <p:tag name="KSO_WM_UNIT_TEXT_FILL_FORE_SCHEMECOLOR_INDEX" val="1"/>
  <p:tag name="KSO_WM_UNIT_TEXT_FILL_TYPE" val="1"/>
  <p:tag name="KSO_WM_UNIT_TEXT_TYPE" val="1"/>
</p:tagLst>
</file>

<file path=ppt/tags/tag35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2454_2*l_h_a*1_2_1"/>
  <p:tag name="KSO_WM_TEMPLATE_CATEGORY" val="diagram"/>
  <p:tag name="KSO_WM_TEMPLATE_INDEX" val="20232454"/>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5"/>
  <p:tag name="KSO_WM_DIAGRAM_MIN_ITEMCNT" val="2"/>
  <p:tag name="KSO_WM_DIAGRAM_VIRTUALLY_FRAME" val="{&quot;height&quot;:418.8055114746094,&quot;width&quot;:960.330566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项标题"/>
  <p:tag name="KSO_WM_UNIT_TEXT_FILL_FORE_SCHEMECOLOR_INDEX" val="1"/>
  <p:tag name="KSO_WM_UNIT_TEXT_FILL_TYPE" val="1"/>
  <p:tag name="KSO_WM_UNIT_TEXT_TYPE" val="1"/>
</p:tagLst>
</file>

<file path=ppt/tags/tag35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2454_2*l_h_a*1_3_1"/>
  <p:tag name="KSO_WM_TEMPLATE_CATEGORY" val="diagram"/>
  <p:tag name="KSO_WM_TEMPLATE_INDEX" val="20232454"/>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5"/>
  <p:tag name="KSO_WM_DIAGRAM_MIN_ITEMCNT" val="2"/>
  <p:tag name="KSO_WM_DIAGRAM_VIRTUALLY_FRAME" val="{&quot;height&quot;:418.8055114746094,&quot;width&quot;:960.330566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项标题"/>
  <p:tag name="KSO_WM_UNIT_TEXT_FILL_FORE_SCHEMECOLOR_INDEX" val="1"/>
  <p:tag name="KSO_WM_UNIT_TEXT_FILL_TYPE" val="1"/>
  <p:tag name="KSO_WM_UNIT_TEXT_TYPE" val="1"/>
</p:tagLst>
</file>

<file path=ppt/tags/tag35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2454_2*l_h_x*1_1_1"/>
  <p:tag name="KSO_WM_TEMPLATE_CATEGORY" val="diagram"/>
  <p:tag name="KSO_WM_TEMPLATE_INDEX" val="20232454"/>
  <p:tag name="KSO_WM_UNIT_LAYERLEVEL" val="1_1_1"/>
  <p:tag name="KSO_WM_TAG_VERSION" val="3.0"/>
  <p:tag name="KSO_WM_BEAUTIFY_FLAG" val="#wm#"/>
  <p:tag name="KSO_WM_DIAGRAM_VERSION" val="3"/>
  <p:tag name="KSO_WM_DIAGRAM_COLOR_TRICK" val="1"/>
  <p:tag name="KSO_WM_DIAGRAM_COLOR_TEXT_CAN_REMOVE" val="n"/>
  <p:tag name="KSO_WM_UNIT_VALUE" val="150*150"/>
  <p:tag name="KSO_WM_UNIT_TYPE" val="l_h_x"/>
  <p:tag name="KSO_WM_UNIT_INDEX" val="1_1_1"/>
  <p:tag name="KSO_WM_DIAGRAM_MAX_ITEMCNT" val="5"/>
  <p:tag name="KSO_WM_DIAGRAM_MIN_ITEMCNT" val="2"/>
  <p:tag name="KSO_WM_DIAGRAM_VIRTUALLY_FRAME" val="{&quot;height&quot;:418.8055114746094,&quot;width&quot;:960.3305664062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Lst>
</file>

<file path=ppt/tags/tag35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2454_2*l_h_x*1_2_1"/>
  <p:tag name="KSO_WM_TEMPLATE_CATEGORY" val="diagram"/>
  <p:tag name="KSO_WM_TEMPLATE_INDEX" val="20232454"/>
  <p:tag name="KSO_WM_UNIT_LAYERLEVEL" val="1_1_1"/>
  <p:tag name="KSO_WM_TAG_VERSION" val="3.0"/>
  <p:tag name="KSO_WM_BEAUTIFY_FLAG" val="#wm#"/>
  <p:tag name="KSO_WM_DIAGRAM_VERSION" val="3"/>
  <p:tag name="KSO_WM_DIAGRAM_COLOR_TRICK" val="1"/>
  <p:tag name="KSO_WM_DIAGRAM_COLOR_TEXT_CAN_REMOVE" val="n"/>
  <p:tag name="KSO_WM_UNIT_VALUE" val="136*140"/>
  <p:tag name="KSO_WM_UNIT_TYPE" val="l_h_x"/>
  <p:tag name="KSO_WM_UNIT_INDEX" val="1_2_1"/>
  <p:tag name="KSO_WM_DIAGRAM_MAX_ITEMCNT" val="5"/>
  <p:tag name="KSO_WM_DIAGRAM_MIN_ITEMCNT" val="2"/>
  <p:tag name="KSO_WM_DIAGRAM_VIRTUALLY_FRAME" val="{&quot;height&quot;:418.8055114746094,&quot;width&quot;:960.3305664062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Lst>
</file>

<file path=ppt/tags/tag35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2454_2*l_h_x*1_3_1"/>
  <p:tag name="KSO_WM_TEMPLATE_CATEGORY" val="diagram"/>
  <p:tag name="KSO_WM_TEMPLATE_INDEX" val="20232454"/>
  <p:tag name="KSO_WM_UNIT_LAYERLEVEL" val="1_1_1"/>
  <p:tag name="KSO_WM_TAG_VERSION" val="3.0"/>
  <p:tag name="KSO_WM_BEAUTIFY_FLAG" val="#wm#"/>
  <p:tag name="KSO_WM_DIAGRAM_VERSION" val="3"/>
  <p:tag name="KSO_WM_DIAGRAM_COLOR_TRICK" val="1"/>
  <p:tag name="KSO_WM_DIAGRAM_COLOR_TEXT_CAN_REMOVE" val="n"/>
  <p:tag name="KSO_WM_UNIT_VALUE" val="150*137"/>
  <p:tag name="KSO_WM_UNIT_TYPE" val="l_h_x"/>
  <p:tag name="KSO_WM_UNIT_INDEX" val="1_3_1"/>
  <p:tag name="KSO_WM_DIAGRAM_MAX_ITEMCNT" val="5"/>
  <p:tag name="KSO_WM_DIAGRAM_MIN_ITEMCNT" val="2"/>
  <p:tag name="KSO_WM_DIAGRAM_VIRTUALLY_FRAME" val="{&quot;height&quot;:418.8055114746094,&quot;width&quot;:960.3305664062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Lst>
</file>

<file path=ppt/tags/tag360.xml><?xml version="1.0" encoding="utf-8"?>
<p:tagLst xmlns:p="http://schemas.openxmlformats.org/presentationml/2006/main">
  <p:tag name="KSO_WM_SLIDE_ID" val="diagram20232454_4"/>
  <p:tag name="KSO_WM_TEMPLATE_SUBCATEGORY" val="0"/>
  <p:tag name="KSO_WM_TEMPLATE_MASTER_TYPE" val="0"/>
  <p:tag name="KSO_WM_TEMPLATE_COLOR_TYPE" val="0"/>
  <p:tag name="KSO_WM_SLIDE_ITEM_CNT" val="5"/>
  <p:tag name="KSO_WM_SLIDE_INDEX" val="4"/>
  <p:tag name="KSO_WM_TAG_VERSION" val="3.0"/>
  <p:tag name="KSO_WM_BEAUTIFY_FLAG" val="#wm#"/>
  <p:tag name="KSO_WM_TEMPLATE_CATEGORY" val="diagram"/>
  <p:tag name="KSO_WM_TEMPLATE_INDEX" val="20232454"/>
  <p:tag name="KSO_WM_SLIDE_TYPE" val="text"/>
  <p:tag name="KSO_WM_SLIDE_SUBTYPE" val="diag"/>
  <p:tag name="KSO_WM_SLIDE_SIZE" val="960.331*418.806"/>
  <p:tag name="KSO_WM_SLIDE_POSITION" val="-0.330472*121.501"/>
  <p:tag name="KSO_WM_SLIDE_LAYOUT" val="a_l"/>
  <p:tag name="KSO_WM_SLIDE_LAYOUT_CNT" val="1_1"/>
  <p:tag name="KSO_WM_SPECIAL_SOURCE" val="bdnull"/>
  <p:tag name="KSO_WM_DIAGRAM_GROUP_CODE" val="l1-1"/>
  <p:tag name="KSO_WM_SLIDE_DIAGTYPE" val="l"/>
  <p:tag name="CP_OUTLINE_TITLE" val="参观路线的认知图谱"/>
  <p:tag name="CP_OUTLINE_TYPE" val="pt_text"/>
</p:tagLst>
</file>

<file path=ppt/tags/tag361.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1967_3*a*1"/>
  <p:tag name="KSO_WM_TEMPLATE_CATEGORY" val="diagram"/>
  <p:tag name="KSO_WM_TEMPLATE_INDEX" val="20231967"/>
  <p:tag name="KSO_WM_UNIT_LAYERLEVEL" val="1"/>
  <p:tag name="KSO_WM_TAG_VERSION" val="3.0"/>
  <p:tag name="KSO_WM_BEAUTIFY_FLAG" val="#wm#"/>
  <p:tag name="KSO_WM_UNIT_PRESET_TEXT" val="单击此处添加标题"/>
  <p:tag name="KSO_WM_UNIT_TEXT_TYPE" val="1"/>
</p:tagLst>
</file>

<file path=ppt/tags/tag362.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1967_2*l_h_f*1_1_1"/>
  <p:tag name="KSO_WM_TEMPLATE_CATEGORY" val="diagram"/>
  <p:tag name="KSO_WM_TEMPLATE_INDEX" val="20231967"/>
  <p:tag name="KSO_WM_UNIT_LAYERLEVEL" val="1_1_1"/>
  <p:tag name="KSO_WM_TAG_VERSION" val="3.0"/>
  <p:tag name="KSO_WM_BEAUTIFY_FLAG" val="#wm#"/>
  <p:tag name="KSO_WM_UNIT_VALUE" val="132"/>
  <p:tag name="KSO_WM_DIAGRAM_MAX_ITEMCNT" val="4"/>
  <p:tag name="KSO_WM_DIAGRAM_MIN_ITEMCNT" val="2"/>
  <p:tag name="KSO_WM_DIAGRAM_VIRTUALLY_FRAME" val="{&quot;height&quot;:372.13134765625,&quot;width&quot;:780.2114257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添加文本具体内容，简明扼要地阐述您的观点。根据需要可酌情增减文字，以便观者准确地理解您传达的思想。单击此处添加文本具体内容，简明扼要地阐述您的观点，根据需要可增减文字。"/>
  <p:tag name="KSO_WM_UNIT_TEXT_TYPE" val="1"/>
</p:tagLst>
</file>

<file path=ppt/tags/tag363.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1967_2*l_h_a*1_1_1"/>
  <p:tag name="KSO_WM_TEMPLATE_CATEGORY" val="diagram"/>
  <p:tag name="KSO_WM_TEMPLATE_INDEX" val="20231967"/>
  <p:tag name="KSO_WM_UNIT_LAYERLEVEL" val="1_1_1"/>
  <p:tag name="KSO_WM_TAG_VERSION" val="3.0"/>
  <p:tag name="KSO_WM_BEAUTIFY_FLAG" val="#wm#"/>
  <p:tag name="KSO_WM_UNIT_VALUE" val="39"/>
  <p:tag name="KSO_WM_DIAGRAM_MAX_ITEMCNT" val="4"/>
  <p:tag name="KSO_WM_DIAGRAM_MIN_ITEMCNT" val="2"/>
  <p:tag name="KSO_WM_DIAGRAM_VIRTUALLY_FRAME" val="{&quot;height&quot;:372.13134765625,&quot;width&quot;:780.2114257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添加标题"/>
  <p:tag name="KSO_WM_UNIT_TEXT_TYPE" val="1"/>
</p:tagLst>
</file>

<file path=ppt/tags/tag364.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diagram20231967_2*l_h_i*1_1_1"/>
  <p:tag name="KSO_WM_TEMPLATE_CATEGORY" val="diagram"/>
  <p:tag name="KSO_WM_TEMPLATE_INDEX" val="20231967"/>
  <p:tag name="KSO_WM_UNIT_LAYERLEVEL" val="1_1_1"/>
  <p:tag name="KSO_WM_TAG_VERSION" val="3.0"/>
  <p:tag name="KSO_WM_BEAUTIFY_FLAG" val="#wm#"/>
  <p:tag name="KSO_WM_DIAGRAM_MAX_ITEMCNT" val="4"/>
  <p:tag name="KSO_WM_DIAGRAM_MIN_ITEMCNT" val="2"/>
  <p:tag name="KSO_WM_DIAGRAM_VIRTUALLY_FRAME" val="{&quot;height&quot;:372.13134765625,&quot;width&quot;:780.2114257812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1"/>
  <p:tag name="KSO_WM_UNIT_TEXT_FILL_TYPE" val="1"/>
</p:tagLst>
</file>

<file path=ppt/tags/tag365.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1967_2*l_h_f*1_2_1"/>
  <p:tag name="KSO_WM_TEMPLATE_CATEGORY" val="diagram"/>
  <p:tag name="KSO_WM_TEMPLATE_INDEX" val="20231967"/>
  <p:tag name="KSO_WM_UNIT_LAYERLEVEL" val="1_1_1"/>
  <p:tag name="KSO_WM_TAG_VERSION" val="3.0"/>
  <p:tag name="KSO_WM_BEAUTIFY_FLAG" val="#wm#"/>
  <p:tag name="KSO_WM_UNIT_VALUE" val="132"/>
  <p:tag name="KSO_WM_DIAGRAM_MAX_ITEMCNT" val="4"/>
  <p:tag name="KSO_WM_DIAGRAM_MIN_ITEMCNT" val="2"/>
  <p:tag name="KSO_WM_DIAGRAM_VIRTUALLY_FRAME" val="{&quot;height&quot;:372.13134765625,&quot;width&quot;:780.2114257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添加文本具体内容，简明扼要地阐述您的观点。根据需要可酌情增减文字，以便观者准确地理解您传达的思想。单击此处添加文本具体内容，简明扼要地阐述您的观点，根据需要可增减文字。"/>
  <p:tag name="KSO_WM_UNIT_TEXT_TYPE" val="1"/>
</p:tagLst>
</file>

<file path=ppt/tags/tag366.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1967_2*l_h_a*1_2_1"/>
  <p:tag name="KSO_WM_TEMPLATE_CATEGORY" val="diagram"/>
  <p:tag name="KSO_WM_TEMPLATE_INDEX" val="20231967"/>
  <p:tag name="KSO_WM_UNIT_LAYERLEVEL" val="1_1_1"/>
  <p:tag name="KSO_WM_TAG_VERSION" val="3.0"/>
  <p:tag name="KSO_WM_BEAUTIFY_FLAG" val="#wm#"/>
  <p:tag name="KSO_WM_UNIT_VALUE" val="39"/>
  <p:tag name="KSO_WM_DIAGRAM_MAX_ITEMCNT" val="4"/>
  <p:tag name="KSO_WM_DIAGRAM_MIN_ITEMCNT" val="2"/>
  <p:tag name="KSO_WM_DIAGRAM_VIRTUALLY_FRAME" val="{&quot;height&quot;:372.13134765625,&quot;width&quot;:780.2114257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添加标题"/>
  <p:tag name="KSO_WM_UNIT_TEXT_TYPE" val="1"/>
</p:tagLst>
</file>

<file path=ppt/tags/tag367.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diagram20231967_2*l_h_i*1_2_1"/>
  <p:tag name="KSO_WM_TEMPLATE_CATEGORY" val="diagram"/>
  <p:tag name="KSO_WM_TEMPLATE_INDEX" val="20231967"/>
  <p:tag name="KSO_WM_UNIT_LAYERLEVEL" val="1_1_1"/>
  <p:tag name="KSO_WM_TAG_VERSION" val="3.0"/>
  <p:tag name="KSO_WM_BEAUTIFY_FLAG" val="#wm#"/>
  <p:tag name="KSO_WM_DIAGRAM_MAX_ITEMCNT" val="4"/>
  <p:tag name="KSO_WM_DIAGRAM_MIN_ITEMCNT" val="2"/>
  <p:tag name="KSO_WM_DIAGRAM_VIRTUALLY_FRAME" val="{&quot;height&quot;:372.13134765625,&quot;width&quot;:780.2114257812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1"/>
  <p:tag name="KSO_WM_UNIT_TEXT_FILL_TYPE" val="1"/>
</p:tagLst>
</file>

<file path=ppt/tags/tag368.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1967_2*l_h_f*1_3_1"/>
  <p:tag name="KSO_WM_TEMPLATE_CATEGORY" val="diagram"/>
  <p:tag name="KSO_WM_TEMPLATE_INDEX" val="20231967"/>
  <p:tag name="KSO_WM_UNIT_LAYERLEVEL" val="1_1_1"/>
  <p:tag name="KSO_WM_TAG_VERSION" val="3.0"/>
  <p:tag name="KSO_WM_BEAUTIFY_FLAG" val="#wm#"/>
  <p:tag name="KSO_WM_UNIT_VALUE" val="132"/>
  <p:tag name="KSO_WM_DIAGRAM_MAX_ITEMCNT" val="4"/>
  <p:tag name="KSO_WM_DIAGRAM_MIN_ITEMCNT" val="2"/>
  <p:tag name="KSO_WM_DIAGRAM_VIRTUALLY_FRAME" val="{&quot;height&quot;:372.13134765625,&quot;width&quot;:780.2114257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添加文本具体内容，简明扼要地阐述您的观点。根据需要可酌情增减文字，以便观者准确地理解您传达的思想。单击此处添加文本具体内容，简明扼要地阐述您的观点，根据需要可增减文字。"/>
  <p:tag name="KSO_WM_UNIT_TEXT_TYPE" val="1"/>
</p:tagLst>
</file>

<file path=ppt/tags/tag369.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31967_2*l_h_a*1_3_1"/>
  <p:tag name="KSO_WM_TEMPLATE_CATEGORY" val="diagram"/>
  <p:tag name="KSO_WM_TEMPLATE_INDEX" val="20231967"/>
  <p:tag name="KSO_WM_UNIT_LAYERLEVEL" val="1_1_1"/>
  <p:tag name="KSO_WM_TAG_VERSION" val="3.0"/>
  <p:tag name="KSO_WM_BEAUTIFY_FLAG" val="#wm#"/>
  <p:tag name="KSO_WM_UNIT_VALUE" val="39"/>
  <p:tag name="KSO_WM_DIAGRAM_MAX_ITEMCNT" val="4"/>
  <p:tag name="KSO_WM_DIAGRAM_MIN_ITEMCNT" val="2"/>
  <p:tag name="KSO_WM_DIAGRAM_VIRTUALLY_FRAME" val="{&quot;height&quot;:372.13134765625,&quot;width&quot;:780.2114257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添加标题"/>
  <p:tag name="KSO_WM_UNIT_TEXT_TYPE" val="1"/>
</p:tagLst>
</file>

<file path=ppt/tags/tag370.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ID" val="diagram20231967_2*l_h_i*1_3_1"/>
  <p:tag name="KSO_WM_TEMPLATE_CATEGORY" val="diagram"/>
  <p:tag name="KSO_WM_TEMPLATE_INDEX" val="20231967"/>
  <p:tag name="KSO_WM_UNIT_LAYERLEVEL" val="1_1_1"/>
  <p:tag name="KSO_WM_TAG_VERSION" val="3.0"/>
  <p:tag name="KSO_WM_BEAUTIFY_FLAG" val="#wm#"/>
  <p:tag name="KSO_WM_DIAGRAM_MAX_ITEMCNT" val="4"/>
  <p:tag name="KSO_WM_DIAGRAM_MIN_ITEMCNT" val="2"/>
  <p:tag name="KSO_WM_DIAGRAM_VIRTUALLY_FRAME" val="{&quot;height&quot;:372.13134765625,&quot;width&quot;:780.2114257812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1"/>
  <p:tag name="KSO_WM_UNIT_TEXT_FILL_TYPE" val="1"/>
</p:tagLst>
</file>

<file path=ppt/tags/tag371.xml><?xml version="1.0" encoding="utf-8"?>
<p:tagLst xmlns:p="http://schemas.openxmlformats.org/presentationml/2006/main">
  <p:tag name="KSO_WM_SLIDE_ID" val="diagram20231967_3"/>
  <p:tag name="KSO_WM_TEMPLATE_SUBCATEGORY" val="0"/>
  <p:tag name="KSO_WM_TEMPLATE_MASTER_TYPE" val="0"/>
  <p:tag name="KSO_WM_TEMPLATE_COLOR_TYPE" val="0"/>
  <p:tag name="KSO_WM_SLIDE_TYPE" val="text"/>
  <p:tag name="KSO_WM_SLIDE_SUBTYPE" val="diag"/>
  <p:tag name="KSO_WM_SLIDE_ITEM_CNT" val="4"/>
  <p:tag name="KSO_WM_SLIDE_INDEX" val="3"/>
  <p:tag name="KSO_WM_SLIDE_SIZE" val="780.211*359.439"/>
  <p:tag name="KSO_WM_SLIDE_POSITION" val="97.7358*125.161"/>
  <p:tag name="KSO_WM_DIAGRAM_GROUP_CODE" val="l1-1"/>
  <p:tag name="KSO_WM_SLIDE_DIAGTYPE" val="l"/>
  <p:tag name="KSO_WM_TAG_VERSION" val="3.0"/>
  <p:tag name="KSO_WM_BEAUTIFY_FLAG" val="#wm#"/>
  <p:tag name="KSO_WM_TEMPLATE_CATEGORY" val="diagram"/>
  <p:tag name="KSO_WM_TEMPLATE_INDEX" val="20231967"/>
  <p:tag name="KSO_WM_SLIDE_LAYOUT" val="a_l"/>
  <p:tag name="KSO_WM_SLIDE_LAYOUT_CNT" val="1_1"/>
  <p:tag name="CP_OUTLINE_TITLE" val="博物馆作为记忆之场"/>
  <p:tag name="CP_OUTLINE_TYPE" val="pt_text"/>
</p:tagLst>
</file>

<file path=ppt/tags/tag3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201_2*a*1"/>
  <p:tag name="KSO_WM_TEMPLATE_CATEGORY" val="diagram"/>
  <p:tag name="KSO_WM_TEMPLATE_INDEX" val="20233201"/>
  <p:tag name="KSO_WM_UNIT_LAYERLEVEL" val="1"/>
  <p:tag name="KSO_WM_TAG_VERSION" val="3.0"/>
  <p:tag name="KSO_WM_BEAUTIFY_FLAG" val="#wm#"/>
  <p:tag name="KSO_WM_UNIT_ISCONTENTSTITLE" val="0"/>
  <p:tag name="KSO_WM_UNIT_ISNUMDGMTITLE" val="0"/>
  <p:tag name="KSO_WM_UNIT_NOCLEAR" val="0"/>
  <p:tag name="KSO_WM_UNIT_VALUE" val="29"/>
  <p:tag name="KSO_WM_DIAGRAM_GROUP_CODE" val="l1-1"/>
  <p:tag name="KSO_WM_UNIT_TYPE" val="a"/>
  <p:tag name="KSO_WM_UNIT_INDEX" val="1"/>
  <p:tag name="KSO_WM_UNIT_TEXT_TYPE" val="1"/>
  <p:tag name="KSO_WM_UNIT_PRESET_TEXT" val="单击此处添加标题"/>
</p:tagLst>
</file>

<file path=ppt/tags/tag3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201_2*l_i*1_1"/>
  <p:tag name="KSO_WM_TEMPLATE_CATEGORY" val="diagram"/>
  <p:tag name="KSO_WM_TEMPLATE_INDEX" val="20233201"/>
  <p:tag name="KSO_WM_UNIT_LAYERLEVEL" val="1_1"/>
  <p:tag name="KSO_WM_TAG_VERSION" val="3.0"/>
  <p:tag name="KSO_WM_DIAGRAM_GROUP_CODE" val="l1-1"/>
  <p:tag name="KSO_WM_UNIT_TYPE" val="l_i"/>
  <p:tag name="KSO_WM_UNIT_INDEX" val="1_1"/>
  <p:tag name="KSO_WM_DIAGRAM_VERSION" val="3"/>
  <p:tag name="KSO_WM_DIAGRAM_COLOR_TRICK" val="1"/>
  <p:tag name="KSO_WM_DIAGRAM_COLOR_TEXT_CAN_REMOVE" val="n"/>
  <p:tag name="KSO_WM_DIAGRAM_MAX_ITEMCNT" val="4"/>
  <p:tag name="KSO_WM_DIAGRAM_MIN_ITEMCNT" val="2"/>
  <p:tag name="KSO_WM_DIAGRAM_VIRTUALLY_FRAME" val="{&quot;height&quot;:402.11456298828125,&quot;width&quot;:961.0486450195312}"/>
  <p:tag name="KSO_WM_DIAGRAM_COLOR_MATCH_VALUE" val="{&quot;shape&quot;:{&quot;fill&quot;:{&quot;gradient&quot;:[{&quot;brightness&quot;:0,&quot;colorType&quot;:1,&quot;foreColorIndex&quot;:5,&quot;pos&quot;:0,&quot;transparency&quot;:0},{&quot;brightness&quot;:0,&quot;colorType&quot;:1,&quot;foreColorIndex&quot;:5,&quot;pos&quot;:1,&quot;transparency&quot;:0.20000000298023224}],&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Lst>
</file>

<file path=ppt/tags/tag37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3201_2*l_h_f*1_3_1"/>
  <p:tag name="KSO_WM_TEMPLATE_CATEGORY" val="diagram"/>
  <p:tag name="KSO_WM_TEMPLATE_INDEX" val="20233201"/>
  <p:tag name="KSO_WM_UNIT_LAYERLEVEL" val="1_1_1"/>
  <p:tag name="KSO_WM_TAG_VERSION" val="3.0"/>
  <p:tag name="KSO_WM_UNIT_TEXT_FILL_FORE_SCHEMECOLOR_INDEX_BRIGHTNESS" val="0.25"/>
  <p:tag name="KSO_WM_UNIT_TEXT_FILL_TYPE" val="1"/>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402.11456298828125,&quot;width&quot;:961.0486450195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你的文本内容，简明扼要地阐述您的观点。根据需要可酌情增减文字，以便观者准确地理解您传达的正文内容思想。单击此处添加你的文本具体内容，简明扼要地阐述您的观点。根据需要可酌情增减文字，以便观者准确地理解您传达的正文。"/>
</p:tagLst>
</file>

<file path=ppt/tags/tag37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3201_2*l_h_a*1_3_1"/>
  <p:tag name="KSO_WM_TEMPLATE_CATEGORY" val="diagram"/>
  <p:tag name="KSO_WM_TEMPLATE_INDEX" val="20233201"/>
  <p:tag name="KSO_WM_UNIT_LAYERLEVEL" val="1_1_1"/>
  <p:tag name="KSO_WM_TAG_VERSION" val="3.0"/>
  <p:tag name="KSO_WM_UNIT_TEXT_FILL_FORE_SCHEMECOLOR_INDEX_BRIGHTNESS" val="0.15"/>
  <p:tag name="KSO_WM_UNIT_TEXT_FILL_TYPE" val="1"/>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402.11456298828125,&quot;width&quot;:961.0486450195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单击添加标题"/>
</p:tagLst>
</file>

<file path=ppt/tags/tag3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201_2*l_h_i*1_3_1"/>
  <p:tag name="KSO_WM_TEMPLATE_CATEGORY" val="diagram"/>
  <p:tag name="KSO_WM_TEMPLATE_INDEX" val="20233201"/>
  <p:tag name="KSO_WM_UNIT_LAYERLEVEL" val="1_1_1"/>
  <p:tag name="KSO_WM_TAG_VERSION" val="3.0"/>
  <p:tag name="KSO_WM_DIAGRAM_GROUP_CODE" val="l1-1"/>
  <p:tag name="KSO_WM_UNIT_TYPE" val="l_h_i"/>
  <p:tag name="KSO_WM_UNIT_INDEX" val="1_3_1"/>
  <p:tag name="KSO_WM_DIAGRAM_VERSION" val="3"/>
  <p:tag name="KSO_WM_DIAGRAM_COLOR_TRICK" val="1"/>
  <p:tag name="KSO_WM_DIAGRAM_COLOR_TEXT_CAN_REMOVE" val="n"/>
  <p:tag name="KSO_WM_DIAGRAM_MAX_ITEMCNT" val="4"/>
  <p:tag name="KSO_WM_DIAGRAM_MIN_ITEMCNT" val="2"/>
  <p:tag name="KSO_WM_DIAGRAM_VIRTUALLY_FRAME" val="{&quot;height&quot;:402.11456298828125,&quot;width&quot;:961.0486450195312}"/>
  <p:tag name="KSO_WM_DIAGRAM_COLOR_MATCH_VALUE" val="{&quot;shape&quot;:{&quot;fill&quot;:{&quot;type&quot;:0},&quot;glow&quot;:{&quot;colorType&quot;:0},&quot;line&quot;:{&quot;solidLine&quot;:{&quot;brightness&quot;:0,&quot;colorType&quot;:1,&quot;foreColorIndex&quot;:5,&quot;transparency&quot;:0.20000000298023224},&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Lst>
</file>

<file path=ppt/tags/tag37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3201_2*l_h_f*1_1_1"/>
  <p:tag name="KSO_WM_TEMPLATE_CATEGORY" val="diagram"/>
  <p:tag name="KSO_WM_TEMPLATE_INDEX" val="20233201"/>
  <p:tag name="KSO_WM_UNIT_LAYERLEVEL" val="1_1_1"/>
  <p:tag name="KSO_WM_TAG_VERSION" val="3.0"/>
  <p:tag name="KSO_WM_UNIT_TEXT_FILL_FORE_SCHEMECOLOR_INDEX_BRIGHTNESS" val="0.25"/>
  <p:tag name="KSO_WM_UNIT_TEXT_FILL_TYPE" val="1"/>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402.11456298828125,&quot;width&quot;:961.0486450195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内容，简明扼要地阐述您的观点。根据需要可酌情增减文字以便观者准确地理解您传达的正文内容思想单击此处添加文本具体内容，简明扼要地阐述您的观点。根据需要可酌情增减文字以便观者准确地理解您传达的内容思想。"/>
</p:tagLst>
</file>

<file path=ppt/tags/tag37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3201_2*l_h_a*1_1_1"/>
  <p:tag name="KSO_WM_TEMPLATE_CATEGORY" val="diagram"/>
  <p:tag name="KSO_WM_TEMPLATE_INDEX" val="20233201"/>
  <p:tag name="KSO_WM_UNIT_LAYERLEVEL" val="1_1_1"/>
  <p:tag name="KSO_WM_TAG_VERSION" val="3.0"/>
  <p:tag name="KSO_WM_UNIT_TEXT_FILL_FORE_SCHEMECOLOR_INDEX_BRIGHTNESS" val="0.15"/>
  <p:tag name="KSO_WM_UNIT_TEXT_FILL_TYPE" val="1"/>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402.11456298828125,&quot;width&quot;:961.0486450195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单击添加标题"/>
</p:tagLst>
</file>

<file path=ppt/tags/tag3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201_2*l_h_i*1_1_1"/>
  <p:tag name="KSO_WM_TEMPLATE_CATEGORY" val="diagram"/>
  <p:tag name="KSO_WM_TEMPLATE_INDEX" val="20233201"/>
  <p:tag name="KSO_WM_UNIT_LAYERLEVEL" val="1_1_1"/>
  <p:tag name="KSO_WM_TAG_VERSION" val="3.0"/>
  <p:tag name="KSO_WM_DIAGRAM_GROUP_CODE" val="l1-1"/>
  <p:tag name="KSO_WM_UNIT_TYPE" val="l_h_i"/>
  <p:tag name="KSO_WM_UNIT_INDEX" val="1_1_1"/>
  <p:tag name="KSO_WM_DIAGRAM_VERSION" val="3"/>
  <p:tag name="KSO_WM_DIAGRAM_COLOR_TRICK" val="1"/>
  <p:tag name="KSO_WM_DIAGRAM_COLOR_TEXT_CAN_REMOVE" val="n"/>
  <p:tag name="KSO_WM_DIAGRAM_MAX_ITEMCNT" val="4"/>
  <p:tag name="KSO_WM_DIAGRAM_MIN_ITEMCNT" val="2"/>
  <p:tag name="KSO_WM_DIAGRAM_VIRTUALLY_FRAME" val="{&quot;height&quot;:402.11456298828125,&quot;width&quot;:961.0486450195312}"/>
  <p:tag name="KSO_WM_DIAGRAM_COLOR_MATCH_VALUE" val="{&quot;shape&quot;:{&quot;fill&quot;:{&quot;type&quot;:0},&quot;glow&quot;:{&quot;colorType&quot;:0},&quot;line&quot;:{&quot;solidLine&quot;:{&quot;brightness&quot;:0,&quot;colorType&quot;:1,&quot;foreColorIndex&quot;:5,&quot;transparency&quot;:0.20000000298023224},&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Lst>
</file>

<file path=ppt/tags/tag38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3201_2*l_h_f*1_2_1"/>
  <p:tag name="KSO_WM_TEMPLATE_CATEGORY" val="diagram"/>
  <p:tag name="KSO_WM_TEMPLATE_INDEX" val="20233201"/>
  <p:tag name="KSO_WM_UNIT_LAYERLEVEL" val="1_1_1"/>
  <p:tag name="KSO_WM_TAG_VERSION" val="3.0"/>
  <p:tag name="KSO_WM_UNIT_TEXT_FILL_FORE_SCHEMECOLOR_INDEX_BRIGHTNESS" val="0.25"/>
  <p:tag name="KSO_WM_UNIT_TEXT_FILL_TYPE" val="1"/>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402.11456298828125,&quot;width&quot;:961.0486450195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内容，简明扼要地阐述您的观点。根据需要可酌情增减文字，以便观者准确地理解您传达的正文内容思想。单击此处添加文本具体内容，简明扼要地阐述您的观点。根据需要可酌情增减文字，以便观者准确地理解您传达的内容思想。"/>
</p:tagLst>
</file>

<file path=ppt/tags/tag38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3201_2*l_h_a*1_2_1"/>
  <p:tag name="KSO_WM_TEMPLATE_CATEGORY" val="diagram"/>
  <p:tag name="KSO_WM_TEMPLATE_INDEX" val="20233201"/>
  <p:tag name="KSO_WM_UNIT_LAYERLEVEL" val="1_1_1"/>
  <p:tag name="KSO_WM_TAG_VERSION" val="3.0"/>
  <p:tag name="KSO_WM_UNIT_TEXT_FILL_FORE_SCHEMECOLOR_INDEX_BRIGHTNESS" val="0.15"/>
  <p:tag name="KSO_WM_UNIT_TEXT_FILL_TYPE" val="1"/>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402.11456298828125,&quot;width&quot;:961.04864501953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单击添加标题"/>
</p:tagLst>
</file>

<file path=ppt/tags/tag3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201_2*l_h_x*1_1_1"/>
  <p:tag name="KSO_WM_TEMPLATE_CATEGORY" val="diagram"/>
  <p:tag name="KSO_WM_TEMPLATE_INDEX" val="20233201"/>
  <p:tag name="KSO_WM_UNIT_LAYERLEVEL" val="1_1_1"/>
  <p:tag name="KSO_WM_TAG_VERSION" val="3.0"/>
  <p:tag name="KSO_WM_UNIT_VALUE" val="121*130"/>
  <p:tag name="KSO_WM_DIAGRAM_GROUP_CODE" val="l1-1"/>
  <p:tag name="KSO_WM_UNIT_TYPE" val="l_h_x"/>
  <p:tag name="KSO_WM_UNIT_INDEX" val="1_1_1"/>
  <p:tag name="KSO_WM_DIAGRAM_VERSION" val="3"/>
  <p:tag name="KSO_WM_DIAGRAM_COLOR_TRICK" val="1"/>
  <p:tag name="KSO_WM_DIAGRAM_COLOR_TEXT_CAN_REMOVE" val="n"/>
  <p:tag name="KSO_WM_DIAGRAM_MAX_ITEMCNT" val="4"/>
  <p:tag name="KSO_WM_DIAGRAM_MIN_ITEMCNT" val="2"/>
  <p:tag name="KSO_WM_DIAGRAM_VIRTUALLY_FRAME" val="{&quot;height&quot;:402.11456298828125,&quot;width&quot;:961.0486450195312}"/>
  <p:tag name="KSO_WM_DIAGRAM_COLOR_MATCH_VALUE" val="{&quot;shape&quot;:{&quot;fill&quot;:{&quot;gradient&quot;:[{&quot;brightness&quot;:0,&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5"/>
  <p:tag name="KSO_WM_UNIT_FILL_FORE_SCHEMECOLOR_INDEX_BRIGHTNESS" val="0"/>
  <p:tag name="KSO_WM_BEAUTIFY_FLAG" val="#wm#"/>
</p:tagLst>
</file>

<file path=ppt/tags/tag3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201_2*l_h_i*1_2_1"/>
  <p:tag name="KSO_WM_TEMPLATE_CATEGORY" val="diagram"/>
  <p:tag name="KSO_WM_TEMPLATE_INDEX" val="20233201"/>
  <p:tag name="KSO_WM_UNIT_LAYERLEVEL" val="1_1_1"/>
  <p:tag name="KSO_WM_TAG_VERSION" val="3.0"/>
  <p:tag name="KSO_WM_DIAGRAM_GROUP_CODE" val="l1-1"/>
  <p:tag name="KSO_WM_UNIT_TYPE" val="l_h_i"/>
  <p:tag name="KSO_WM_UNIT_INDEX" val="1_2_1"/>
  <p:tag name="KSO_WM_DIAGRAM_VERSION" val="3"/>
  <p:tag name="KSO_WM_DIAGRAM_COLOR_TRICK" val="1"/>
  <p:tag name="KSO_WM_DIAGRAM_COLOR_TEXT_CAN_REMOVE" val="n"/>
  <p:tag name="KSO_WM_DIAGRAM_MAX_ITEMCNT" val="4"/>
  <p:tag name="KSO_WM_DIAGRAM_MIN_ITEMCNT" val="2"/>
  <p:tag name="KSO_WM_DIAGRAM_VIRTUALLY_FRAME" val="{&quot;height&quot;:402.11456298828125,&quot;width&quot;:961.0486450195312}"/>
  <p:tag name="KSO_WM_DIAGRAM_COLOR_MATCH_VALUE" val="{&quot;shape&quot;:{&quot;fill&quot;:{&quot;type&quot;:0},&quot;glow&quot;:{&quot;colorType&quot;:0},&quot;line&quot;:{&quot;solidLine&quot;:{&quot;brightness&quot;:0,&quot;colorType&quot;:1,&quot;foreColorIndex&quot;:5,&quot;transparency&quot;:0.20000000298023224},&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Lst>
</file>

<file path=ppt/tags/tag3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201_2*l_h_x*1_2_1"/>
  <p:tag name="KSO_WM_TEMPLATE_CATEGORY" val="diagram"/>
  <p:tag name="KSO_WM_TEMPLATE_INDEX" val="20233201"/>
  <p:tag name="KSO_WM_UNIT_LAYERLEVEL" val="1_1_1"/>
  <p:tag name="KSO_WM_TAG_VERSION" val="3.0"/>
  <p:tag name="KSO_WM_UNIT_VALUE" val="130*130"/>
  <p:tag name="KSO_WM_DIAGRAM_GROUP_CODE" val="l1-1"/>
  <p:tag name="KSO_WM_UNIT_TYPE" val="l_h_x"/>
  <p:tag name="KSO_WM_UNIT_INDEX" val="1_2_1"/>
  <p:tag name="KSO_WM_DIAGRAM_VERSION" val="3"/>
  <p:tag name="KSO_WM_DIAGRAM_COLOR_TRICK" val="1"/>
  <p:tag name="KSO_WM_DIAGRAM_COLOR_TEXT_CAN_REMOVE" val="n"/>
  <p:tag name="KSO_WM_DIAGRAM_MAX_ITEMCNT" val="4"/>
  <p:tag name="KSO_WM_DIAGRAM_MIN_ITEMCNT" val="2"/>
  <p:tag name="KSO_WM_DIAGRAM_VIRTUALLY_FRAME" val="{&quot;height&quot;:402.11456298828125,&quot;width&quot;:961.0486450195312}"/>
  <p:tag name="KSO_WM_DIAGRAM_COLOR_MATCH_VALUE" val="{&quot;shape&quot;:{&quot;fill&quot;:{&quot;gradient&quot;:[{&quot;brightness&quot;:0,&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5"/>
  <p:tag name="KSO_WM_UNIT_FILL_FORE_SCHEMECOLOR_INDEX_BRIGHTNESS" val="0"/>
  <p:tag name="KSO_WM_BEAUTIFY_FLAG" val="#wm#"/>
</p:tagLst>
</file>

<file path=ppt/tags/tag3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201_2*l_h_x*1_3_1"/>
  <p:tag name="KSO_WM_TEMPLATE_CATEGORY" val="diagram"/>
  <p:tag name="KSO_WM_TEMPLATE_INDEX" val="20233201"/>
  <p:tag name="KSO_WM_UNIT_LAYERLEVEL" val="1_1_1"/>
  <p:tag name="KSO_WM_TAG_VERSION" val="3.0"/>
  <p:tag name="KSO_WM_UNIT_VALUE" val="118*130"/>
  <p:tag name="KSO_WM_DIAGRAM_GROUP_CODE" val="l1-1"/>
  <p:tag name="KSO_WM_UNIT_TYPE" val="l_h_x"/>
  <p:tag name="KSO_WM_UNIT_INDEX" val="1_3_1"/>
  <p:tag name="KSO_WM_DIAGRAM_VERSION" val="3"/>
  <p:tag name="KSO_WM_DIAGRAM_COLOR_TRICK" val="1"/>
  <p:tag name="KSO_WM_DIAGRAM_COLOR_TEXT_CAN_REMOVE" val="n"/>
  <p:tag name="KSO_WM_DIAGRAM_MAX_ITEMCNT" val="4"/>
  <p:tag name="KSO_WM_DIAGRAM_MIN_ITEMCNT" val="2"/>
  <p:tag name="KSO_WM_DIAGRAM_VIRTUALLY_FRAME" val="{&quot;height&quot;:402.11456298828125,&quot;width&quot;:961.0486450195312}"/>
  <p:tag name="KSO_WM_DIAGRAM_COLOR_MATCH_VALUE" val="{&quot;shape&quot;:{&quot;fill&quot;:{&quot;gradient&quot;:[{&quot;brightness&quot;:0,&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5"/>
  <p:tag name="KSO_WM_UNIT_FILL_FORE_SCHEMECOLOR_INDEX_BRIGHTNESS" val="0"/>
  <p:tag name="KSO_WM_BEAUTIFY_FLAG" val="#wm#"/>
</p:tagLst>
</file>

<file path=ppt/tags/tag386.xml><?xml version="1.0" encoding="utf-8"?>
<p:tagLst xmlns:p="http://schemas.openxmlformats.org/presentationml/2006/main">
  <p:tag name="KSO_WM_SLIDE_ID" val="diagram20233201_2"/>
  <p:tag name="KSO_WM_TEMPLATE_SUBCATEGORY" val="0"/>
  <p:tag name="KSO_WM_TEMPLATE_MASTER_TYPE" val="0"/>
  <p:tag name="KSO_WM_TEMPLATE_COLOR_TYPE" val="0"/>
  <p:tag name="KSO_WM_SLIDE_TYPE" val="text"/>
  <p:tag name="KSO_WM_SLIDE_SUBTYPE" val="diag"/>
  <p:tag name="KSO_WM_SLIDE_ITEM_CNT" val="3"/>
  <p:tag name="KSO_WM_SLIDE_INDEX" val="2"/>
  <p:tag name="KSO_WM_TAG_VERSION" val="3.0"/>
  <p:tag name="KSO_WM_BEAUTIFY_FLAG" val="#wm#"/>
  <p:tag name="KSO_WM_TEMPLATE_CATEGORY" val="diagram"/>
  <p:tag name="KSO_WM_TEMPLATE_INDEX" val="20233201"/>
  <p:tag name="KSO_WM_SLIDE_LAYOUT" val="a_l"/>
  <p:tag name="KSO_WM_SLIDE_LAYOUT_CNT" val="1_1"/>
  <p:tag name="KSO_WM_TEMPLATE_THUMBS_INDEX" val="1、4、7、12、13、14、15、16、17、18、20、24、25、28、33、36、40、43、44"/>
  <p:tag name="KSO_WM_DIAGRAM_GROUP_CODE" val="l1-1"/>
  <p:tag name="KSO_WM_SLIDE_DIAGTYPE" val="l"/>
  <p:tag name="KSO_WM_SLIDE_SIZE" val="961.049*402.115"/>
  <p:tag name="KSO_WM_SLIDE_POSITION" val="-1.04874*137.885"/>
  <p:tag name="CP_OUTLINE_TITLE" val="革命叙事的当代转译"/>
  <p:tag name="CP_OUTLINE_TYPE" val="pt_text"/>
</p:tagLst>
</file>

<file path=ppt/tags/tag387.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3203_2*a*1"/>
  <p:tag name="KSO_WM_TEMPLATE_CATEGORY" val="diagram"/>
  <p:tag name="KSO_WM_TEMPLATE_INDEX" val="20233203"/>
  <p:tag name="KSO_WM_UNIT_LAYERLEVEL" val="1"/>
  <p:tag name="KSO_WM_TAG_VERSION" val="3.0"/>
  <p:tag name="KSO_WM_BEAUTIFY_FLAG" val="#wm#"/>
  <p:tag name="KSO_WM_DIAGRAM_GROUP_CODE" val="l1-1"/>
  <p:tag name="KSO_WM_UNIT_PRESET_TEXT" val="单击此处添加标题"/>
  <p:tag name="KSO_WM_UNIT_TEXT_TYPE" val="1"/>
</p:tagLst>
</file>

<file path=ppt/tags/tag388.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l_h_i"/>
  <p:tag name="KSO_WM_UNIT_INDEX" val="1_2_1"/>
  <p:tag name="KSO_WM_UNIT_ID" val="diagram20233203_2*l_h_i*1_2_1"/>
  <p:tag name="KSO_WM_TEMPLATE_CATEGORY" val="diagram"/>
  <p:tag name="KSO_WM_TEMPLATE_INDEX" val="20233203"/>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75.45001220703125,&quot;width&quot;:840.2999877929688}"/>
  <p:tag name="KSO_WM_DIAGRAM_COLOR_MATCH_VALUE" val="{&quot;shape&quot;:{&quot;fill&quot;:{&quot;solid&quot;:{&quot;brightness&quot;:0,&quot;colorType&quot;:1,&quot;foreColorIndex&quot;:5,&quot;transparency&quot;:0.20000000298023224},&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Lst>
</file>

<file path=ppt/tags/tag389.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l_h_i"/>
  <p:tag name="KSO_WM_UNIT_INDEX" val="1_1_1"/>
  <p:tag name="KSO_WM_UNIT_ID" val="diagram20233203_2*l_h_i*1_1_1"/>
  <p:tag name="KSO_WM_TEMPLATE_CATEGORY" val="diagram"/>
  <p:tag name="KSO_WM_TEMPLATE_INDEX" val="20233203"/>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75.45001220703125,&quot;width&quot;:840.2999877929688}"/>
  <p:tag name="KSO_WM_DIAGRAM_COLOR_MATCH_VALUE" val="{&quot;shape&quot;:{&quot;fill&quot;:{&quot;solid&quot;:{&quot;brightness&quot;:0,&quot;colorType&quot;:1,&quot;foreColorIndex&quot;:5,&quot;transparency&quot;:0.20000000298023224},&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Lst>
</file>

<file path=ppt/tags/tag390.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3_1"/>
  <p:tag name="KSO_WM_UNIT_ID" val="diagram20233203_2*l_h_f*1_3_1"/>
  <p:tag name="KSO_WM_TEMPLATE_CATEGORY" val="diagram"/>
  <p:tag name="KSO_WM_TEMPLATE_INDEX" val="20233203"/>
  <p:tag name="KSO_WM_UNIT_LAYERLEVEL" val="1_1_1"/>
  <p:tag name="KSO_WM_TAG_VERSION" val="3.0"/>
  <p:tag name="KSO_WM_DIAGRAM_VERSION" val="3"/>
  <p:tag name="KSO_WM_DIAGRAM_COLOR_TRICK" val="1"/>
  <p:tag name="KSO_WM_DIAGRAM_COLOR_TEXT_CAN_REMOVE" val="n"/>
  <p:tag name="KSO_WM_UNIT_VALUE" val="135"/>
  <p:tag name="KSO_WM_DIAGRAM_GROUP_CODE" val="l1-1"/>
  <p:tag name="KSO_WM_DIAGRAM_MAX_ITEMCNT" val="4"/>
  <p:tag name="KSO_WM_DIAGRAM_MIN_ITEMCNT" val="2"/>
  <p:tag name="KSO_WM_DIAGRAM_VIRTUALLY_FRAME" val="{&quot;height&quot;:375.45001220703125,&quot;width&quot;:840.299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请单击此处添加正文，文字是您思想的提炼，请言简意赅的阐述您的观点。单击此处添加正文，文字是您思想的提炼。单击此处添加正文，文字是您思想的提炼，请言简意赅的阐述您的观点。单击此处添加正文，文字是您思想的提炼。单击此处添加正文，文字是您思想的提炼，请言简意赅的阐述您的观点"/>
  <p:tag name="KSO_WM_UNIT_TEXT_FILL_FORE_SCHEMECOLOR_INDEX" val="1"/>
  <p:tag name="KSO_WM_UNIT_TEXT_FILL_TYPE" val="1"/>
</p:tagLst>
</file>

<file path=ppt/tags/tag39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3203_2*l_h_a*1_3_1"/>
  <p:tag name="KSO_WM_TEMPLATE_CATEGORY" val="diagram"/>
  <p:tag name="KSO_WM_TEMPLATE_INDEX" val="20233203"/>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75.45001220703125,&quot;width&quot;:840.299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单击添加项标题"/>
  <p:tag name="KSO_WM_UNIT_TEXT_FILL_FORE_SCHEMECOLOR_INDEX" val="1"/>
  <p:tag name="KSO_WM_UNIT_TEXT_FILL_TYPE" val="1"/>
</p:tagLst>
</file>

<file path=ppt/tags/tag392.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2_1"/>
  <p:tag name="KSO_WM_UNIT_ID" val="diagram20233203_2*l_h_f*1_2_1"/>
  <p:tag name="KSO_WM_TEMPLATE_CATEGORY" val="diagram"/>
  <p:tag name="KSO_WM_TEMPLATE_INDEX" val="20233203"/>
  <p:tag name="KSO_WM_UNIT_LAYERLEVEL" val="1_1_1"/>
  <p:tag name="KSO_WM_TAG_VERSION" val="3.0"/>
  <p:tag name="KSO_WM_DIAGRAM_VERSION" val="3"/>
  <p:tag name="KSO_WM_DIAGRAM_COLOR_TRICK" val="1"/>
  <p:tag name="KSO_WM_DIAGRAM_COLOR_TEXT_CAN_REMOVE" val="n"/>
  <p:tag name="KSO_WM_UNIT_VALUE" val="140"/>
  <p:tag name="KSO_WM_DIAGRAM_GROUP_CODE" val="l1-1"/>
  <p:tag name="KSO_WM_DIAGRAM_MAX_ITEMCNT" val="4"/>
  <p:tag name="KSO_WM_DIAGRAM_MIN_ITEMCNT" val="2"/>
  <p:tag name="KSO_WM_DIAGRAM_VIRTUALLY_FRAME" val="{&quot;height&quot;:375.45001220703125,&quot;width&quot;:840.299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请单击此处添加正文内容，文字是您思想的提炼，请言简意赅的阐述您的观点。单击此处添加正文，文字是您思想的提炼。单击此处添加正文，文字是您思想的提炼，请言简意赅的阐述您的观点。单击此处添加正文，文字是您思想的提炼。单击此处添加正文，文字是您思想的提炼，请言简意赅的阐述您的观点"/>
  <p:tag name="KSO_WM_UNIT_TEXT_FILL_FORE_SCHEMECOLOR_INDEX" val="1"/>
  <p:tag name="KSO_WM_UNIT_TEXT_FILL_TYPE" val="1"/>
</p:tagLst>
</file>

<file path=ppt/tags/tag39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3203_2*l_h_a*1_2_1"/>
  <p:tag name="KSO_WM_TEMPLATE_CATEGORY" val="diagram"/>
  <p:tag name="KSO_WM_TEMPLATE_INDEX" val="20233203"/>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75.45001220703125,&quot;width&quot;:840.299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单击添加项标题"/>
  <p:tag name="KSO_WM_UNIT_TEXT_FILL_FORE_SCHEMECOLOR_INDEX" val="1"/>
  <p:tag name="KSO_WM_UNIT_TEXT_FILL_TYPE" val="1"/>
</p:tagLst>
</file>

<file path=ppt/tags/tag394.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1_1"/>
  <p:tag name="KSO_WM_UNIT_ID" val="diagram20233203_2*l_h_f*1_1_1"/>
  <p:tag name="KSO_WM_TEMPLATE_CATEGORY" val="diagram"/>
  <p:tag name="KSO_WM_TEMPLATE_INDEX" val="20233203"/>
  <p:tag name="KSO_WM_UNIT_LAYERLEVEL" val="1_1_1"/>
  <p:tag name="KSO_WM_TAG_VERSION" val="3.0"/>
  <p:tag name="KSO_WM_UNIT_VALUE" val="140"/>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75.45001220703125,&quot;width&quot;:840.299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请单击此处添加内容，文字是您思想的提炼，请言简意赅的阐述您的观点。单击添加正文，文字是您思想的提炼。单击此处添加正文，文字是您思想的提炼，请言简意赅的阐述您的观点。单击添加正文，文字是您思想的提炼。单击此处添加正文，文字是您思想的提炼，请言简意赅的阐述您的观点"/>
  <p:tag name="KSO_WM_UNIT_TEXT_FILL_FORE_SCHEMECOLOR_INDEX" val="1"/>
  <p:tag name="KSO_WM_UNIT_TEXT_FILL_TYPE" val="1"/>
</p:tagLst>
</file>

<file path=ppt/tags/tag39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3203_2*l_h_a*1_1_1"/>
  <p:tag name="KSO_WM_TEMPLATE_CATEGORY" val="diagram"/>
  <p:tag name="KSO_WM_TEMPLATE_INDEX" val="20233203"/>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75.45001220703125,&quot;width&quot;:840.299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单击添加项标题"/>
  <p:tag name="KSO_WM_UNIT_TEXT_FILL_FORE_SCHEMECOLOR_INDEX" val="1"/>
  <p:tag name="KSO_WM_UNIT_TEXT_FILL_TYPE" val="1"/>
</p:tagLst>
</file>

<file path=ppt/tags/tag396.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l_h_i"/>
  <p:tag name="KSO_WM_UNIT_INDEX" val="1_3_1"/>
  <p:tag name="KSO_WM_UNIT_ID" val="diagram20233203_2*l_h_i*1_3_1"/>
  <p:tag name="KSO_WM_TEMPLATE_CATEGORY" val="diagram"/>
  <p:tag name="KSO_WM_TEMPLATE_INDEX" val="20233203"/>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75.45001220703125,&quot;width&quot;:840.2999877929688}"/>
  <p:tag name="KSO_WM_DIAGRAM_COLOR_MATCH_VALUE" val="{&quot;shape&quot;:{&quot;fill&quot;:{&quot;solid&quot;:{&quot;brightness&quot;:0,&quot;colorType&quot;:1,&quot;foreColorIndex&quot;:5,&quot;transparency&quot;:0.20000000298023224},&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Lst>
</file>

<file path=ppt/tags/tag397.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l_h_x"/>
  <p:tag name="KSO_WM_UNIT_INDEX" val="1_2_1"/>
  <p:tag name="KSO_WM_UNIT_ID" val="diagram20233203_2*l_h_x*1_2_1"/>
  <p:tag name="KSO_WM_TEMPLATE_CATEGORY" val="diagram"/>
  <p:tag name="KSO_WM_TEMPLATE_INDEX" val="20233203"/>
  <p:tag name="KSO_WM_UNIT_LAYERLEVEL" val="1_1_1"/>
  <p:tag name="KSO_WM_TAG_VERSION" val="3.0"/>
  <p:tag name="KSO_WM_UNIT_VALUE" val="108*108"/>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75.45001220703125,&quot;width&quot;:840.2999877929688}"/>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Lst>
</file>

<file path=ppt/tags/tag398.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l_h_x"/>
  <p:tag name="KSO_WM_UNIT_INDEX" val="1_1_1"/>
  <p:tag name="KSO_WM_UNIT_ID" val="diagram20233203_2*l_h_x*1_1_1"/>
  <p:tag name="KSO_WM_TEMPLATE_CATEGORY" val="diagram"/>
  <p:tag name="KSO_WM_TEMPLATE_INDEX" val="20233203"/>
  <p:tag name="KSO_WM_UNIT_LAYERLEVEL" val="1_1_1"/>
  <p:tag name="KSO_WM_TAG_VERSION" val="3.0"/>
  <p:tag name="KSO_WM_UNIT_VALUE" val="100*108"/>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75.45001220703125,&quot;width&quot;:840.2999877929688}"/>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Lst>
</file>

<file path=ppt/tags/tag399.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l_h_x"/>
  <p:tag name="KSO_WM_UNIT_INDEX" val="1_3_1"/>
  <p:tag name="KSO_WM_UNIT_ID" val="diagram20233203_2*l_h_x*1_3_1"/>
  <p:tag name="KSO_WM_TEMPLATE_CATEGORY" val="diagram"/>
  <p:tag name="KSO_WM_TEMPLATE_INDEX" val="20233203"/>
  <p:tag name="KSO_WM_UNIT_LAYERLEVEL" val="1_1_1"/>
  <p:tag name="KSO_WM_TAG_VERSION" val="3.0"/>
  <p:tag name="KSO_WM_UNIT_VALUE" val="108*108"/>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75.45001220703125,&quot;width&quot;:840.2999877929688}"/>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Lst>
</file>

<file path=ppt/tags/tag400.xml><?xml version="1.0" encoding="utf-8"?>
<p:tagLst xmlns:p="http://schemas.openxmlformats.org/presentationml/2006/main">
  <p:tag name="KSO_WM_SLIDE_ID" val="diagram20233203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diagram"/>
  <p:tag name="KSO_WM_TEMPLATE_INDEX" val="20233203"/>
  <p:tag name="KSO_WM_SLIDE_TYPE" val="text"/>
  <p:tag name="KSO_WM_SLIDE_SUBTYPE" val="diag"/>
  <p:tag name="KSO_WM_SLIDE_SIZE" val="835.572*361.7"/>
  <p:tag name="KSO_WM_SLIDE_POSITION" val="62.1266*132.9"/>
  <p:tag name="KSO_WM_SLIDE_LAYOUT" val="a_l"/>
  <p:tag name="KSO_WM_SLIDE_LAYOUT_CNT" val="1_1"/>
  <p:tag name="KSO_WM_SPECIAL_SOURCE" val="bdnull"/>
  <p:tag name="KSO_WM_DIAGRAM_GROUP_CODE" val="l1-1"/>
  <p:tag name="KSO_WM_SLIDE_DIAGTYPE" val="l"/>
  <p:tag name="CP_OUTLINE_TITLE" val="数字博物馆建设"/>
  <p:tag name="CP_OUTLINE_TYPE" val="pt_text"/>
</p:tagLst>
</file>

<file path=ppt/tags/tag401.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34969_1*a*1"/>
  <p:tag name="KSO_WM_TEMPLATE_CATEGORY" val="custom"/>
  <p:tag name="KSO_WM_TEMPLATE_INDEX" val="20234969"/>
  <p:tag name="KSO_WM_UNIT_LAYERLEVEL" val="1"/>
  <p:tag name="KSO_WM_TAG_VERSION" val="3.0"/>
  <p:tag name="KSO_WM_BEAUTIFY_FLAG" val="#wm#"/>
  <p:tag name="KSO_WM_UNIT_TEXT_TYPE" val="1"/>
  <p:tag name="KSO_WM_UNIT_PRESET_TEXT" val="单击此处添加标题"/>
</p:tagLst>
</file>

<file path=ppt/tags/tag4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4969_1*i*1"/>
  <p:tag name="KSO_WM_TEMPLATE_CATEGORY" val="custom"/>
  <p:tag name="KSO_WM_TEMPLATE_INDEX" val="20234969"/>
  <p:tag name="KSO_WM_UNIT_LAYERLEVEL" val="1"/>
  <p:tag name="KSO_WM_TAG_VERSION" val="3.0"/>
  <p:tag name="KSO_WM_BEAUTIFY_FLAG" val="#wm#"/>
</p:tagLst>
</file>

<file path=ppt/tags/tag4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4969_1*i*2"/>
  <p:tag name="KSO_WM_TEMPLATE_CATEGORY" val="custom"/>
  <p:tag name="KSO_WM_TEMPLATE_INDEX" val="20234969"/>
  <p:tag name="KSO_WM_UNIT_LAYERLEVEL" val="1"/>
  <p:tag name="KSO_WM_TAG_VERSION" val="3.0"/>
  <p:tag name="KSO_WM_BEAUTIFY_FLAG" val="#wm#"/>
</p:tagLst>
</file>

<file path=ppt/tags/tag4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20234969_1*i*3"/>
  <p:tag name="KSO_WM_TEMPLATE_CATEGORY" val="custom"/>
  <p:tag name="KSO_WM_TEMPLATE_INDEX" val="20234969"/>
  <p:tag name="KSO_WM_UNIT_LAYERLEVEL" val="1"/>
  <p:tag name="KSO_WM_TAG_VERSION" val="3.0"/>
  <p:tag name="KSO_WM_BEAUTIFY_FLAG" val="#wm#"/>
</p:tagLst>
</file>

<file path=ppt/tags/tag4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custom20234969_1*i*4"/>
  <p:tag name="KSO_WM_TEMPLATE_CATEGORY" val="custom"/>
  <p:tag name="KSO_WM_TEMPLATE_INDEX" val="20234969"/>
  <p:tag name="KSO_WM_UNIT_LAYERLEVEL" val="1"/>
  <p:tag name="KSO_WM_TAG_VERSION" val="3.0"/>
  <p:tag name="KSO_WM_BEAUTIFY_FLAG" val="#wm#"/>
</p:tagLst>
</file>

<file path=ppt/tags/tag4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custom20234969_1*i*5"/>
  <p:tag name="KSO_WM_TEMPLATE_CATEGORY" val="custom"/>
  <p:tag name="KSO_WM_TEMPLATE_INDEX" val="20234969"/>
  <p:tag name="KSO_WM_UNIT_LAYERLEVEL" val="1"/>
  <p:tag name="KSO_WM_TAG_VERSION" val="3.0"/>
  <p:tag name="KSO_WM_BEAUTIFY_FLAG" val="#wm#"/>
</p:tagLst>
</file>

<file path=ppt/tags/tag4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custom20234969_1*i*6"/>
  <p:tag name="KSO_WM_TEMPLATE_CATEGORY" val="custom"/>
  <p:tag name="KSO_WM_TEMPLATE_INDEX" val="20234969"/>
  <p:tag name="KSO_WM_UNIT_LAYERLEVEL" val="1"/>
  <p:tag name="KSO_WM_TAG_VERSION" val="3.0"/>
  <p:tag name="KSO_WM_BEAUTIFY_FLAG" val="#wm#"/>
</p:tagLst>
</file>

<file path=ppt/tags/tag4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custom20234969_1*i*7"/>
  <p:tag name="KSO_WM_TEMPLATE_CATEGORY" val="custom"/>
  <p:tag name="KSO_WM_TEMPLATE_INDEX" val="20234969"/>
  <p:tag name="KSO_WM_UNIT_LAYERLEVEL" val="1"/>
  <p:tag name="KSO_WM_TAG_VERSION" val="3.0"/>
  <p:tag name="KSO_WM_BEAUTIFY_FLAG" val="#wm#"/>
</p:tagLst>
</file>

<file path=ppt/tags/tag4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custom20234969_1*i*8"/>
  <p:tag name="KSO_WM_TEMPLATE_CATEGORY" val="custom"/>
  <p:tag name="KSO_WM_TEMPLATE_INDEX" val="20234969"/>
  <p:tag name="KSO_WM_UNIT_LAYERLEVEL" val="1"/>
  <p:tag name="KSO_WM_TAG_VERSION" val="3.0"/>
  <p:tag name="KSO_WM_BEAUTIFY_FLAG" val="#wm#"/>
</p:tagLst>
</file>

<file path=ppt/tags/tag4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custom20234969_1*i*9"/>
  <p:tag name="KSO_WM_TEMPLATE_CATEGORY" val="custom"/>
  <p:tag name="KSO_WM_TEMPLATE_INDEX" val="20234969"/>
  <p:tag name="KSO_WM_UNIT_LAYERLEVEL" val="1"/>
  <p:tag name="KSO_WM_TAG_VERSION" val="3.0"/>
  <p:tag name="KSO_WM_BEAUTIFY_FLAG" val="#wm#"/>
</p:tagLst>
</file>

<file path=ppt/tags/tag4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custom20234969_1*i*10"/>
  <p:tag name="KSO_WM_TEMPLATE_CATEGORY" val="custom"/>
  <p:tag name="KSO_WM_TEMPLATE_INDEX" val="20234969"/>
  <p:tag name="KSO_WM_UNIT_LAYERLEVEL" val="1"/>
  <p:tag name="KSO_WM_TAG_VERSION" val="3.0"/>
  <p:tag name="KSO_WM_BEAUTIFY_FLAG" val="#wm#"/>
</p:tagLst>
</file>

<file path=ppt/tags/tag412.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4969_1*f*1"/>
  <p:tag name="KSO_WM_TEMPLATE_CATEGORY" val="custom"/>
  <p:tag name="KSO_WM_TEMPLATE_INDEX" val="20234969"/>
  <p:tag name="KSO_WM_UNIT_LAYERLEVEL" val="1"/>
  <p:tag name="KSO_WM_TAG_VERSION" val="3.0"/>
  <p:tag name="KSO_WM_BEAUTIFY_FLAG" val="#wm#"/>
  <p:tag name="KSO_WM_UNIT_TEXT_TYPE" val="1"/>
  <p:tag name="KSO_WM_UNIT_VALUE" val="432"/>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
</p:tagLst>
</file>

<file path=ppt/tags/tag413.xml><?xml version="1.0" encoding="utf-8"?>
<p:tagLst xmlns:p="http://schemas.openxmlformats.org/presentationml/2006/main">
  <p:tag name="KSO_WM_SLIDE_ID" val="custom20234969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4969"/>
  <p:tag name="KSO_WM_SLIDE_TYPE" val="text"/>
  <p:tag name="KSO_WM_SLIDE_SUBTYPE" val="picTxt"/>
  <p:tag name="KSO_WM_SLIDE_SIZE" val="864*458"/>
  <p:tag name="KSO_WM_SLIDE_POSITION" val="47*28"/>
  <p:tag name="KSO_WM_SLIDE_LAYOUT" val="a_f"/>
  <p:tag name="KSO_WM_SLIDE_LAYOUT_CNT" val="1_1"/>
  <p:tag name="KSO_WM_SPECIAL_SOURCE" val="bdnull"/>
  <p:tag name="CP_OUTLINE_TITLE" val="数字博物馆建设"/>
  <p:tag name="CP_OUTLINE_TYPE" val="pt_text"/>
</p:tagLst>
</file>

<file path=ppt/tags/tag414.xml><?xml version="1.0" encoding="utf-8"?>
<p:tagLst xmlns:p="http://schemas.openxmlformats.org/presentationml/2006/main">
  <p:tag name="KSO_WM_UNIT_TYPE" val="a"/>
  <p:tag name="KSO_WM_UNIT_INDEX" val="1"/>
  <p:tag name="KSO_WM_BEAUTIFY_FLAG" val="#wm#"/>
  <p:tag name="KSO_WM_TAG_VERSION" val="3.0"/>
  <p:tag name="KSO_WM_UNIT_ID" val="custom20235982_9*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982"/>
  <p:tag name="KSO_WM_TEMPLATE_CATEGORY" val="custom"/>
  <p:tag name="KSO_WM_UNIT_ISCONTENTSTITLE" val="0"/>
</p:tagLst>
</file>

<file path=ppt/tags/tag415.xml><?xml version="1.0" encoding="utf-8"?>
<p:tagLst xmlns:p="http://schemas.openxmlformats.org/presentationml/2006/main">
  <p:tag name="KSO_WM_UNIT_TYPE" val="b"/>
  <p:tag name="KSO_WM_UNIT_INDEX" val="1"/>
  <p:tag name="KSO_WM_BEAUTIFY_FLAG" val="#wm#"/>
  <p:tag name="KSO_WM_TAG_VERSION" val="3.0"/>
  <p:tag name="KSO_WM_UNIT_ID" val="custom20235982_9*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982"/>
  <p:tag name="KSO_WM_TEMPLATE_CATEGORY" val="custom"/>
  <p:tag name="KSO_WM_UNIT_ISCONTENTSTITLE" val="0"/>
  <p:tag name="KSO_WM_UNIT_VALUE" val="11"/>
</p:tagLst>
</file>

<file path=ppt/tags/tag416.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ID" val="custom20235982_9*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5982"/>
  <p:tag name="KSO_WM_TEMPLATE_CATEGORY" val="custom"/>
  <p:tag name="KSO_WM_UNIT_VALUE" val="30"/>
</p:tagLst>
</file>

<file path=ppt/tags/tag417.xml><?xml version="1.0" encoding="utf-8"?>
<p:tagLst xmlns:p="http://schemas.openxmlformats.org/presentationml/2006/main">
  <p:tag name="KSO_WM_SLIDE_TYPE" val="endPage"/>
  <p:tag name="KSO_WM_TEMPLATE_SUBCATEGORY" val="29"/>
  <p:tag name="KSO_WM_TEMPLATE_COLOR_TYPE" val="0"/>
  <p:tag name="KSO_WM_TAG_VERSION" val="3.0"/>
  <p:tag name="KSO_WM_SLIDE_SUBTYPE" val="pureTxt"/>
  <p:tag name="KSO_WM_SLIDE_ITEM_CNT" val="0"/>
  <p:tag name="KSO_WM_BEAUTIFY_FLAG" val="#wm#"/>
  <p:tag name="KSO_WM_TEMPLATE_INDEX" val="20235982"/>
  <p:tag name="KSO_WM_TEMPLATE_CATEGORY" val="custom"/>
  <p:tag name="KSO_WM_SLIDE_INDEX" val="9"/>
  <p:tag name="KSO_WM_SLIDE_ID" val="custom20235982_9"/>
  <p:tag name="KSO_WM_TEMPLATE_MASTER_TYPE" val="0"/>
  <p:tag name="KSO_WM_SLIDE_LAYOUT" val="a_b_f"/>
  <p:tag name="KSO_WM_SLIDE_LAYOUT_CNT" val="1_1_1"/>
  <p:tag name="CP_OUTLINE_TITLE" val="谢谢"/>
  <p:tag name="CP_OUTLINE_TYPE" val="pt_end"/>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spect">
      <a:majorFont>
        <a:latin typeface="微软雅黑"/>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微软雅黑"/>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001-1">
      <a:dk1>
        <a:srgbClr val="333333"/>
      </a:dk1>
      <a:lt1>
        <a:srgbClr val="FFFFFF"/>
      </a:lt1>
      <a:dk2>
        <a:srgbClr val="3C0104"/>
      </a:dk2>
      <a:lt2>
        <a:srgbClr val="FFFCFB"/>
      </a:lt2>
      <a:accent1>
        <a:srgbClr val="F92F34"/>
      </a:accent1>
      <a:accent2>
        <a:srgbClr val="FF6948"/>
      </a:accent2>
      <a:accent3>
        <a:srgbClr val="FE9C69"/>
      </a:accent3>
      <a:accent4>
        <a:srgbClr val="FBD138"/>
      </a:accent4>
      <a:accent5>
        <a:srgbClr val="9DA7DC"/>
      </a:accent5>
      <a:accent6>
        <a:srgbClr val="65CBFF"/>
      </a:accent6>
      <a:hlink>
        <a:srgbClr val="304FFE"/>
      </a:hlink>
      <a:folHlink>
        <a:srgbClr val="492067"/>
      </a:folHlink>
    </a:clrScheme>
    <a:fontScheme name="02-微软雅黑唯一标准">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normAutofit/>
      </a:bodyPr>
      <a:lstStyle>
        <a:defPPr>
          <a:lnSpc>
            <a:spcPct val="140000"/>
          </a:lnSpc>
          <a:defRPr lang="zh-CN" altLang="en-US" sz="2400" kern="100" dirty="0">
            <a:effectLst/>
            <a:latin typeface="+mn-ea"/>
            <a:cs typeface="江城圆体 400W" panose="020B0500000000000000"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5095</Words>
  <Application>WPS Office WWO_wpscloud_20250507200051-17b48c65b3</Application>
  <PresentationFormat>宽屏</PresentationFormat>
  <Paragraphs>340</Paragraphs>
  <Slides>26</Slides>
  <Notes>0</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26</vt:i4>
      </vt:variant>
    </vt:vector>
  </HeadingPairs>
  <TitlesOfParts>
    <vt:vector size="37" baseType="lpstr">
      <vt:lpstr>Arial</vt:lpstr>
      <vt:lpstr>宋体</vt:lpstr>
      <vt:lpstr>Wingdings</vt:lpstr>
      <vt:lpstr>微软雅黑</vt:lpstr>
      <vt:lpstr>汉仪旗黑KW 55S</vt:lpstr>
      <vt:lpstr>汉仪书宋二KW</vt:lpstr>
      <vt:lpstr>Kingsoft Confetti</vt:lpstr>
      <vt:lpstr>江城圆体 400W</vt:lpstr>
      <vt:lpstr>Noto Sans Mono CJK JP</vt:lpstr>
      <vt:lpstr>Office 主题</vt:lpstr>
      <vt:lpstr>Office 主题​​</vt:lpstr>
      <vt:lpstr>红色寻访：武汉辛亥革命博物馆的历史传承与当代启示</vt:lpstr>
      <vt:lpstr>目录</vt:lpstr>
      <vt:lpstr>辛亥革命的背景与意义</vt:lpstr>
      <vt:lpstr>晚清社会的三重危机</vt:lpstr>
      <vt:lpstr>思想觉醒的破冰历程</vt:lpstr>
      <vt:lpstr>武昌首义的历史回响</vt:lpstr>
      <vt:lpstr>博物馆的叙事体系构建</vt:lpstr>
      <vt:lpstr>建筑符号的象征表达</vt:lpstr>
      <vt:lpstr>常设展览的三维叙事</vt:lpstr>
      <vt:lpstr>文物陈列的时空对话</vt:lpstr>
      <vt:lpstr>沉浸式观展体验设计</vt:lpstr>
      <vt:lpstr>场景还原的情绪共鸣</vt:lpstr>
      <vt:lpstr>环幕影像的时空折叠</vt:lpstr>
      <vt:lpstr>互动装置的认知唤醒</vt:lpstr>
      <vt:lpstr>历史记忆的当代激活</vt:lpstr>
      <vt:lpstr>首义精神的三维解码</vt:lpstr>
      <vt:lpstr>抗疫精神的世纪回响</vt:lpstr>
      <vt:lpstr>青年使命的传承路径</vt:lpstr>
      <vt:lpstr>文物保护的科技赋能</vt:lpstr>
      <vt:lpstr>纪念空间的情感编码</vt:lpstr>
      <vt:lpstr>参观路线的认知图谱</vt:lpstr>
      <vt:lpstr>博物馆作为记忆之场</vt:lpstr>
      <vt:lpstr>革命叙事的当代转译</vt:lpstr>
      <vt:lpstr>数字博物馆建设</vt:lpstr>
      <vt:lpstr>数字博物馆建设</vt:lpstr>
      <vt:lpstr>谢谢</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红色寻访：武汉辛亥革命博物馆的历史传承与当代启示</dc:title>
  <dc:creator/>
  <cp:lastModifiedBy/>
  <dcterms:created xsi:type="dcterms:W3CDTF">2025-05-14T15:27:54Z</dcterms:created>
  <dcterms:modified xsi:type="dcterms:W3CDTF">2025-05-14T15:27:54Z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2052-12.9.0.21218</vt:lpwstr>
  </property>
  <property fmtid="{D5CDD505-2E9C-101B-9397-08002B2CF9AE}" pid="3" name="ICV">
    <vt:lpwstr>B75C98F4C40948689CB49D1002CA5FAC</vt:lpwstr>
  </property>
</Properties>
</file>