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Lst>
  <p:notesMasterIdLst>
    <p:notesMasterId r:id="rId5"/>
  </p:notesMasterIdLst>
  <p:sldIdLst>
    <p:sldId id="258" r:id="rId4"/>
  </p:sldIdLst>
  <p:sldSz cx="43891200" cy="21945600"/>
  <p:notesSz cx="6858000" cy="9144000"/>
  <p:defaultTextStyle>
    <a:defPPr>
      <a:defRPr lang="en-US"/>
    </a:defPPr>
    <a:lvl1pPr marL="0" algn="l" defTabSz="3761740" rtl="0" eaLnBrk="1" latinLnBrk="0" hangingPunct="1">
      <a:defRPr sz="7400" kern="1200">
        <a:solidFill>
          <a:schemeClr val="tx1"/>
        </a:solidFill>
        <a:latin typeface="+mn-lt"/>
        <a:ea typeface="+mn-ea"/>
        <a:cs typeface="+mn-cs"/>
      </a:defRPr>
    </a:lvl1pPr>
    <a:lvl2pPr marL="1880870" algn="l" defTabSz="3761740" rtl="0" eaLnBrk="1" latinLnBrk="0" hangingPunct="1">
      <a:defRPr sz="7400" kern="1200">
        <a:solidFill>
          <a:schemeClr val="tx1"/>
        </a:solidFill>
        <a:latin typeface="+mn-lt"/>
        <a:ea typeface="+mn-ea"/>
        <a:cs typeface="+mn-cs"/>
      </a:defRPr>
    </a:lvl2pPr>
    <a:lvl3pPr marL="3761740" algn="l" defTabSz="3761740" rtl="0" eaLnBrk="1" latinLnBrk="0" hangingPunct="1">
      <a:defRPr sz="7400" kern="1200">
        <a:solidFill>
          <a:schemeClr val="tx1"/>
        </a:solidFill>
        <a:latin typeface="+mn-lt"/>
        <a:ea typeface="+mn-ea"/>
        <a:cs typeface="+mn-cs"/>
      </a:defRPr>
    </a:lvl3pPr>
    <a:lvl4pPr marL="5642610" algn="l" defTabSz="3761740" rtl="0" eaLnBrk="1" latinLnBrk="0" hangingPunct="1">
      <a:defRPr sz="7400" kern="1200">
        <a:solidFill>
          <a:schemeClr val="tx1"/>
        </a:solidFill>
        <a:latin typeface="+mn-lt"/>
        <a:ea typeface="+mn-ea"/>
        <a:cs typeface="+mn-cs"/>
      </a:defRPr>
    </a:lvl4pPr>
    <a:lvl5pPr marL="7524115" algn="l" defTabSz="3761740" rtl="0" eaLnBrk="1" latinLnBrk="0" hangingPunct="1">
      <a:defRPr sz="7400" kern="1200">
        <a:solidFill>
          <a:schemeClr val="tx1"/>
        </a:solidFill>
        <a:latin typeface="+mn-lt"/>
        <a:ea typeface="+mn-ea"/>
        <a:cs typeface="+mn-cs"/>
      </a:defRPr>
    </a:lvl5pPr>
    <a:lvl6pPr marL="9404985" algn="l" defTabSz="3761740" rtl="0" eaLnBrk="1" latinLnBrk="0" hangingPunct="1">
      <a:defRPr sz="7400" kern="1200">
        <a:solidFill>
          <a:schemeClr val="tx1"/>
        </a:solidFill>
        <a:latin typeface="+mn-lt"/>
        <a:ea typeface="+mn-ea"/>
        <a:cs typeface="+mn-cs"/>
      </a:defRPr>
    </a:lvl6pPr>
    <a:lvl7pPr marL="11285855" algn="l" defTabSz="3761740" rtl="0" eaLnBrk="1" latinLnBrk="0" hangingPunct="1">
      <a:defRPr sz="7400" kern="1200">
        <a:solidFill>
          <a:schemeClr val="tx1"/>
        </a:solidFill>
        <a:latin typeface="+mn-lt"/>
        <a:ea typeface="+mn-ea"/>
        <a:cs typeface="+mn-cs"/>
      </a:defRPr>
    </a:lvl7pPr>
    <a:lvl8pPr marL="13166725" algn="l" defTabSz="3761740" rtl="0" eaLnBrk="1" latinLnBrk="0" hangingPunct="1">
      <a:defRPr sz="7400" kern="1200">
        <a:solidFill>
          <a:schemeClr val="tx1"/>
        </a:solidFill>
        <a:latin typeface="+mn-lt"/>
        <a:ea typeface="+mn-ea"/>
        <a:cs typeface="+mn-cs"/>
      </a:defRPr>
    </a:lvl8pPr>
    <a:lvl9pPr marL="15047595" algn="l" defTabSz="3761740" rtl="0" eaLnBrk="1" latinLnBrk="0" hangingPunct="1">
      <a:defRPr sz="7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23" userDrawn="1">
          <p15:clr>
            <a:srgbClr val="A4A3A4"/>
          </p15:clr>
        </p15:guide>
        <p15:guide id="2" orient="horz" pos="40" userDrawn="1">
          <p15:clr>
            <a:srgbClr val="A4A3A4"/>
          </p15:clr>
        </p15:guide>
        <p15:guide id="3" pos="27370" userDrawn="1">
          <p15:clr>
            <a:srgbClr val="A4A3A4"/>
          </p15:clr>
        </p15:guide>
        <p15:guide id="4" pos="29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75" autoAdjust="0"/>
  </p:normalViewPr>
  <p:slideViewPr>
    <p:cSldViewPr snapToGrid="0" snapToObjects="1" showGuides="1">
      <p:cViewPr varScale="1">
        <p:scale>
          <a:sx n="41" d="100"/>
          <a:sy n="41" d="100"/>
        </p:scale>
        <p:origin x="456" y="240"/>
      </p:cViewPr>
      <p:guideLst>
        <p:guide orient="horz" pos="13823"/>
        <p:guide orient="horz" pos="40"/>
        <p:guide pos="27370"/>
        <p:guide pos="29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commentAuthors" Target="commentAuthors.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fld>
            <a:endParaRPr lang="en-US" dirty="0"/>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3761740" rtl="0" eaLnBrk="1" latinLnBrk="0" hangingPunct="1">
      <a:defRPr sz="5000" kern="1200">
        <a:solidFill>
          <a:schemeClr val="tx1"/>
        </a:solidFill>
        <a:latin typeface="+mn-lt"/>
        <a:ea typeface="+mn-ea"/>
        <a:cs typeface="+mn-cs"/>
      </a:defRPr>
    </a:lvl1pPr>
    <a:lvl2pPr marL="1880870" algn="l" defTabSz="3761740" rtl="0" eaLnBrk="1" latinLnBrk="0" hangingPunct="1">
      <a:defRPr sz="5000" kern="1200">
        <a:solidFill>
          <a:schemeClr val="tx1"/>
        </a:solidFill>
        <a:latin typeface="+mn-lt"/>
        <a:ea typeface="+mn-ea"/>
        <a:cs typeface="+mn-cs"/>
      </a:defRPr>
    </a:lvl2pPr>
    <a:lvl3pPr marL="3761740" algn="l" defTabSz="3761740" rtl="0" eaLnBrk="1" latinLnBrk="0" hangingPunct="1">
      <a:defRPr sz="5000" kern="1200">
        <a:solidFill>
          <a:schemeClr val="tx1"/>
        </a:solidFill>
        <a:latin typeface="+mn-lt"/>
        <a:ea typeface="+mn-ea"/>
        <a:cs typeface="+mn-cs"/>
      </a:defRPr>
    </a:lvl3pPr>
    <a:lvl4pPr marL="5642610" algn="l" defTabSz="3761740" rtl="0" eaLnBrk="1" latinLnBrk="0" hangingPunct="1">
      <a:defRPr sz="5000" kern="1200">
        <a:solidFill>
          <a:schemeClr val="tx1"/>
        </a:solidFill>
        <a:latin typeface="+mn-lt"/>
        <a:ea typeface="+mn-ea"/>
        <a:cs typeface="+mn-cs"/>
      </a:defRPr>
    </a:lvl4pPr>
    <a:lvl5pPr marL="7524115" algn="l" defTabSz="3761740" rtl="0" eaLnBrk="1" latinLnBrk="0" hangingPunct="1">
      <a:defRPr sz="5000" kern="1200">
        <a:solidFill>
          <a:schemeClr val="tx1"/>
        </a:solidFill>
        <a:latin typeface="+mn-lt"/>
        <a:ea typeface="+mn-ea"/>
        <a:cs typeface="+mn-cs"/>
      </a:defRPr>
    </a:lvl5pPr>
    <a:lvl6pPr marL="9404985" algn="l" defTabSz="3761740" rtl="0" eaLnBrk="1" latinLnBrk="0" hangingPunct="1">
      <a:defRPr sz="5000" kern="1200">
        <a:solidFill>
          <a:schemeClr val="tx1"/>
        </a:solidFill>
        <a:latin typeface="+mn-lt"/>
        <a:ea typeface="+mn-ea"/>
        <a:cs typeface="+mn-cs"/>
      </a:defRPr>
    </a:lvl6pPr>
    <a:lvl7pPr marL="11285855" algn="l" defTabSz="3761740" rtl="0" eaLnBrk="1" latinLnBrk="0" hangingPunct="1">
      <a:defRPr sz="5000" kern="1200">
        <a:solidFill>
          <a:schemeClr val="tx1"/>
        </a:solidFill>
        <a:latin typeface="+mn-lt"/>
        <a:ea typeface="+mn-ea"/>
        <a:cs typeface="+mn-cs"/>
      </a:defRPr>
    </a:lvl7pPr>
    <a:lvl8pPr marL="13166725" algn="l" defTabSz="3761740" rtl="0" eaLnBrk="1" latinLnBrk="0" hangingPunct="1">
      <a:defRPr sz="5000" kern="1200">
        <a:solidFill>
          <a:schemeClr val="tx1"/>
        </a:solidFill>
        <a:latin typeface="+mn-lt"/>
        <a:ea typeface="+mn-ea"/>
        <a:cs typeface="+mn-cs"/>
      </a:defRPr>
    </a:lvl8pPr>
    <a:lvl9pPr marL="15047595" algn="l" defTabSz="3761740" rtl="0" eaLnBrk="1" latinLnBrk="0" hangingPunct="1">
      <a:defRPr sz="5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8x96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74663" y="11021042"/>
            <a:ext cx="829096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438087" y="3990987"/>
            <a:ext cx="8290965"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9128817" y="3990987"/>
            <a:ext cx="8269287"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438087" y="4605212"/>
            <a:ext cx="829096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474663" y="10431876"/>
            <a:ext cx="8290965"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17804524" y="4580154"/>
            <a:ext cx="8274926"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17797869" y="3990987"/>
            <a:ext cx="8274926"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5147250" y="3990987"/>
            <a:ext cx="8272463"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5147249" y="4611684"/>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5147249" y="9515157"/>
            <a:ext cx="8272463"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5147250" y="10104323"/>
            <a:ext cx="8272462"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5147250" y="16394130"/>
            <a:ext cx="8275320"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ACKNOWLEDGEMENTS</a:t>
            </a:r>
            <a:endParaRPr lang="en-US" dirty="0"/>
          </a:p>
        </p:txBody>
      </p:sp>
      <p:sp>
        <p:nvSpPr>
          <p:cNvPr id="30" name="Text Placeholder 3"/>
          <p:cNvSpPr>
            <a:spLocks noGrp="1"/>
          </p:cNvSpPr>
          <p:nvPr>
            <p:ph type="body" sz="quarter" idx="30" hasCustomPrompt="1"/>
          </p:nvPr>
        </p:nvSpPr>
        <p:spPr>
          <a:xfrm>
            <a:off x="35147248" y="17036528"/>
            <a:ext cx="8272463"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9133786" y="4611684"/>
            <a:ext cx="8271345"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76" name="Text Placeholder 3"/>
          <p:cNvSpPr>
            <a:spLocks noGrp="1"/>
          </p:cNvSpPr>
          <p:nvPr>
            <p:ph type="body" sz="quarter" idx="136" hasCustomPrompt="1"/>
          </p:nvPr>
        </p:nvSpPr>
        <p:spPr>
          <a:xfrm>
            <a:off x="26462419" y="4580154"/>
            <a:ext cx="8274926" cy="492443"/>
          </a:xfrm>
          <a:prstGeom prst="rect">
            <a:avLst/>
          </a:prstGeom>
        </p:spPr>
        <p:txBody>
          <a:bodyPr wrap="square" lIns="91440" tIns="91440" rIns="91440" bIns="91440"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77" name="Text Placeholder 5"/>
          <p:cNvSpPr>
            <a:spLocks noGrp="1"/>
          </p:cNvSpPr>
          <p:nvPr>
            <p:ph type="body" sz="quarter" idx="137" hasCustomPrompt="1"/>
          </p:nvPr>
        </p:nvSpPr>
        <p:spPr>
          <a:xfrm>
            <a:off x="26472560" y="3990987"/>
            <a:ext cx="8274926" cy="527611"/>
          </a:xfrm>
          <a:prstGeom prst="rect">
            <a:avLst/>
          </a:prstGeom>
          <a:solidFill>
            <a:schemeClr val="accent5">
              <a:lumMod val="50000"/>
            </a:schemeClr>
          </a:solidFill>
        </p:spPr>
        <p:txBody>
          <a:bodyPr wrap="square" lIns="78374" tIns="78374" rIns="78374" bIns="78374" anchor="t" anchorCtr="0">
            <a:spAutoFit/>
          </a:bodyPr>
          <a:lstStyle>
            <a:lvl1pPr marL="0" indent="0" algn="ctr">
              <a:buNone/>
              <a:defRPr sz="2400" b="1" u="none" baseline="0">
                <a:solidFill>
                  <a:schemeClr val="bg1"/>
                </a:solidFill>
                <a:latin typeface="Century Gothic" panose="020B0502020202020204" pitchFamily="34" charset="0"/>
              </a:defRPr>
            </a:lvl1pPr>
          </a:lstStyle>
          <a:p>
            <a:pPr lvl="0"/>
            <a:r>
              <a:rPr lang="en-US" dirty="0"/>
              <a:t>(click to edit)  RESULTS</a:t>
            </a:r>
            <a:endParaRPr lang="en-US" dirty="0"/>
          </a:p>
        </p:txBody>
      </p:sp>
      <p:sp>
        <p:nvSpPr>
          <p:cNvPr id="57" name="Text Placeholder 76"/>
          <p:cNvSpPr>
            <a:spLocks noGrp="1"/>
          </p:cNvSpPr>
          <p:nvPr>
            <p:ph type="body" sz="quarter" idx="161" hasCustomPrompt="1"/>
          </p:nvPr>
        </p:nvSpPr>
        <p:spPr>
          <a:xfrm>
            <a:off x="5225143" y="1091509"/>
            <a:ext cx="33440914" cy="584775"/>
          </a:xfrm>
          <a:prstGeom prst="rect">
            <a:avLst/>
          </a:prstGeom>
        </p:spPr>
        <p:txBody>
          <a:bodyPr anchor="t" anchorCtr="0">
            <a:spAutoFit/>
          </a:bodyPr>
          <a:lstStyle>
            <a:lvl1pPr marL="0" indent="0" algn="ctr">
              <a:buFontTx/>
              <a:buNone/>
              <a:defRPr sz="32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endParaRPr lang="en-US" dirty="0"/>
          </a:p>
        </p:txBody>
      </p:sp>
      <p:sp>
        <p:nvSpPr>
          <p:cNvPr id="58" name="Text Placeholder 76"/>
          <p:cNvSpPr>
            <a:spLocks noGrp="1"/>
          </p:cNvSpPr>
          <p:nvPr>
            <p:ph type="body" sz="quarter" idx="195" hasCustomPrompt="1"/>
          </p:nvPr>
        </p:nvSpPr>
        <p:spPr>
          <a:xfrm>
            <a:off x="5225143" y="1915058"/>
            <a:ext cx="33440914" cy="400110"/>
          </a:xfrm>
          <a:prstGeom prst="rect">
            <a:avLst/>
          </a:prstGeom>
        </p:spPr>
        <p:txBody>
          <a:bodyPr anchor="t" anchorCtr="0">
            <a:spAutoFit/>
          </a:bodyPr>
          <a:lstStyle>
            <a:lvl1pPr marL="0" indent="0" algn="ctr">
              <a:buFontTx/>
              <a:buNone/>
              <a:defRPr sz="20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endParaRPr lang="en-US" dirty="0"/>
          </a:p>
        </p:txBody>
      </p:sp>
      <p:sp>
        <p:nvSpPr>
          <p:cNvPr id="59" name="Text Placeholder 76"/>
          <p:cNvSpPr>
            <a:spLocks noGrp="1"/>
          </p:cNvSpPr>
          <p:nvPr>
            <p:ph type="body" sz="quarter" idx="196" hasCustomPrompt="1"/>
          </p:nvPr>
        </p:nvSpPr>
        <p:spPr>
          <a:xfrm>
            <a:off x="5225143" y="180134"/>
            <a:ext cx="33440914" cy="792252"/>
          </a:xfrm>
          <a:prstGeom prst="rect">
            <a:avLst/>
          </a:prstGeom>
        </p:spPr>
        <p:txBody>
          <a:bodyPr anchor="t" anchorCtr="0">
            <a:spAutoFit/>
          </a:bodyPr>
          <a:lstStyle>
            <a:lvl1pPr marL="0" indent="0" algn="ctr">
              <a:buFontTx/>
              <a:buNone/>
              <a:defRPr sz="4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74663" y="11021042"/>
            <a:ext cx="829096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6" name="Text Placeholder 5"/>
          <p:cNvSpPr>
            <a:spLocks noGrp="1"/>
          </p:cNvSpPr>
          <p:nvPr>
            <p:ph type="body" sz="quarter" idx="11" hasCustomPrompt="1"/>
          </p:nvPr>
        </p:nvSpPr>
        <p:spPr>
          <a:xfrm>
            <a:off x="438087" y="3486491"/>
            <a:ext cx="8290965"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endParaRPr lang="en-US" dirty="0"/>
          </a:p>
        </p:txBody>
      </p:sp>
      <p:sp>
        <p:nvSpPr>
          <p:cNvPr id="20" name="Text Placeholder 5"/>
          <p:cNvSpPr>
            <a:spLocks noGrp="1"/>
          </p:cNvSpPr>
          <p:nvPr>
            <p:ph type="body" sz="quarter" idx="20" hasCustomPrompt="1"/>
          </p:nvPr>
        </p:nvSpPr>
        <p:spPr>
          <a:xfrm>
            <a:off x="9128817" y="3486491"/>
            <a:ext cx="8269287"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endParaRPr lang="en-US" dirty="0"/>
          </a:p>
        </p:txBody>
      </p:sp>
      <p:sp>
        <p:nvSpPr>
          <p:cNvPr id="21" name="Text Placeholder 3"/>
          <p:cNvSpPr>
            <a:spLocks noGrp="1"/>
          </p:cNvSpPr>
          <p:nvPr>
            <p:ph type="body" sz="quarter" idx="21" hasCustomPrompt="1"/>
          </p:nvPr>
        </p:nvSpPr>
        <p:spPr>
          <a:xfrm>
            <a:off x="438087" y="4100716"/>
            <a:ext cx="829096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2" name="Text Placeholder 5"/>
          <p:cNvSpPr>
            <a:spLocks noGrp="1"/>
          </p:cNvSpPr>
          <p:nvPr>
            <p:ph type="body" sz="quarter" idx="22" hasCustomPrompt="1"/>
          </p:nvPr>
        </p:nvSpPr>
        <p:spPr>
          <a:xfrm>
            <a:off x="474663" y="10431876"/>
            <a:ext cx="8290965"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MATERIALS &amp; METHODS</a:t>
            </a:r>
            <a:endParaRPr lang="en-US" dirty="0"/>
          </a:p>
        </p:txBody>
      </p:sp>
      <p:sp>
        <p:nvSpPr>
          <p:cNvPr id="23" name="Text Placeholder 3"/>
          <p:cNvSpPr>
            <a:spLocks noGrp="1"/>
          </p:cNvSpPr>
          <p:nvPr>
            <p:ph type="body" sz="quarter" idx="23" hasCustomPrompt="1"/>
          </p:nvPr>
        </p:nvSpPr>
        <p:spPr>
          <a:xfrm>
            <a:off x="17804524" y="4075658"/>
            <a:ext cx="8274926"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4" name="Text Placeholder 5"/>
          <p:cNvSpPr>
            <a:spLocks noGrp="1"/>
          </p:cNvSpPr>
          <p:nvPr>
            <p:ph type="body" sz="quarter" idx="24" hasCustomPrompt="1"/>
          </p:nvPr>
        </p:nvSpPr>
        <p:spPr>
          <a:xfrm>
            <a:off x="17797869" y="3486491"/>
            <a:ext cx="8274926"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RESULTS</a:t>
            </a:r>
            <a:endParaRPr lang="en-US" dirty="0"/>
          </a:p>
        </p:txBody>
      </p:sp>
      <p:sp>
        <p:nvSpPr>
          <p:cNvPr id="25" name="Text Placeholder 5"/>
          <p:cNvSpPr>
            <a:spLocks noGrp="1"/>
          </p:cNvSpPr>
          <p:nvPr>
            <p:ph type="body" sz="quarter" idx="25" hasCustomPrompt="1"/>
          </p:nvPr>
        </p:nvSpPr>
        <p:spPr>
          <a:xfrm>
            <a:off x="35147250" y="3486491"/>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endParaRPr lang="en-US" dirty="0"/>
          </a:p>
        </p:txBody>
      </p:sp>
      <p:sp>
        <p:nvSpPr>
          <p:cNvPr id="26" name="Text Placeholder 3"/>
          <p:cNvSpPr>
            <a:spLocks noGrp="1"/>
          </p:cNvSpPr>
          <p:nvPr>
            <p:ph type="body" sz="quarter" idx="26" hasCustomPrompt="1"/>
          </p:nvPr>
        </p:nvSpPr>
        <p:spPr>
          <a:xfrm>
            <a:off x="35147249" y="4107188"/>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7" name="Text Placeholder 5"/>
          <p:cNvSpPr>
            <a:spLocks noGrp="1"/>
          </p:cNvSpPr>
          <p:nvPr>
            <p:ph type="body" sz="quarter" idx="27" hasCustomPrompt="1"/>
          </p:nvPr>
        </p:nvSpPr>
        <p:spPr>
          <a:xfrm>
            <a:off x="35147249" y="9515157"/>
            <a:ext cx="8272463"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endParaRPr lang="en-US" dirty="0"/>
          </a:p>
        </p:txBody>
      </p:sp>
      <p:sp>
        <p:nvSpPr>
          <p:cNvPr id="28" name="Text Placeholder 3"/>
          <p:cNvSpPr>
            <a:spLocks noGrp="1"/>
          </p:cNvSpPr>
          <p:nvPr>
            <p:ph type="body" sz="quarter" idx="28" hasCustomPrompt="1"/>
          </p:nvPr>
        </p:nvSpPr>
        <p:spPr>
          <a:xfrm>
            <a:off x="35147250" y="10104323"/>
            <a:ext cx="8272462"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29" name="Text Placeholder 5"/>
          <p:cNvSpPr>
            <a:spLocks noGrp="1"/>
          </p:cNvSpPr>
          <p:nvPr>
            <p:ph type="body" sz="quarter" idx="29" hasCustomPrompt="1"/>
          </p:nvPr>
        </p:nvSpPr>
        <p:spPr>
          <a:xfrm>
            <a:off x="35147250" y="16609573"/>
            <a:ext cx="8272462"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endParaRPr lang="en-US" dirty="0"/>
          </a:p>
        </p:txBody>
      </p:sp>
      <p:sp>
        <p:nvSpPr>
          <p:cNvPr id="30" name="Text Placeholder 3"/>
          <p:cNvSpPr>
            <a:spLocks noGrp="1"/>
          </p:cNvSpPr>
          <p:nvPr>
            <p:ph type="body" sz="quarter" idx="30" hasCustomPrompt="1"/>
          </p:nvPr>
        </p:nvSpPr>
        <p:spPr>
          <a:xfrm>
            <a:off x="35147249" y="17198740"/>
            <a:ext cx="8272463"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60" name="Text Placeholder 3"/>
          <p:cNvSpPr>
            <a:spLocks noGrp="1"/>
          </p:cNvSpPr>
          <p:nvPr>
            <p:ph type="body" sz="quarter" idx="96" hasCustomPrompt="1"/>
          </p:nvPr>
        </p:nvSpPr>
        <p:spPr>
          <a:xfrm>
            <a:off x="9133786" y="4107188"/>
            <a:ext cx="8271345"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76" name="Text Placeholder 3"/>
          <p:cNvSpPr>
            <a:spLocks noGrp="1"/>
          </p:cNvSpPr>
          <p:nvPr>
            <p:ph type="body" sz="quarter" idx="136" hasCustomPrompt="1"/>
          </p:nvPr>
        </p:nvSpPr>
        <p:spPr>
          <a:xfrm>
            <a:off x="26462419" y="4075658"/>
            <a:ext cx="8274926" cy="492443"/>
          </a:xfrm>
          <a:prstGeom prst="rect">
            <a:avLst/>
          </a:prstGeom>
        </p:spPr>
        <p:txBody>
          <a:bodyPr wrap="square" lIns="91440" tIns="91440" rIns="91440" bIns="91440">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273810" indent="-489585">
              <a:defRPr sz="2100">
                <a:latin typeface="Trebuchet MS" panose="020B0603020202020204" pitchFamily="34" charset="0"/>
              </a:defRPr>
            </a:lvl2pPr>
            <a:lvl3pPr marL="1763395" indent="-489585">
              <a:defRPr sz="2100">
                <a:latin typeface="Trebuchet MS" panose="020B0603020202020204" pitchFamily="34" charset="0"/>
              </a:defRPr>
            </a:lvl3pPr>
            <a:lvl4pPr marL="2302510" indent="-539115">
              <a:defRPr sz="2100">
                <a:latin typeface="Trebuchet MS" panose="020B0603020202020204" pitchFamily="34" charset="0"/>
              </a:defRPr>
            </a:lvl4pPr>
            <a:lvl5pPr marL="2694305" indent="-391795">
              <a:defRPr sz="2100">
                <a:latin typeface="Trebuchet MS" panose="020B0603020202020204" pitchFamily="34" charset="0"/>
              </a:defRPr>
            </a:lvl5pPr>
          </a:lstStyle>
          <a:p>
            <a:pPr lvl="0"/>
            <a:r>
              <a:rPr lang="en-US" dirty="0"/>
              <a:t>Type in or paste your text here</a:t>
            </a:r>
            <a:endParaRPr lang="en-US" dirty="0"/>
          </a:p>
        </p:txBody>
      </p:sp>
      <p:sp>
        <p:nvSpPr>
          <p:cNvPr id="77" name="Text Placeholder 5"/>
          <p:cNvSpPr>
            <a:spLocks noGrp="1"/>
          </p:cNvSpPr>
          <p:nvPr>
            <p:ph type="body" sz="quarter" idx="137" hasCustomPrompt="1"/>
          </p:nvPr>
        </p:nvSpPr>
        <p:spPr>
          <a:xfrm>
            <a:off x="26472560" y="3486491"/>
            <a:ext cx="8274926" cy="589166"/>
          </a:xfrm>
          <a:prstGeom prst="rect">
            <a:avLst/>
          </a:prstGeom>
          <a:noFill/>
        </p:spPr>
        <p:txBody>
          <a:bodyPr wrap="square" lIns="78374" tIns="78374" rIns="78374" bIns="78374" anchor="ctr" anchorCtr="0">
            <a:spAutoFit/>
          </a:bodyPr>
          <a:lstStyle>
            <a:lvl1pPr marL="0" indent="0" algn="ctr">
              <a:buNone/>
              <a:defRPr sz="2800" b="1" u="sng" baseline="0">
                <a:solidFill>
                  <a:schemeClr val="accent5">
                    <a:lumMod val="50000"/>
                  </a:schemeClr>
                </a:solidFill>
              </a:defRPr>
            </a:lvl1pPr>
          </a:lstStyle>
          <a:p>
            <a:pPr lvl="0"/>
            <a:r>
              <a:rPr lang="en-US" dirty="0"/>
              <a:t>(click to edit)  RESULTS</a:t>
            </a:r>
            <a:endParaRPr lang="en-US" dirty="0"/>
          </a:p>
        </p:txBody>
      </p:sp>
      <p:sp>
        <p:nvSpPr>
          <p:cNvPr id="57" name="Text Placeholder 76"/>
          <p:cNvSpPr>
            <a:spLocks noGrp="1"/>
          </p:cNvSpPr>
          <p:nvPr>
            <p:ph type="body" sz="quarter" idx="161" hasCustomPrompt="1"/>
          </p:nvPr>
        </p:nvSpPr>
        <p:spPr>
          <a:xfrm>
            <a:off x="5225143" y="1464829"/>
            <a:ext cx="33440914" cy="963989"/>
          </a:xfrm>
          <a:prstGeom prst="rect">
            <a:avLst/>
          </a:prstGeom>
        </p:spPr>
        <p:txBody>
          <a:bodyPr>
            <a:normAutofit/>
          </a:bodyPr>
          <a:lstStyle>
            <a:lvl1pPr marL="0" indent="0" algn="ctr">
              <a:buFontTx/>
              <a:buNone/>
              <a:defRPr sz="48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endParaRPr lang="en-US" dirty="0"/>
          </a:p>
        </p:txBody>
      </p:sp>
      <p:sp>
        <p:nvSpPr>
          <p:cNvPr id="58" name="Text Placeholder 76"/>
          <p:cNvSpPr>
            <a:spLocks noGrp="1"/>
          </p:cNvSpPr>
          <p:nvPr>
            <p:ph type="body" sz="quarter" idx="195" hasCustomPrompt="1"/>
          </p:nvPr>
        </p:nvSpPr>
        <p:spPr>
          <a:xfrm>
            <a:off x="5225143" y="2428819"/>
            <a:ext cx="33440914" cy="634555"/>
          </a:xfrm>
          <a:prstGeom prst="rect">
            <a:avLst/>
          </a:prstGeom>
        </p:spPr>
        <p:txBody>
          <a:bodyPr>
            <a:normAutofit/>
          </a:bodyPr>
          <a:lstStyle>
            <a:lvl1pPr marL="0" indent="0" algn="ctr">
              <a:buFontTx/>
              <a:buNone/>
              <a:defRPr sz="3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endParaRPr lang="en-US" dirty="0"/>
          </a:p>
        </p:txBody>
      </p:sp>
      <p:sp>
        <p:nvSpPr>
          <p:cNvPr id="59" name="Text Placeholder 76"/>
          <p:cNvSpPr>
            <a:spLocks noGrp="1"/>
          </p:cNvSpPr>
          <p:nvPr>
            <p:ph type="body" sz="quarter" idx="196" hasCustomPrompt="1"/>
          </p:nvPr>
        </p:nvSpPr>
        <p:spPr>
          <a:xfrm>
            <a:off x="5225143" y="180134"/>
            <a:ext cx="33440914" cy="1284696"/>
          </a:xfrm>
          <a:prstGeom prst="rect">
            <a:avLst/>
          </a:prstGeom>
        </p:spPr>
        <p:txBody>
          <a:bodyPr>
            <a:normAutofit/>
          </a:bodyPr>
          <a:lstStyle>
            <a:lvl1pPr marL="0" indent="0" algn="ctr">
              <a:buFontTx/>
              <a:buNone/>
              <a:defRPr sz="66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hyperlink" Target="https://www.posterpresentations.com/how-to-change-the-research-poster-template-colors.html" TargetMode="Externa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a:xfrm>
            <a:off x="-1" y="21251917"/>
            <a:ext cx="43891199" cy="65717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819153" y="21488400"/>
            <a:ext cx="2514600" cy="291981"/>
          </a:xfrm>
          <a:prstGeom prst="rect">
            <a:avLst/>
          </a:prstGeom>
          <a:noFill/>
          <a:ln w="9525">
            <a:noFill/>
            <a:miter lim="800000"/>
          </a:ln>
          <a:effectLst/>
        </p:spPr>
        <p:txBody>
          <a:bodyPr lIns="78225" tIns="39105" rIns="78225" bIns="39105">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900" b="1" dirty="0">
                <a:solidFill>
                  <a:schemeClr val="bg1">
                    <a:lumMod val="75000"/>
                  </a:schemeClr>
                </a:solidFill>
                <a:latin typeface="Arial" panose="020B0604020202020204" pitchFamily="34" charset="0"/>
              </a:rPr>
              <a:t>www.PosterPresentations.com</a:t>
            </a:r>
            <a:endParaRPr lang="en-US" sz="900" b="1" dirty="0">
              <a:solidFill>
                <a:schemeClr val="bg1">
                  <a:lumMod val="75000"/>
                </a:schemeClr>
              </a:solidFill>
              <a:latin typeface="Arial" panose="020B0604020202020204" pitchFamily="34" charset="0"/>
            </a:endParaRPr>
          </a:p>
        </p:txBody>
      </p:sp>
      <p:graphicFrame>
        <p:nvGraphicFramePr>
          <p:cNvPr id="33" name="Table 32"/>
          <p:cNvGraphicFramePr>
            <a:graphicFrameLocks noGrp="1"/>
          </p:cNvGraphicFramePr>
          <p:nvPr userDrawn="1"/>
        </p:nvGraphicFramePr>
        <p:xfrm>
          <a:off x="-6404644" y="23446"/>
          <a:ext cx="6099844" cy="21945600"/>
        </p:xfrm>
        <a:graphic>
          <a:graphicData uri="http://schemas.openxmlformats.org/drawingml/2006/table">
            <a:tbl>
              <a:tblPr firstRow="1" bandRow="1">
                <a:tableStyleId>{5C22544A-7EE6-4342-B048-85BDC9FD1C3A}</a:tableStyleId>
              </a:tblPr>
              <a:tblGrid>
                <a:gridCol w="2615564"/>
                <a:gridCol w="3484280"/>
              </a:tblGrid>
              <a:tr h="849594">
                <a:tc gridSpan="2">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400" b="0" spc="600" dirty="0">
                          <a:solidFill>
                            <a:srgbClr val="1F3A4E"/>
                          </a:solidFill>
                          <a:latin typeface="Arial Black" panose="020B0A04020102020204" pitchFamily="34" charset="0"/>
                        </a:rPr>
                        <a:t>QUICK START GUIDE</a:t>
                      </a:r>
                      <a:br>
                        <a:rPr lang="en-US" sz="2400" b="0" spc="600" dirty="0">
                          <a:solidFill>
                            <a:srgbClr val="1F3A4E"/>
                          </a:solidFill>
                          <a:latin typeface="Arial Black" panose="020B0A04020102020204" pitchFamily="34" charset="0"/>
                        </a:rPr>
                      </a:br>
                      <a:r>
                        <a:rPr lang="en-US" sz="1800" b="1" spc="0" dirty="0">
                          <a:solidFill>
                            <a:srgbClr val="FF0000"/>
                          </a:solidFill>
                          <a:latin typeface="Trebuchet MS" panose="020B0603020202020204" pitchFamily="34" charset="0"/>
                        </a:rPr>
                        <a:t>(THIS SIDEBAR WILL NOT PRINT)</a:t>
                      </a:r>
                      <a:endParaRPr lang="en-US" sz="2400" b="1" spc="600" dirty="0">
                        <a:solidFill>
                          <a:schemeClr val="bg1"/>
                        </a:solidFill>
                        <a:latin typeface="Trebuchet MS" panose="020B0603020202020204" pitchFamily="34" charset="0"/>
                      </a:endParaRPr>
                    </a:p>
                  </a:txBody>
                  <a:tcPr marL="182880" marT="137160">
                    <a:solidFill>
                      <a:srgbClr val="FFC000"/>
                    </a:solidFill>
                  </a:tcPr>
                </a:tc>
                <a:tc hMerge="1">
                  <a:tcPr/>
                </a:tc>
              </a:tr>
              <a:tr h="2611714">
                <a:tc gridSpan="2">
                  <a:txBody>
                    <a:bodyPr/>
                    <a:lstStyle/>
                    <a:p>
                      <a:pPr defTabSz="3765550"/>
                      <a:r>
                        <a:rPr lang="en-US" sz="1400" i="0" dirty="0">
                          <a:solidFill>
                            <a:srgbClr val="D9D9D9"/>
                          </a:solidFill>
                          <a:latin typeface="Arial" panose="020B0604020202020204"/>
                          <a:cs typeface="Arial" panose="020B0604020202020204"/>
                        </a:rPr>
                        <a:t>This PowerPoint template produces a </a:t>
                      </a:r>
                      <a:r>
                        <a:rPr lang="en-US" sz="1400" b="1" i="0" dirty="0">
                          <a:solidFill>
                            <a:srgbClr val="FFC000"/>
                          </a:solidFill>
                          <a:latin typeface="Arial" panose="020B0604020202020204"/>
                          <a:cs typeface="Arial" panose="020B0604020202020204"/>
                        </a:rPr>
                        <a:t>48x96”</a:t>
                      </a:r>
                      <a:r>
                        <a:rPr lang="en-US" sz="1400" i="0" dirty="0">
                          <a:solidFill>
                            <a:srgbClr val="FFC000"/>
                          </a:solidFill>
                          <a:latin typeface="Arial" panose="020B0604020202020204"/>
                          <a:cs typeface="Arial" panose="020B0604020202020204"/>
                        </a:rPr>
                        <a:t> </a:t>
                      </a:r>
                      <a:r>
                        <a:rPr lang="en-US" sz="1400" i="0" dirty="0">
                          <a:solidFill>
                            <a:srgbClr val="D9D9D9"/>
                          </a:solidFill>
                          <a:latin typeface="Arial" panose="020B0604020202020204"/>
                          <a:cs typeface="Arial" panose="020B0604020202020204"/>
                        </a:rPr>
                        <a:t>presentation poster. You can use it to create your research poster by placing your title, subtitle, text, tables, charts and photos. </a:t>
                      </a:r>
                      <a:endParaRPr lang="en-US" sz="1400" i="0" dirty="0">
                        <a:solidFill>
                          <a:srgbClr val="D9D9D9"/>
                        </a:solidFill>
                        <a:latin typeface="Arial" panose="020B0604020202020204"/>
                        <a:cs typeface="Arial" panose="020B0604020202020204"/>
                      </a:endParaRPr>
                    </a:p>
                    <a:p>
                      <a:pPr defTabSz="3765550"/>
                      <a:endParaRPr lang="en-US" sz="1400" i="0" dirty="0">
                        <a:solidFill>
                          <a:srgbClr val="D9D9D9"/>
                        </a:solidFill>
                        <a:latin typeface="Arial" panose="020B0604020202020204"/>
                        <a:cs typeface="Arial" panose="020B0604020202020204"/>
                      </a:endParaRPr>
                    </a:p>
                    <a:p>
                      <a:pPr defTabSz="3765550"/>
                      <a:r>
                        <a:rPr lang="en-US" sz="1400" i="0" dirty="0">
                          <a:solidFill>
                            <a:srgbClr val="D9D9D9"/>
                          </a:solidFill>
                          <a:latin typeface="Arial" panose="020B0604020202020204"/>
                          <a:cs typeface="Arial" panose="020B0604020202020204"/>
                        </a:rPr>
                        <a:t>We provide a series of online tutorials that will guide you through the poster design process and answer your poster production questions. For complete template tutorials, go online to </a:t>
                      </a:r>
                      <a:r>
                        <a:rPr lang="en-US" sz="1400" i="0" dirty="0" err="1">
                          <a:solidFill>
                            <a:srgbClr val="FFC000"/>
                          </a:solidFill>
                          <a:latin typeface="Arial" panose="020B0604020202020204"/>
                          <a:cs typeface="Arial" panose="020B0604020202020204"/>
                        </a:rPr>
                        <a:t>PosterPresentations.com</a:t>
                      </a:r>
                      <a:r>
                        <a:rPr lang="en-US" sz="1400" i="0" dirty="0">
                          <a:solidFill>
                            <a:srgbClr val="D9D9D9"/>
                          </a:solidFill>
                          <a:latin typeface="Arial" panose="020B0604020202020204"/>
                          <a:cs typeface="Arial" panose="020B0604020202020204"/>
                        </a:rPr>
                        <a:t> and click on the  </a:t>
                      </a:r>
                      <a:r>
                        <a:rPr lang="en-US" sz="1400" i="0" dirty="0">
                          <a:solidFill>
                            <a:srgbClr val="FFC000"/>
                          </a:solidFill>
                          <a:latin typeface="Arial" panose="020B0604020202020204"/>
                          <a:cs typeface="Arial" panose="020B0604020202020204"/>
                        </a:rPr>
                        <a:t>HELP DESK</a:t>
                      </a:r>
                      <a:r>
                        <a:rPr lang="en-US" sz="1400" i="0" baseline="0" dirty="0">
                          <a:solidFill>
                            <a:srgbClr val="D9D9D9"/>
                          </a:solidFill>
                          <a:latin typeface="Arial" panose="020B0604020202020204"/>
                          <a:cs typeface="Arial" panose="020B0604020202020204"/>
                        </a:rPr>
                        <a:t> </a:t>
                      </a:r>
                      <a:r>
                        <a:rPr lang="en-US" sz="1400" i="0" dirty="0">
                          <a:solidFill>
                            <a:srgbClr val="D9D9D9"/>
                          </a:solidFill>
                          <a:latin typeface="Arial" panose="020B0604020202020204"/>
                          <a:cs typeface="Arial" panose="020B0604020202020204"/>
                        </a:rPr>
                        <a:t>tab.</a:t>
                      </a:r>
                      <a:endParaRPr lang="en-US" sz="1400" i="0" dirty="0">
                        <a:solidFill>
                          <a:srgbClr val="D9D9D9"/>
                        </a:solidFill>
                        <a:latin typeface="Arial" panose="020B0604020202020204"/>
                        <a:cs typeface="Arial" panose="020B0604020202020204"/>
                      </a:endParaRPr>
                    </a:p>
                    <a:p>
                      <a:pPr defTabSz="3765550"/>
                      <a:endParaRPr lang="en-US" sz="1400" i="0" dirty="0">
                        <a:solidFill>
                          <a:srgbClr val="D9D9D9"/>
                        </a:solidFill>
                        <a:latin typeface="Arial" panose="020B0604020202020204"/>
                        <a:cs typeface="Arial" panose="020B0604020202020204"/>
                      </a:endParaRPr>
                    </a:p>
                    <a:p>
                      <a:pPr defTabSz="3765550"/>
                      <a:r>
                        <a:rPr lang="en-US" sz="1400" i="0" dirty="0">
                          <a:solidFill>
                            <a:srgbClr val="D9D9D9"/>
                          </a:solidFill>
                          <a:latin typeface="Arial" panose="020B0604020202020204"/>
                          <a:cs typeface="Arial" panose="020B0604020202020204"/>
                        </a:rPr>
                        <a:t>To print your poster using our same-day professional printing service, go online to </a:t>
                      </a:r>
                      <a:r>
                        <a:rPr lang="en-US" sz="1400" i="0" dirty="0" err="1">
                          <a:solidFill>
                            <a:srgbClr val="FFC000"/>
                          </a:solidFill>
                          <a:latin typeface="Arial" panose="020B0604020202020204"/>
                          <a:cs typeface="Arial" panose="020B0604020202020204"/>
                        </a:rPr>
                        <a:t>PosterPresentations.com</a:t>
                      </a:r>
                      <a:r>
                        <a:rPr lang="en-US" sz="1400" i="0" dirty="0">
                          <a:solidFill>
                            <a:srgbClr val="D9D9D9"/>
                          </a:solidFill>
                          <a:latin typeface="Arial" panose="020B0604020202020204"/>
                          <a:cs typeface="Arial" panose="020B0604020202020204"/>
                        </a:rPr>
                        <a:t> and click on "</a:t>
                      </a:r>
                      <a:r>
                        <a:rPr lang="en-US" sz="1400" i="0" dirty="0">
                          <a:solidFill>
                            <a:srgbClr val="FFC000"/>
                          </a:solidFill>
                          <a:latin typeface="Arial" panose="020B0604020202020204"/>
                          <a:cs typeface="Arial" panose="020B0604020202020204"/>
                        </a:rPr>
                        <a:t>Order your poster</a:t>
                      </a:r>
                      <a:r>
                        <a:rPr lang="en-US" sz="1400" i="0" dirty="0">
                          <a:solidFill>
                            <a:srgbClr val="D9D9D9"/>
                          </a:solidFill>
                          <a:latin typeface="Arial" panose="020B0604020202020204"/>
                          <a:cs typeface="Arial" panose="020B0604020202020204"/>
                        </a:rPr>
                        <a:t>".</a:t>
                      </a:r>
                      <a:endParaRPr lang="en-US" sz="1400" b="1"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3115177">
                <a:tc>
                  <a:txBody>
                    <a:bodyPr/>
                    <a:lstStyle/>
                    <a:p>
                      <a:pPr algn="ctr"/>
                      <a:endParaRPr lang="en-US" sz="1400" dirty="0">
                        <a:solidFill>
                          <a:srgbClr val="1F3A4E"/>
                        </a:solidFill>
                      </a:endParaRPr>
                    </a:p>
                    <a:p>
                      <a:pPr algn="ctr"/>
                      <a:endParaRPr lang="en-US" sz="1400" dirty="0">
                        <a:solidFill>
                          <a:srgbClr val="1F3A4E"/>
                        </a:solidFill>
                      </a:endParaRPr>
                    </a:p>
                    <a:p>
                      <a:pPr algn="ctr"/>
                      <a:r>
                        <a:rPr lang="en-US" sz="1400" dirty="0">
                          <a:solidFill>
                            <a:schemeClr val="bg1"/>
                          </a:solidFill>
                          <a:latin typeface="Arial" panose="020B0604020202020204" pitchFamily="34" charset="0"/>
                          <a:cs typeface="Arial" panose="020B0604020202020204" pitchFamily="34" charset="0"/>
                        </a:rPr>
                        <a:t>This is a template for a</a:t>
                      </a:r>
                      <a:endParaRPr lang="en-US" sz="1400" dirty="0">
                        <a:solidFill>
                          <a:schemeClr val="bg1"/>
                        </a:solidFill>
                        <a:latin typeface="Arial" panose="020B0604020202020204" pitchFamily="34" charset="0"/>
                        <a:cs typeface="Arial" panose="020B0604020202020204" pitchFamily="34" charset="0"/>
                      </a:endParaRPr>
                    </a:p>
                    <a:p>
                      <a:pPr algn="ctr"/>
                      <a:r>
                        <a:rPr lang="en-US" sz="1400" dirty="0">
                          <a:solidFill>
                            <a:schemeClr val="bg1"/>
                          </a:solidFill>
                          <a:latin typeface="Arial" panose="020B0604020202020204" pitchFamily="34" charset="0"/>
                          <a:cs typeface="Arial" panose="020B0604020202020204" pitchFamily="34" charset="0"/>
                        </a:rPr>
                        <a:t>presentation poster </a:t>
                      </a:r>
                      <a:br>
                        <a:rPr lang="en-US" sz="1400" dirty="0">
                          <a:solidFill>
                            <a:schemeClr val="bg1"/>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48 inches tall</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by</a:t>
                      </a:r>
                      <a:br>
                        <a:rPr lang="en-US" sz="2400" b="1" dirty="0">
                          <a:solidFill>
                            <a:srgbClr val="FFC000"/>
                          </a:solidFill>
                          <a:latin typeface="Arial" panose="020B0604020202020204" pitchFamily="34" charset="0"/>
                          <a:cs typeface="Arial" panose="020B0604020202020204" pitchFamily="34" charset="0"/>
                        </a:rPr>
                      </a:br>
                      <a:r>
                        <a:rPr lang="en-US" sz="2400" b="1" dirty="0">
                          <a:solidFill>
                            <a:srgbClr val="FFC000"/>
                          </a:solidFill>
                          <a:latin typeface="Arial" panose="020B0604020202020204" pitchFamily="34" charset="0"/>
                          <a:cs typeface="Arial" panose="020B0604020202020204" pitchFamily="34" charset="0"/>
                        </a:rPr>
                        <a:t>96 inches wide</a:t>
                      </a:r>
                      <a:br>
                        <a:rPr lang="en-US" sz="1400" dirty="0">
                          <a:solidFill>
                            <a:schemeClr val="bg1"/>
                          </a:solidFill>
                          <a:latin typeface="Arial" panose="020B0604020202020204" pitchFamily="34" charset="0"/>
                          <a:cs typeface="Arial" panose="020B0604020202020204" pitchFamily="34" charset="0"/>
                        </a:rPr>
                      </a:br>
                      <a:endParaRPr lang="en-US" sz="1400" dirty="0">
                        <a:solidFill>
                          <a:srgbClr val="1F3A4E"/>
                        </a:solidFill>
                      </a:endParaRPr>
                    </a:p>
                  </a:txBody>
                  <a:tcPr>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600" b="1" baseline="0" dirty="0">
                          <a:solidFill>
                            <a:srgbClr val="FFC000"/>
                          </a:solidFill>
                          <a:latin typeface="Arial" panose="020B0604020202020204" pitchFamily="34" charset="0"/>
                          <a:cs typeface="Arial" panose="020B0604020202020204" pitchFamily="34" charset="0"/>
                        </a:rPr>
                        <a:t>Important: </a:t>
                      </a:r>
                      <a:br>
                        <a:rPr lang="en-US" sz="1600" b="1" baseline="0" dirty="0">
                          <a:solidFill>
                            <a:srgbClr val="FFC000"/>
                          </a:solidFill>
                          <a:latin typeface="Arial" panose="020B0604020202020204" pitchFamily="34" charset="0"/>
                          <a:cs typeface="Arial" panose="020B0604020202020204" pitchFamily="34" charset="0"/>
                        </a:rPr>
                      </a:br>
                      <a:r>
                        <a:rPr lang="en-US" sz="1600" b="1" baseline="0" dirty="0">
                          <a:solidFill>
                            <a:srgbClr val="FFC000"/>
                          </a:solidFill>
                          <a:latin typeface="Arial" panose="020B0604020202020204" pitchFamily="34" charset="0"/>
                          <a:cs typeface="Arial" panose="020B0604020202020204" pitchFamily="34" charset="0"/>
                        </a:rPr>
                        <a:t>Check the template size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24 tall x 48 wide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42 tall x 84 wide</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36 tall x 72 wide</a:t>
                      </a:r>
                      <a:endParaRPr lang="en-US" sz="14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tr>
              <a:tr h="3052245">
                <a:tc>
                  <a:txBody>
                    <a:bodyPr/>
                    <a:lstStyle/>
                    <a:p>
                      <a:endParaRPr lang="en-US" sz="1400" dirty="0">
                        <a:solidFill>
                          <a:srgbClr val="1F3A4E"/>
                        </a:solidFill>
                      </a:endParaRPr>
                    </a:p>
                  </a:txBody>
                  <a:tcPr>
                    <a:blipFill rotWithShape="1">
                      <a:blip r:embed="rId2"/>
                      <a:stretch>
                        <a:fillRect/>
                      </a:stretch>
                    </a:blipFill>
                  </a:tcPr>
                </a:tc>
                <a:tc>
                  <a:txBody>
                    <a:bodyPr/>
                    <a:lstStyle/>
                    <a:p>
                      <a:pPr algn="l"/>
                      <a:r>
                        <a:rPr lang="en-US" sz="1600" b="1" baseline="0" dirty="0">
                          <a:solidFill>
                            <a:srgbClr val="FFC000"/>
                          </a:solidFill>
                          <a:latin typeface="Arial" panose="020B0604020202020204" pitchFamily="34" charset="0"/>
                          <a:cs typeface="Arial" panose="020B0604020202020204" pitchFamily="34" charset="0"/>
                        </a:rPr>
                        <a:t>How to </a:t>
                      </a:r>
                      <a:r>
                        <a:rPr lang="en-US" sz="2800" b="1" baseline="0" dirty="0">
                          <a:solidFill>
                            <a:srgbClr val="FFC000"/>
                          </a:solidFill>
                          <a:latin typeface="Arial" panose="020B0604020202020204" pitchFamily="34" charset="0"/>
                          <a:cs typeface="Arial" panose="020B0604020202020204" pitchFamily="34" charset="0"/>
                        </a:rPr>
                        <a:t>Zoom in </a:t>
                      </a:r>
                      <a:r>
                        <a:rPr lang="en-US" sz="1600" b="1" baseline="0" dirty="0">
                          <a:solidFill>
                            <a:srgbClr val="FFC000"/>
                          </a:solidFill>
                          <a:latin typeface="Arial" panose="020B0604020202020204" pitchFamily="34" charset="0"/>
                          <a:cs typeface="Arial" panose="020B0604020202020204" pitchFamily="34" charset="0"/>
                        </a:rPr>
                        <a:t>and </a:t>
                      </a:r>
                      <a:r>
                        <a:rPr lang="en-US" sz="1200" b="1" baseline="0" dirty="0">
                          <a:solidFill>
                            <a:srgbClr val="FFC000"/>
                          </a:solidFill>
                          <a:latin typeface="Arial" panose="020B0604020202020204" pitchFamily="34" charset="0"/>
                          <a:cs typeface="Arial" panose="020B0604020202020204" pitchFamily="34" charset="0"/>
                        </a:rPr>
                        <a:t>out</a:t>
                      </a:r>
                      <a:endParaRPr lang="en-US" sz="1600" b="1" baseline="0" dirty="0">
                        <a:solidFill>
                          <a:srgbClr val="FFC000"/>
                        </a:solidFill>
                        <a:latin typeface="Arial" panose="020B0604020202020204" pitchFamily="34" charset="0"/>
                        <a:cs typeface="Arial" panose="020B0604020202020204" pitchFamily="34" charset="0"/>
                      </a:endParaRPr>
                    </a:p>
                    <a:p>
                      <a:pPr algn="l"/>
                      <a:r>
                        <a:rPr lang="en-US" sz="1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1. </a:t>
                      </a:r>
                      <a:r>
                        <a:rPr lang="en-US" sz="1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400" b="0" baseline="0" dirty="0">
                          <a:solidFill>
                            <a:srgbClr val="D9D9D9"/>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2. </a:t>
                      </a:r>
                      <a:r>
                        <a:rPr lang="en-US" sz="1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endParaRPr lang="en-US" sz="14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1447457">
                <a:tc gridSpan="2">
                  <a:txBody>
                    <a:bodyPr/>
                    <a:lstStyle/>
                    <a:p>
                      <a:pPr marL="0" marR="0" lvl="0" indent="0" algn="l" defTabSz="4389120" rtl="0" eaLnBrk="1" fontAlgn="auto" latinLnBrk="0" hangingPunct="1">
                        <a:lnSpc>
                          <a:spcPct val="100000"/>
                        </a:lnSpc>
                        <a:spcBef>
                          <a:spcPts val="0"/>
                        </a:spcBef>
                        <a:spcAft>
                          <a:spcPts val="0"/>
                        </a:spcAft>
                        <a:buClrTx/>
                        <a:buSzTx/>
                        <a:buFontTx/>
                        <a:buNone/>
                        <a:defRPr/>
                      </a:pPr>
                      <a:r>
                        <a:rPr lang="en-US" sz="1600" b="1" baseline="0" dirty="0">
                          <a:solidFill>
                            <a:srgbClr val="FFC000"/>
                          </a:solidFill>
                          <a:latin typeface="Arial" panose="020B0604020202020204" pitchFamily="34" charset="0"/>
                          <a:cs typeface="Arial" panose="020B0604020202020204" pitchFamily="34" charset="0"/>
                        </a:rPr>
                        <a:t>Ruler and Guides</a:t>
                      </a:r>
                      <a:br>
                        <a:rPr lang="en-US" sz="1400" b="0" baseline="0" dirty="0">
                          <a:solidFill>
                            <a:srgbClr val="FFC000"/>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lang="en-US" sz="1400" b="0" baseline="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chemeClr val="tx1">
                        <a:lumMod val="95000"/>
                        <a:lumOff val="5000"/>
                      </a:schemeClr>
                    </a:solidFill>
                  </a:tcPr>
                </a:tc>
              </a:tr>
              <a:tr h="2863446">
                <a:tc>
                  <a:txBody>
                    <a:bodyPr/>
                    <a:lstStyle/>
                    <a:p>
                      <a:endParaRPr lang="en-US" sz="1400" dirty="0">
                        <a:solidFill>
                          <a:srgbClr val="1F3A4E"/>
                        </a:solidFill>
                      </a:endParaRPr>
                    </a:p>
                  </a:txBody>
                  <a:tcPr>
                    <a:blipFill rotWithShape="1">
                      <a:blip r:embed="rId3"/>
                      <a:stretch>
                        <a:fillRect/>
                      </a:stretch>
                    </a:blipFill>
                  </a:tcPr>
                </a:tc>
                <a:tc>
                  <a:txBody>
                    <a:bodyPr/>
                    <a:lstStyle/>
                    <a:p>
                      <a:pPr marL="0" lvl="1" indent="0" algn="l" defTabSz="114300"/>
                      <a:r>
                        <a:rPr lang="en-US" sz="1600" b="1" baseline="0" dirty="0">
                          <a:solidFill>
                            <a:srgbClr val="FFC000"/>
                          </a:solidFill>
                          <a:latin typeface="Arial" panose="020B0604020202020204" pitchFamily="34" charset="0"/>
                          <a:cs typeface="Arial" panose="020B0604020202020204" pitchFamily="34" charset="0"/>
                        </a:rPr>
                        <a:t>Headers and text containers</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400" b="0" baseline="0" dirty="0">
                          <a:solidFill>
                            <a:schemeClr val="bg1"/>
                          </a:solidFill>
                          <a:latin typeface="Arial" panose="020B0604020202020204" pitchFamily="34" charset="0"/>
                          <a:cs typeface="Arial" panose="020B0604020202020204" pitchFamily="34" charset="0"/>
                        </a:rPr>
                      </a:br>
                      <a:r>
                        <a:rPr lang="en-US" sz="1400" b="0" baseline="0" dirty="0">
                          <a:solidFill>
                            <a:srgbClr val="FFC000"/>
                          </a:solidFill>
                          <a:latin typeface="Arial" panose="020B0604020202020204" pitchFamily="34" charset="0"/>
                          <a:cs typeface="Arial" panose="020B0604020202020204" pitchFamily="34" charset="0"/>
                        </a:rPr>
                        <a:t>-</a:t>
                      </a:r>
                      <a:r>
                        <a:rPr lang="en-US" sz="1400" b="0" baseline="0" dirty="0">
                          <a:solidFill>
                            <a:schemeClr val="bg1"/>
                          </a:solidFill>
                          <a:latin typeface="Arial" panose="020B0604020202020204" pitchFamily="34" charset="0"/>
                          <a:cs typeface="Arial" panose="020B0604020202020204" pitchFamily="34" charset="0"/>
                        </a:rPr>
                        <a:t> </a:t>
                      </a:r>
                      <a:r>
                        <a:rPr lang="en-US" sz="1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endParaRPr lang="en-US" sz="1400" b="0" baseline="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r>
              <a:tr h="2328517">
                <a:tc gridSpan="2">
                  <a:txBody>
                    <a:bodyPr/>
                    <a:lstStyle/>
                    <a:p>
                      <a:r>
                        <a:rPr lang="en-US" sz="1600" b="1" dirty="0">
                          <a:solidFill>
                            <a:srgbClr val="FFC000"/>
                          </a:solidFill>
                          <a:latin typeface="Arial" panose="020B0604020202020204" pitchFamily="34" charset="0"/>
                          <a:cs typeface="Arial" panose="020B0604020202020204" pitchFamily="34" charset="0"/>
                        </a:rPr>
                        <a:t>Adding content to the poster</a:t>
                      </a:r>
                      <a:endParaRPr lang="en-US" sz="1600" b="1" dirty="0">
                        <a:solidFill>
                          <a:srgbClr val="FFC000"/>
                        </a:solidFill>
                        <a:latin typeface="Arial" panose="020B0604020202020204" pitchFamily="34" charset="0"/>
                        <a:cs typeface="Arial" panose="020B0604020202020204" pitchFamily="34" charset="0"/>
                      </a:endParaRPr>
                    </a:p>
                    <a:p>
                      <a:r>
                        <a:rPr lang="en-US" sz="1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lang="en-US" sz="1400" baseline="0" dirty="0">
                        <a:solidFill>
                          <a:srgbClr val="D9D9D9"/>
                        </a:solidFill>
                        <a:latin typeface="Arial" panose="020B0604020202020204" pitchFamily="34" charset="0"/>
                        <a:cs typeface="Arial" panose="020B0604020202020204" pitchFamily="34" charset="0"/>
                      </a:endParaRPr>
                    </a:p>
                    <a:p>
                      <a:pPr marL="342900" indent="-342900">
                        <a:buFontTx/>
                        <a:buChar char="-"/>
                      </a:pPr>
                      <a:r>
                        <a:rPr lang="en-US" sz="1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cPr marL="182880" marT="137160">
                    <a:solidFill>
                      <a:srgbClr val="010101"/>
                    </a:solidFill>
                  </a:tcPr>
                </a:tc>
              </a:tr>
              <a:tr h="1541856">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pitchFamily="34" charset="0"/>
                          <a:cs typeface="Arial" panose="020B0604020202020204" pitchFamily="34" charset="0"/>
                        </a:rPr>
                        <a:t>Photos</a:t>
                      </a:r>
                      <a:endParaRPr lang="en-US" sz="1600" b="1" noProof="0" dirty="0">
                        <a:solidFill>
                          <a:srgbClr val="FFC000"/>
                        </a:solidFill>
                        <a:latin typeface="Arial" panose="020B0604020202020204" pitchFamily="34" charset="0"/>
                        <a:cs typeface="Arial" panose="020B0604020202020204" pitchFamily="34" charset="0"/>
                      </a:endParaRPr>
                    </a:p>
                    <a:p>
                      <a:pPr marL="0" marR="0" lvl="0" indent="0" algn="l" defTabSz="9779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kumimoji="0" lang="en-US" sz="1400" b="0" i="0" u="none" strike="noStrike" kern="1200" cap="none" spc="0" normalizeH="0" baseline="0" noProof="0" dirty="0">
                        <a:ln>
                          <a:noFill/>
                        </a:ln>
                        <a:solidFill>
                          <a:srgbClr val="D9D9D9"/>
                        </a:solidFill>
                        <a:effectLst/>
                        <a:uLnTx/>
                        <a:uFillTx/>
                        <a:latin typeface="Arial" panose="020B0604020202020204"/>
                        <a:ea typeface="+mn-ea"/>
                        <a:cs typeface="Arial" panose="020B0604020202020204"/>
                      </a:endParaRPr>
                    </a:p>
                  </a:txBody>
                  <a:tcPr marL="182880" marT="137160">
                    <a:solidFill>
                      <a:srgbClr val="010101"/>
                    </a:solidFill>
                  </a:tcPr>
                </a:tc>
                <a:tc hMerge="1">
                  <a:tcPr/>
                </a:tc>
              </a:tr>
              <a:tr h="1356088">
                <a:tc gridSpan="2">
                  <a:txBody>
                    <a:bodyPr/>
                    <a:lstStyle/>
                    <a:p>
                      <a:endParaRPr lang="en-US" sz="1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4"/>
                      <a:stretch>
                        <a:fillRect/>
                      </a:stretch>
                    </a:blipFill>
                  </a:tcPr>
                </a:tc>
                <a:tc hMerge="1">
                  <a:tcPr/>
                </a:tc>
              </a:tr>
              <a:tr h="894684">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600" b="1" noProof="0" dirty="0">
                          <a:solidFill>
                            <a:srgbClr val="FFC000"/>
                          </a:solidFill>
                          <a:latin typeface="Arial" panose="020B0604020202020204"/>
                          <a:cs typeface="Arial" panose="020B0604020202020204"/>
                        </a:rPr>
                        <a:t>Quality check your graphics</a:t>
                      </a:r>
                      <a:endParaRPr lang="en-US" sz="1600" b="1" noProof="0" dirty="0">
                        <a:solidFill>
                          <a:srgbClr val="FFC000"/>
                        </a:solidFill>
                        <a:latin typeface="Arial" panose="020B0604020202020204"/>
                        <a:cs typeface="Arial" panose="020B0604020202020204"/>
                      </a:endParaRPr>
                    </a:p>
                    <a:p>
                      <a:pPr marL="0" marR="0" lvl="0" indent="0" algn="l" defTabSz="1518285" rtl="0" eaLnBrk="1" fontAlgn="auto" latinLnBrk="0" hangingPunct="1">
                        <a:lnSpc>
                          <a:spcPct val="100000"/>
                        </a:lnSpc>
                        <a:spcBef>
                          <a:spcPts val="0"/>
                        </a:spcBef>
                        <a:spcAft>
                          <a:spcPts val="0"/>
                        </a:spcAft>
                        <a:buClrTx/>
                        <a:buSzTx/>
                        <a:buFontTx/>
                        <a:buNone/>
                        <a:defRPr/>
                      </a:pPr>
                      <a:r>
                        <a:rPr lang="en-US" sz="1400" noProof="0" dirty="0">
                          <a:solidFill>
                            <a:srgbClr val="D9D9D9"/>
                          </a:solidFill>
                          <a:latin typeface="Arial" panose="020B0604020202020204"/>
                          <a:cs typeface="Arial" panose="020B0604020202020204"/>
                        </a:rPr>
                        <a:t>Zoom in and look at your images at 100%-200% magnification. If they look clear, they will print well. </a:t>
                      </a:r>
                      <a:endParaRPr lang="en-US" sz="1400" noProof="0" dirty="0">
                        <a:solidFill>
                          <a:srgbClr val="D9D9D9"/>
                        </a:solidFill>
                        <a:latin typeface="Arial" panose="020B0604020202020204"/>
                        <a:cs typeface="Arial" panose="020B0604020202020204"/>
                      </a:endParaRPr>
                    </a:p>
                  </a:txBody>
                  <a:tcPr marL="182880" marT="137160">
                    <a:solidFill>
                      <a:srgbClr val="010101"/>
                    </a:solidFill>
                  </a:tcPr>
                </a:tc>
                <a:tc hMerge="1">
                  <a:tcPr>
                    <a:solidFill>
                      <a:schemeClr val="tx1">
                        <a:lumMod val="95000"/>
                        <a:lumOff val="5000"/>
                      </a:schemeClr>
                    </a:solidFill>
                  </a:tcPr>
                </a:tc>
              </a:tr>
              <a:tr h="1884822">
                <a:tc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400" noProof="0" dirty="0">
                        <a:solidFill>
                          <a:schemeClr val="bg1"/>
                        </a:solidFill>
                        <a:latin typeface="Arial" panose="020B0604020202020204"/>
                        <a:cs typeface="Arial" panose="020B0604020202020204"/>
                      </a:endParaRPr>
                    </a:p>
                  </a:txBody>
                  <a:tcPr marL="182880" marT="137160">
                    <a:blipFill rotWithShape="1">
                      <a:blip r:embed="rId5"/>
                      <a:stretch>
                        <a:fillRect/>
                      </a:stretch>
                    </a:blipFill>
                  </a:tcPr>
                </a:tc>
                <a:tc hMerge="1">
                  <a:tcPr/>
                </a:tc>
              </a:tr>
            </a:tbl>
          </a:graphicData>
        </a:graphic>
      </p:graphicFrame>
      <p:graphicFrame>
        <p:nvGraphicFramePr>
          <p:cNvPr id="34" name="Table 33"/>
          <p:cNvGraphicFramePr>
            <a:graphicFrameLocks noGrp="1"/>
          </p:cNvGraphicFramePr>
          <p:nvPr userDrawn="1"/>
        </p:nvGraphicFramePr>
        <p:xfrm>
          <a:off x="44086271" y="0"/>
          <a:ext cx="6103334" cy="22286349"/>
        </p:xfrm>
        <a:graphic>
          <a:graphicData uri="http://schemas.openxmlformats.org/drawingml/2006/table">
            <a:tbl>
              <a:tblPr firstRow="1" bandRow="1">
                <a:tableStyleId>{5C22544A-7EE6-4342-B048-85BDC9FD1C3A}</a:tableStyleId>
              </a:tblPr>
              <a:tblGrid>
                <a:gridCol w="2906147"/>
                <a:gridCol w="208280"/>
                <a:gridCol w="2988907"/>
              </a:tblGrid>
              <a:tr h="867566">
                <a:tc gridSpan="3">
                  <a:txBody>
                    <a:bodyPr/>
                    <a:lstStyle/>
                    <a:p>
                      <a:pPr marL="0" marR="0" indent="0" algn="ctr" defTabSz="4389120" rtl="0" eaLnBrk="1" fontAlgn="auto" latinLnBrk="0" hangingPunct="1">
                        <a:lnSpc>
                          <a:spcPct val="100000"/>
                        </a:lnSpc>
                        <a:spcBef>
                          <a:spcPts val="0"/>
                        </a:spcBef>
                        <a:spcAft>
                          <a:spcPts val="0"/>
                        </a:spcAft>
                        <a:buClrTx/>
                        <a:buSzTx/>
                        <a:buFontTx/>
                        <a:buNone/>
                        <a:defRPr/>
                      </a:pPr>
                      <a:r>
                        <a:rPr lang="en-US" sz="2800" b="0" spc="600" dirty="0">
                          <a:solidFill>
                            <a:srgbClr val="1F3A4E"/>
                          </a:solidFill>
                          <a:latin typeface="Arial Black" panose="020B0A04020102020204" pitchFamily="34" charset="0"/>
                        </a:rPr>
                        <a:t>QUICK START GUIDE</a:t>
                      </a:r>
                      <a:br>
                        <a:rPr lang="en-US" sz="2800" b="0" spc="600" dirty="0">
                          <a:solidFill>
                            <a:srgbClr val="1F3A4E"/>
                          </a:solidFill>
                          <a:latin typeface="Arial Black" panose="020B0A04020102020204" pitchFamily="34" charset="0"/>
                        </a:rPr>
                      </a:br>
                      <a:r>
                        <a:rPr lang="en-US" sz="2000" b="1" spc="0" dirty="0">
                          <a:solidFill>
                            <a:srgbClr val="FF0000"/>
                          </a:solidFill>
                          <a:latin typeface="Trebuchet MS" panose="020B0603020202020204" pitchFamily="34" charset="0"/>
                        </a:rPr>
                        <a:t>(THIS SIDEBAR WILL NOT PRINT)</a:t>
                      </a:r>
                      <a:endParaRPr lang="en-US" sz="2800" b="1" spc="600" dirty="0">
                        <a:solidFill>
                          <a:schemeClr val="bg1"/>
                        </a:solidFill>
                        <a:latin typeface="Trebuchet MS" panose="020B0603020202020204" pitchFamily="34" charset="0"/>
                      </a:endParaRPr>
                    </a:p>
                  </a:txBody>
                  <a:tcPr marL="182880" marT="137160">
                    <a:solidFill>
                      <a:srgbClr val="FFC000"/>
                    </a:solidFill>
                  </a:tcPr>
                </a:tc>
                <a:tc hMerge="1">
                  <a:tcPr/>
                </a:tc>
                <a:tc hMerge="1">
                  <a:tcPr/>
                </a:tc>
              </a:tr>
              <a:tr h="3929866">
                <a:tc gridSpan="3">
                  <a:txBody>
                    <a:bodyPr/>
                    <a:lstStyle/>
                    <a:p>
                      <a:pPr algn="l"/>
                      <a:r>
                        <a:rPr lang="en-US" sz="1800" b="1" baseline="0" dirty="0">
                          <a:solidFill>
                            <a:srgbClr val="FFC000"/>
                          </a:solidFill>
                          <a:latin typeface="Arial" panose="020B0604020202020204" pitchFamily="34" charset="0"/>
                          <a:cs typeface="Arial" panose="020B0604020202020204" pitchFamily="34" charset="0"/>
                        </a:rPr>
                        <a:t>How to change the template colors</a:t>
                      </a:r>
                      <a:endParaRPr lang="en-US" sz="1800" b="1" baseline="0" dirty="0">
                        <a:solidFill>
                          <a:srgbClr val="FFC000"/>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600" dirty="0">
                          <a:solidFill>
                            <a:srgbClr val="FFC000"/>
                          </a:solidFill>
                          <a:hlinkClick r:id="rId6"/>
                        </a:rPr>
                        <a:t>https://www.posterpresentations.com/how-to-change-the-research-poster-template-colors.html</a:t>
                      </a:r>
                      <a:endParaRPr lang="en-US" sz="1600" dirty="0">
                        <a:solidFill>
                          <a:srgbClr val="FFC000"/>
                        </a:solidFill>
                      </a:endParaRPr>
                    </a:p>
                    <a:p>
                      <a:pPr marL="0" indent="0" algn="l" defTabSz="114300"/>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endParaRPr lang="en-US" sz="16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6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endParaRPr lang="en-US" sz="1600" b="0" baseline="0" dirty="0">
                        <a:solidFill>
                          <a:srgbClr val="D9D9D9"/>
                        </a:solidFill>
                        <a:latin typeface="Arial" panose="020B0604020202020204" pitchFamily="34" charset="0"/>
                        <a:cs typeface="Arial" panose="020B0604020202020204" pitchFamily="34" charset="0"/>
                      </a:endParaRPr>
                    </a:p>
                  </a:txBody>
                  <a:tcPr marL="182880" marT="137160">
                    <a:solidFill>
                      <a:schemeClr val="tx1"/>
                    </a:solidFill>
                  </a:tcPr>
                </a:tc>
                <a:tc hMerge="1">
                  <a:tcPr/>
                </a:tc>
                <a:tc hMerge="1">
                  <a:tcPr/>
                </a:tc>
              </a:tr>
              <a:tr h="2701888">
                <a:tc gridSpan="3">
                  <a:txBody>
                    <a:bodyPr/>
                    <a:lstStyle/>
                    <a:p>
                      <a:r>
                        <a:rPr lang="en-US" sz="1800" b="1" dirty="0">
                          <a:solidFill>
                            <a:srgbClr val="FFC000"/>
                          </a:solidFill>
                          <a:latin typeface="Arial" panose="020B0604020202020204" pitchFamily="34" charset="0"/>
                          <a:cs typeface="Arial" panose="020B0604020202020204" pitchFamily="34" charset="0"/>
                        </a:rPr>
                        <a:t>How to change the column layout configuration</a:t>
                      </a:r>
                      <a:endParaRPr lang="en-US" sz="1800" b="1" dirty="0">
                        <a:solidFill>
                          <a:srgbClr val="FFC000"/>
                        </a:solidFill>
                        <a:latin typeface="Arial" panose="020B0604020202020204" pitchFamily="34" charset="0"/>
                        <a:cs typeface="Arial" panose="020B0604020202020204" pitchFamily="34" charset="0"/>
                      </a:endParaRPr>
                    </a:p>
                    <a:p>
                      <a:r>
                        <a:rPr lang="en-US" sz="16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endParaRPr lang="en-US" sz="1600" dirty="0">
                        <a:solidFill>
                          <a:srgbClr val="D9D9D9"/>
                        </a:solidFill>
                        <a:latin typeface="Arial" panose="020B0604020202020204" pitchFamily="34" charset="0"/>
                        <a:cs typeface="Arial" panose="020B0604020202020204" pitchFamily="34" charset="0"/>
                      </a:endParaRPr>
                    </a:p>
                    <a:p>
                      <a:pPr marL="0" marR="0" indent="0" algn="l" defTabSz="3765550" rtl="0" eaLnBrk="1" fontAlgn="auto" latinLnBrk="0" hangingPunct="1">
                        <a:lnSpc>
                          <a:spcPct val="100000"/>
                        </a:lnSpc>
                        <a:spcBef>
                          <a:spcPts val="0"/>
                        </a:spcBef>
                        <a:spcAft>
                          <a:spcPts val="0"/>
                        </a:spcAft>
                        <a:buClrTx/>
                        <a:buSzTx/>
                        <a:buFontTx/>
                        <a:buNone/>
                        <a:defRPr/>
                      </a:pPr>
                      <a:r>
                        <a:rPr lang="en-US" sz="1600" dirty="0">
                          <a:solidFill>
                            <a:srgbClr val="D9D9D9"/>
                          </a:solidFill>
                          <a:latin typeface="Arial" panose="020B0604020202020204" pitchFamily="34" charset="0"/>
                          <a:cs typeface="Arial" panose="020B0604020202020204" pitchFamily="34" charset="0"/>
                        </a:rPr>
                        <a:t>You can see a tutorial here: </a:t>
                      </a:r>
                      <a:r>
                        <a:rPr lang="en-US" sz="1600" u="sng" dirty="0">
                          <a:solidFill>
                            <a:srgbClr val="FFC000"/>
                          </a:solidFill>
                          <a:latin typeface="Arial" panose="020B0604020202020204" pitchFamily="34" charset="0"/>
                          <a:cs typeface="Arial" panose="020B0604020202020204" pitchFamily="34" charset="0"/>
                        </a:rPr>
                        <a:t>https://</a:t>
                      </a:r>
                      <a:r>
                        <a:rPr lang="en-US" sz="1600" u="sng" dirty="0" err="1">
                          <a:solidFill>
                            <a:srgbClr val="FFC000"/>
                          </a:solidFill>
                          <a:latin typeface="Arial" panose="020B0604020202020204" pitchFamily="34" charset="0"/>
                          <a:cs typeface="Arial" panose="020B0604020202020204" pitchFamily="34" charset="0"/>
                        </a:rPr>
                        <a:t>www.posterpresentations.com</a:t>
                      </a:r>
                      <a:r>
                        <a:rPr lang="en-US" sz="1600" u="sng" dirty="0">
                          <a:solidFill>
                            <a:srgbClr val="FFC000"/>
                          </a:solidFill>
                          <a:latin typeface="Arial" panose="020B0604020202020204" pitchFamily="34" charset="0"/>
                          <a:cs typeface="Arial" panose="020B0604020202020204" pitchFamily="34" charset="0"/>
                        </a:rPr>
                        <a:t>/how-to-change-the-column-</a:t>
                      </a:r>
                      <a:r>
                        <a:rPr lang="en-US" sz="1600" u="sng" dirty="0" err="1">
                          <a:solidFill>
                            <a:srgbClr val="FFC000"/>
                          </a:solidFill>
                          <a:latin typeface="Arial" panose="020B0604020202020204" pitchFamily="34" charset="0"/>
                          <a:cs typeface="Arial" panose="020B0604020202020204" pitchFamily="34" charset="0"/>
                        </a:rPr>
                        <a:t>configuration.html</a:t>
                      </a:r>
                      <a:endParaRPr lang="en-US" sz="4000" u="sng" dirty="0">
                        <a:solidFill>
                          <a:srgbClr val="FFC000"/>
                        </a:solidFill>
                      </a:endParaRPr>
                    </a:p>
                  </a:txBody>
                  <a:tcPr marL="182880" marT="137160">
                    <a:solidFill>
                      <a:schemeClr val="tx1"/>
                    </a:solidFill>
                  </a:tcPr>
                </a:tc>
                <a:tc hMerge="1">
                  <a:tcPr/>
                </a:tc>
                <a:tc hMerge="1">
                  <a:tcPr marL="182880" marT="137160">
                    <a:solidFill>
                      <a:srgbClr val="010101"/>
                    </a:solidFill>
                  </a:tcPr>
                </a:tc>
              </a:tr>
              <a:tr h="1464849">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6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7">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endParaRPr lang="en-US" sz="1800" b="1" noProof="0" dirty="0">
                        <a:solidFill>
                          <a:srgbClr val="FFC000"/>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noProof="0" dirty="0">
                          <a:solidFill>
                            <a:srgbClr val="D9D9D9"/>
                          </a:solidFill>
                          <a:latin typeface="Arial" panose="020B0604020202020204" pitchFamily="34" charset="0"/>
                          <a:cs typeface="Arial" panose="020B0604020202020204" pitchFamily="34" charset="0"/>
                        </a:rPr>
                        <a:t>The Quick Start</a:t>
                      </a:r>
                      <a:r>
                        <a:rPr lang="en-US" sz="1600" baseline="0" noProof="0" dirty="0">
                          <a:solidFill>
                            <a:srgbClr val="D9D9D9"/>
                          </a:solidFill>
                          <a:latin typeface="Arial" panose="020B0604020202020204" pitchFamily="34" charset="0"/>
                          <a:cs typeface="Arial" panose="020B0604020202020204" pitchFamily="34" charset="0"/>
                        </a:rPr>
                        <a:t> Guides</a:t>
                      </a:r>
                      <a:r>
                        <a:rPr lang="en-US" sz="1600" noProof="0" dirty="0">
                          <a:solidFill>
                            <a:srgbClr val="D9D9D9"/>
                          </a:solidFill>
                          <a:latin typeface="Arial" panose="020B0604020202020204" pitchFamily="34" charset="0"/>
                          <a:cs typeface="Arial" panose="020B0604020202020204" pitchFamily="34" charset="0"/>
                        </a:rPr>
                        <a:t> </a:t>
                      </a:r>
                      <a:r>
                        <a:rPr lang="en-US" sz="1600" u="sng" noProof="0" dirty="0">
                          <a:solidFill>
                            <a:srgbClr val="D9D9D9"/>
                          </a:solidFill>
                          <a:latin typeface="Arial" panose="020B0604020202020204" pitchFamily="34" charset="0"/>
                          <a:cs typeface="Arial" panose="020B0604020202020204" pitchFamily="34" charset="0"/>
                        </a:rPr>
                        <a:t>are outside the template’s printable area</a:t>
                      </a:r>
                      <a:r>
                        <a:rPr lang="en-US" sz="1600" noProof="0" dirty="0">
                          <a:solidFill>
                            <a:srgbClr val="D9D9D9"/>
                          </a:solidFill>
                          <a:latin typeface="Arial" panose="020B0604020202020204" pitchFamily="34" charset="0"/>
                          <a:cs typeface="Arial" panose="020B0604020202020204" pitchFamily="34" charset="0"/>
                        </a:rPr>
                        <a:t> and they will not be on the printed poster</a:t>
                      </a:r>
                      <a:r>
                        <a:rPr lang="en-US" sz="1600" baseline="0" noProof="0" dirty="0">
                          <a:solidFill>
                            <a:srgbClr val="D9D9D9"/>
                          </a:solidFill>
                          <a:latin typeface="Arial" panose="020B0604020202020204" pitchFamily="34" charset="0"/>
                          <a:cs typeface="Arial" panose="020B0604020202020204" pitchFamily="34" charset="0"/>
                        </a:rPr>
                        <a:t>. </a:t>
                      </a: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endParaRPr lang="en-US" sz="16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baseline="0" noProof="0" dirty="0">
                          <a:solidFill>
                            <a:srgbClr val="D9D9D9"/>
                          </a:solidFill>
                          <a:latin typeface="Arial" panose="020B0604020202020204" pitchFamily="34" charset="0"/>
                          <a:cs typeface="Arial" panose="020B0604020202020204" pitchFamily="34" charset="0"/>
                        </a:rPr>
                        <a:t>To hide the guides click on the </a:t>
                      </a:r>
                      <a:r>
                        <a:rPr lang="en-US" sz="1600" b="1" baseline="0" noProof="0" dirty="0">
                          <a:solidFill>
                            <a:srgbClr val="D9D9D9"/>
                          </a:solidFill>
                          <a:latin typeface="Arial" panose="020B0604020202020204" pitchFamily="34" charset="0"/>
                          <a:cs typeface="Arial" panose="020B0604020202020204" pitchFamily="34" charset="0"/>
                        </a:rPr>
                        <a:t>Home</a:t>
                      </a:r>
                      <a:r>
                        <a:rPr lang="en-US" sz="16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600" b="1" baseline="0" noProof="0" dirty="0">
                          <a:solidFill>
                            <a:srgbClr val="D9D9D9"/>
                          </a:solidFill>
                          <a:latin typeface="Arial" panose="020B0604020202020204" pitchFamily="34" charset="0"/>
                          <a:cs typeface="Arial" panose="020B0604020202020204" pitchFamily="34" charset="0"/>
                        </a:rPr>
                        <a:t>Layout</a:t>
                      </a:r>
                      <a:r>
                        <a:rPr lang="en-US" sz="16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600" b="1" baseline="0" noProof="0" dirty="0">
                          <a:solidFill>
                            <a:srgbClr val="D9D9D9"/>
                          </a:solidFill>
                          <a:latin typeface="Arial" panose="020B0604020202020204" pitchFamily="34" charset="0"/>
                          <a:cs typeface="Arial" panose="020B0604020202020204" pitchFamily="34" charset="0"/>
                        </a:rPr>
                        <a:t>Without Guides </a:t>
                      </a:r>
                      <a:r>
                        <a:rPr lang="en-US" sz="1600" b="0" baseline="0" noProof="0" dirty="0">
                          <a:solidFill>
                            <a:srgbClr val="D9D9D9"/>
                          </a:solidFill>
                          <a:latin typeface="Arial" panose="020B0604020202020204" pitchFamily="34" charset="0"/>
                          <a:cs typeface="Arial" panose="020B0604020202020204" pitchFamily="34" charset="0"/>
                        </a:rPr>
                        <a:t>layout</a:t>
                      </a:r>
                      <a:r>
                        <a:rPr lang="en-US" sz="1600" baseline="0" noProof="0" dirty="0">
                          <a:solidFill>
                            <a:srgbClr val="D9D9D9"/>
                          </a:solidFill>
                          <a:latin typeface="Arial" panose="020B0604020202020204" pitchFamily="34" charset="0"/>
                          <a:cs typeface="Arial" panose="020B0604020202020204" pitchFamily="34" charset="0"/>
                        </a:rPr>
                        <a:t>.</a:t>
                      </a:r>
                      <a:endParaRPr lang="en-US" sz="16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cPr marL="182880" marT="137160">
                    <a:solidFill>
                      <a:srgbClr val="010101"/>
                    </a:solidFill>
                  </a:tcPr>
                </a:tc>
              </a:tr>
              <a:tr h="3206966">
                <a:tc>
                  <a:txBody>
                    <a:bodyPr/>
                    <a:lstStyle/>
                    <a:p>
                      <a:pPr marL="0" marR="0" lvl="0" indent="0" algn="l" defTabSz="1518285" rtl="0" eaLnBrk="1" fontAlgn="auto" latinLnBrk="0" hangingPunct="1">
                        <a:lnSpc>
                          <a:spcPct val="100000"/>
                        </a:lnSpc>
                        <a:spcBef>
                          <a:spcPts val="0"/>
                        </a:spcBef>
                        <a:spcAft>
                          <a:spcPts val="0"/>
                        </a:spcAft>
                        <a:buClrTx/>
                        <a:buSzTx/>
                        <a:buFontTx/>
                        <a:buNone/>
                        <a:defRPr/>
                      </a:pPr>
                      <a:endParaRPr lang="en-US" sz="16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vMerge="1" gridSpan="2">
                  <a:tcPr marL="182880" marT="137160">
                    <a:solidFill>
                      <a:srgbClr val="010101"/>
                    </a:solidFill>
                  </a:tcPr>
                </a:tc>
                <a:tc vMerge="1" hMerge="1">
                  <a:tcPr/>
                </a:tc>
              </a:tr>
              <a:tr h="4037654">
                <a:tc>
                  <a:txBody>
                    <a:bodyPr/>
                    <a:lstStyle/>
                    <a:p>
                      <a:pPr rtl="0"/>
                      <a:r>
                        <a:rPr lang="en-US" sz="1800" b="1" dirty="0">
                          <a:solidFill>
                            <a:srgbClr val="FFC000"/>
                          </a:solidFill>
                          <a:latin typeface="Arial" panose="020B0604020202020204" pitchFamily="34" charset="0"/>
                          <a:cs typeface="Arial" panose="020B0604020202020204" pitchFamily="34" charset="0"/>
                        </a:rPr>
                        <a:t>How to</a:t>
                      </a:r>
                      <a:r>
                        <a:rPr lang="en-US" sz="1800" b="1" baseline="0" dirty="0">
                          <a:solidFill>
                            <a:srgbClr val="FFC000"/>
                          </a:solidFill>
                          <a:latin typeface="Arial" panose="020B0604020202020204" pitchFamily="34" charset="0"/>
                          <a:cs typeface="Arial" panose="020B0604020202020204" pitchFamily="34" charset="0"/>
                        </a:rPr>
                        <a:t> preview your poster prior to printing</a:t>
                      </a:r>
                      <a:endParaRPr lang="en-US" sz="1800" b="1" dirty="0">
                        <a:solidFill>
                          <a:srgbClr val="FFC000"/>
                        </a:solidFill>
                        <a:latin typeface="Arial" panose="020B0604020202020204" pitchFamily="34" charset="0"/>
                        <a:cs typeface="Arial" panose="020B0604020202020204" pitchFamily="34" charset="0"/>
                      </a:endParaRPr>
                    </a:p>
                    <a:p>
                      <a:pPr rtl="0"/>
                      <a:r>
                        <a:rPr lang="en-US" sz="1600" dirty="0">
                          <a:solidFill>
                            <a:srgbClr val="D9D9D9"/>
                          </a:solidFill>
                          <a:latin typeface="Arial" panose="020B0604020202020204" pitchFamily="34" charset="0"/>
                          <a:cs typeface="Arial" panose="020B0604020202020204" pitchFamily="34" charset="0"/>
                        </a:rPr>
                        <a:t>You can preview your poster at any time by pressing the </a:t>
                      </a:r>
                      <a:r>
                        <a:rPr lang="en-US" sz="1600" dirty="0">
                          <a:solidFill>
                            <a:srgbClr val="FFC000"/>
                          </a:solidFill>
                          <a:latin typeface="Arial" panose="020B0604020202020204" pitchFamily="34" charset="0"/>
                          <a:cs typeface="Arial" panose="020B0604020202020204" pitchFamily="34" charset="0"/>
                        </a:rPr>
                        <a:t>F5 key</a:t>
                      </a:r>
                      <a:r>
                        <a:rPr lang="en-US" sz="16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600" dirty="0">
                          <a:solidFill>
                            <a:srgbClr val="FFC000"/>
                          </a:solidFill>
                          <a:latin typeface="Arial" panose="020B0604020202020204" pitchFamily="34" charset="0"/>
                          <a:cs typeface="Arial" panose="020B0604020202020204" pitchFamily="34" charset="0"/>
                        </a:rPr>
                        <a:t>ESC key </a:t>
                      </a:r>
                      <a:r>
                        <a:rPr lang="en-US" sz="1600" dirty="0">
                          <a:solidFill>
                            <a:srgbClr val="D9D9D9"/>
                          </a:solidFill>
                          <a:latin typeface="Arial" panose="020B0604020202020204" pitchFamily="34" charset="0"/>
                          <a:cs typeface="Arial" panose="020B0604020202020204" pitchFamily="34" charset="0"/>
                        </a:rPr>
                        <a:t>to exit Preview.</a:t>
                      </a:r>
                      <a:endParaRPr lang="en-US" sz="160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a:txBody>
                    <a:bodyPr/>
                    <a:lstStyle/>
                    <a:p>
                      <a:pPr rtl="0"/>
                      <a:r>
                        <a:rPr lang="en-US" sz="8000" b="1" dirty="0">
                          <a:solidFill>
                            <a:srgbClr val="D9D9D9"/>
                          </a:solidFill>
                          <a:latin typeface="Arial" panose="020B0604020202020204" pitchFamily="34" charset="0"/>
                          <a:cs typeface="Arial" panose="020B0604020202020204" pitchFamily="34" charset="0"/>
                        </a:rPr>
                        <a:t>F5</a:t>
                      </a:r>
                      <a:r>
                        <a:rPr lang="en-US" sz="1600" baseline="0" dirty="0">
                          <a:solidFill>
                            <a:srgbClr val="D9D9D9"/>
                          </a:solidFill>
                          <a:latin typeface="Arial" panose="020B0604020202020204" pitchFamily="34" charset="0"/>
                          <a:cs typeface="Arial" panose="020B0604020202020204" pitchFamily="34" charset="0"/>
                        </a:rPr>
                        <a:t> </a:t>
                      </a:r>
                      <a:endParaRPr lang="en-US" sz="16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cPr marL="182880" marT="137160" anchor="ctr">
                    <a:solidFill>
                      <a:schemeClr val="tx1">
                        <a:lumMod val="95000"/>
                        <a:lumOff val="5000"/>
                      </a:schemeClr>
                    </a:solidFill>
                  </a:tcPr>
                </a:tc>
              </a:tr>
              <a:tr h="3874745">
                <a:tc gridSpan="3">
                  <a:txBody>
                    <a:bodyPr/>
                    <a:lstStyle/>
                    <a:p>
                      <a:pPr marL="0" marR="0" lvl="0" indent="0" algn="l" defTabSz="1518285" rtl="0" eaLnBrk="1" fontAlgn="auto" latinLnBrk="0" hangingPunct="1">
                        <a:lnSpc>
                          <a:spcPct val="100000"/>
                        </a:lnSpc>
                        <a:spcBef>
                          <a:spcPts val="0"/>
                        </a:spcBef>
                        <a:spcAft>
                          <a:spcPts val="0"/>
                        </a:spcAft>
                        <a:buClrTx/>
                        <a:buSzTx/>
                        <a:buFontTx/>
                        <a:buNone/>
                        <a:defRPr/>
                      </a:pPr>
                      <a:r>
                        <a:rPr lang="en-US" sz="1800" b="1" noProof="0" dirty="0">
                          <a:solidFill>
                            <a:srgbClr val="FFC000"/>
                          </a:solidFill>
                          <a:latin typeface="Arial" panose="020B0604020202020204"/>
                          <a:cs typeface="Arial" panose="020B0604020202020204"/>
                        </a:rPr>
                        <a:t>How to print your poster</a:t>
                      </a:r>
                      <a:endParaRPr lang="en-US" sz="1800" b="1" noProof="0" dirty="0">
                        <a:solidFill>
                          <a:srgbClr val="FFC000"/>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noProof="0" dirty="0">
                          <a:solidFill>
                            <a:srgbClr val="D9D9D9"/>
                          </a:solidFill>
                          <a:latin typeface="Arial" panose="020B0604020202020204"/>
                          <a:cs typeface="Arial" panose="020B0604020202020204"/>
                        </a:rPr>
                        <a:t>When you are ready to have your poster printed go online to </a:t>
                      </a:r>
                      <a:r>
                        <a:rPr lang="en-US" sz="1600" noProof="0" dirty="0" err="1">
                          <a:solidFill>
                            <a:srgbClr val="FFC000"/>
                          </a:solidFill>
                          <a:latin typeface="Arial" panose="020B0604020202020204"/>
                          <a:cs typeface="Arial" panose="020B0604020202020204"/>
                        </a:rPr>
                        <a:t>PosterPresentations.com</a:t>
                      </a:r>
                      <a:r>
                        <a:rPr lang="en-US" sz="1600" noProof="0" dirty="0">
                          <a:solidFill>
                            <a:srgbClr val="D9D9D9"/>
                          </a:solidFill>
                          <a:latin typeface="Arial" panose="020B0604020202020204"/>
                          <a:cs typeface="Arial" panose="020B0604020202020204"/>
                        </a:rPr>
                        <a:t> and click on the "</a:t>
                      </a:r>
                      <a:r>
                        <a:rPr lang="en-US" sz="1600" noProof="0" dirty="0">
                          <a:solidFill>
                            <a:srgbClr val="FFC000"/>
                          </a:solidFill>
                          <a:latin typeface="Arial" panose="020B0604020202020204"/>
                          <a:cs typeface="Arial" panose="020B0604020202020204"/>
                        </a:rPr>
                        <a:t>Order Your Poster</a:t>
                      </a:r>
                      <a:r>
                        <a:rPr lang="en-US" sz="1600" noProof="0" dirty="0">
                          <a:solidFill>
                            <a:srgbClr val="D9D9D9"/>
                          </a:solidFill>
                          <a:latin typeface="Arial" panose="020B0604020202020204"/>
                          <a:cs typeface="Arial" panose="020B0604020202020204"/>
                        </a:rPr>
                        <a:t>" button. You can have your poster printed on professional papers, fabric for easy traveling and a variety of other materials. </a:t>
                      </a:r>
                      <a:endParaRPr lang="en-US" sz="1600"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r>
                        <a:rPr lang="en-US" sz="1600" noProof="0" dirty="0">
                          <a:solidFill>
                            <a:srgbClr val="D9D9D9"/>
                          </a:solidFill>
                          <a:latin typeface="Arial" panose="020B0604020202020204"/>
                          <a:cs typeface="Arial" panose="020B0604020202020204"/>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lang="en-US" sz="1600" noProof="0" dirty="0">
                        <a:solidFill>
                          <a:srgbClr val="D9D9D9"/>
                        </a:solidFill>
                        <a:latin typeface="Arial" panose="020B0604020202020204"/>
                        <a:cs typeface="Arial" panose="020B0604020202020204"/>
                      </a:endParaRPr>
                    </a:p>
                    <a:p>
                      <a:pPr marL="0" marR="0" lvl="0" indent="0" algn="l" defTabSz="114300" rtl="0" eaLnBrk="1" fontAlgn="auto" latinLnBrk="0" hangingPunct="1">
                        <a:lnSpc>
                          <a:spcPct val="100000"/>
                        </a:lnSpc>
                        <a:spcBef>
                          <a:spcPts val="0"/>
                        </a:spcBef>
                        <a:spcAft>
                          <a:spcPts val="0"/>
                        </a:spcAft>
                        <a:buClrTx/>
                        <a:buSzTx/>
                        <a:buFontTx/>
                        <a:buNone/>
                        <a:defRPr/>
                      </a:pPr>
                      <a:br>
                        <a:rPr lang="en-US" sz="1600" noProof="0" dirty="0">
                          <a:solidFill>
                            <a:srgbClr val="D9D9D9"/>
                          </a:solidFill>
                          <a:latin typeface="Arial" panose="020B0604020202020204"/>
                          <a:cs typeface="Arial" panose="020B0604020202020204"/>
                        </a:rPr>
                      </a:br>
                      <a:r>
                        <a:rPr lang="en-US" sz="1600" noProof="0" dirty="0">
                          <a:solidFill>
                            <a:srgbClr val="D9D9D9"/>
                          </a:solidFill>
                          <a:latin typeface="Arial" panose="020B0604020202020204"/>
                          <a:cs typeface="Arial" panose="020B0604020202020204"/>
                        </a:rPr>
                        <a:t>Go to </a:t>
                      </a:r>
                      <a:r>
                        <a:rPr lang="en-US" sz="1600" noProof="0" dirty="0" err="1">
                          <a:solidFill>
                            <a:srgbClr val="FFC000"/>
                          </a:solidFill>
                          <a:latin typeface="Arial" panose="020B0604020202020204"/>
                          <a:cs typeface="Arial" panose="020B0604020202020204"/>
                        </a:rPr>
                        <a:t>PosterPresentations.com</a:t>
                      </a:r>
                      <a:r>
                        <a:rPr lang="en-US" sz="1600" noProof="0" dirty="0">
                          <a:solidFill>
                            <a:srgbClr val="D9D9D9"/>
                          </a:solidFill>
                          <a:latin typeface="Arial" panose="020B0604020202020204"/>
                          <a:cs typeface="Arial" panose="020B0604020202020204"/>
                        </a:rPr>
                        <a:t> for more information.</a:t>
                      </a:r>
                      <a:endParaRPr lang="en-US" sz="1600" noProof="0" dirty="0">
                        <a:solidFill>
                          <a:srgbClr val="D9D9D9"/>
                        </a:solidFill>
                        <a:latin typeface="Arial" panose="020B0604020202020204"/>
                        <a:cs typeface="Arial" panose="020B0604020202020204"/>
                      </a:endParaRPr>
                    </a:p>
                  </a:txBody>
                  <a:tcPr marL="182880" marT="137160">
                    <a:solidFill>
                      <a:srgbClr val="010101"/>
                    </a:solidFill>
                  </a:tcPr>
                </a:tc>
                <a:tc hMerge="1">
                  <a:tcPr/>
                </a:tc>
                <a:tc hMerge="1">
                  <a:tcPr/>
                </a:tc>
              </a:tr>
              <a:tr h="913821">
                <a:tc gridSpan="3">
                  <a:txBody>
                    <a:bodyPr/>
                    <a:lstStyle/>
                    <a:p>
                      <a:endParaRPr lang="en-US" sz="1600" dirty="0">
                        <a:solidFill>
                          <a:srgbClr val="1F3A4E"/>
                        </a:solidFill>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hMerge="1">
                  <a:tcPr/>
                </a:tc>
                <a:tc hMerge="1">
                  <a:tcPr/>
                </a:tc>
              </a:tr>
              <a:tr h="1242160">
                <a:tc gridSpan="2">
                  <a:txBody>
                    <a:bodyPr/>
                    <a:lstStyle/>
                    <a:p>
                      <a:pPr>
                        <a:lnSpc>
                          <a:spcPts val="2600"/>
                        </a:lnSpc>
                      </a:pPr>
                      <a:r>
                        <a:rPr lang="en-US" sz="1400" dirty="0">
                          <a:solidFill>
                            <a:schemeClr val="bg1">
                              <a:lumMod val="85000"/>
                            </a:schemeClr>
                          </a:solidFill>
                          <a:latin typeface="Arial" panose="020B0604020202020204"/>
                          <a:cs typeface="Arial" panose="020B0604020202020204"/>
                        </a:rPr>
                        <a:t>© 2022</a:t>
                      </a:r>
                      <a:r>
                        <a:rPr lang="en-US" sz="1400" baseline="0" dirty="0">
                          <a:solidFill>
                            <a:schemeClr val="bg1">
                              <a:lumMod val="85000"/>
                            </a:schemeClr>
                          </a:solidFill>
                          <a:latin typeface="Arial" panose="020B0604020202020204"/>
                          <a:cs typeface="Arial" panose="020B0604020202020204"/>
                        </a:rPr>
                        <a:t> </a:t>
                      </a:r>
                      <a:r>
                        <a:rPr lang="en-US" sz="1400" dirty="0" err="1">
                          <a:solidFill>
                            <a:schemeClr val="bg1">
                              <a:lumMod val="85000"/>
                            </a:schemeClr>
                          </a:solidFill>
                          <a:latin typeface="Arial" panose="020B0604020202020204"/>
                          <a:cs typeface="Arial" panose="020B0604020202020204"/>
                        </a:rPr>
                        <a:t>PosterPresentations.com</a:t>
                      </a:r>
                      <a:br>
                        <a:rPr lang="en-US" sz="1400" dirty="0">
                          <a:solidFill>
                            <a:schemeClr val="bg1">
                              <a:lumMod val="85000"/>
                            </a:schemeClr>
                          </a:solidFill>
                          <a:latin typeface="Arial" panose="020B0604020202020204"/>
                          <a:cs typeface="Arial" panose="020B0604020202020204"/>
                        </a:rPr>
                      </a:br>
                      <a:r>
                        <a:rPr lang="en-US" sz="1400" dirty="0">
                          <a:solidFill>
                            <a:schemeClr val="bg1">
                              <a:lumMod val="85000"/>
                            </a:schemeClr>
                          </a:solidFill>
                          <a:latin typeface="Arial" panose="020B0604020202020204"/>
                          <a:cs typeface="Arial" panose="020B0604020202020204"/>
                        </a:rPr>
                        <a:t>2117 Fourth Street ,</a:t>
                      </a:r>
                      <a:r>
                        <a:rPr lang="en-US" sz="1400" baseline="0" dirty="0">
                          <a:solidFill>
                            <a:schemeClr val="bg1">
                              <a:lumMod val="85000"/>
                            </a:schemeClr>
                          </a:solidFill>
                          <a:latin typeface="Arial" panose="020B0604020202020204"/>
                          <a:cs typeface="Arial" panose="020B0604020202020204"/>
                        </a:rPr>
                        <a:t> STE C        </a:t>
                      </a:r>
                      <a:endParaRPr lang="en-US" sz="1400" baseline="0" dirty="0">
                        <a:solidFill>
                          <a:schemeClr val="bg1">
                            <a:lumMod val="85000"/>
                          </a:schemeClr>
                        </a:solidFill>
                        <a:latin typeface="Arial" panose="020B0604020202020204"/>
                        <a:cs typeface="Arial" panose="020B0604020202020204"/>
                      </a:endParaRPr>
                    </a:p>
                    <a:p>
                      <a:pPr>
                        <a:lnSpc>
                          <a:spcPts val="2600"/>
                        </a:lnSpc>
                      </a:pPr>
                      <a:r>
                        <a:rPr lang="en-US" sz="1400" baseline="0" dirty="0">
                          <a:solidFill>
                            <a:schemeClr val="bg1">
                              <a:lumMod val="85000"/>
                            </a:schemeClr>
                          </a:solidFill>
                          <a:latin typeface="Arial" panose="020B0604020202020204"/>
                          <a:cs typeface="Arial" panose="020B0604020202020204"/>
                        </a:rPr>
                        <a:t>Berkeley CA 94710 USA</a:t>
                      </a:r>
                      <a:endParaRPr lang="en-US" sz="1400" dirty="0">
                        <a:solidFill>
                          <a:schemeClr val="bg1">
                            <a:lumMod val="85000"/>
                          </a:schemeClr>
                        </a:solidFill>
                        <a:latin typeface="Arial" panose="020B0604020202020204"/>
                        <a:cs typeface="Arial" panose="020B0604020202020204"/>
                      </a:endParaRPr>
                    </a:p>
                  </a:txBody>
                  <a:tcPr marL="182880" marT="137160">
                    <a:solidFill>
                      <a:srgbClr val="010101"/>
                    </a:solidFill>
                  </a:tcPr>
                </a:tc>
                <a:tc hMerge="1">
                  <a:tcPr marL="182880" marT="137160">
                    <a:solidFill>
                      <a:srgbClr val="010101"/>
                    </a:solidFill>
                  </a:tcPr>
                </a:tc>
                <a:tc>
                  <a:txBody>
                    <a:bodyPr/>
                    <a:lstStyle/>
                    <a:p>
                      <a:pPr marL="0" marR="0" indent="0" algn="l" defTabSz="4389120" rtl="0" eaLnBrk="1" fontAlgn="auto" latinLnBrk="0" hangingPunct="1">
                        <a:lnSpc>
                          <a:spcPct val="100000"/>
                        </a:lnSpc>
                        <a:spcBef>
                          <a:spcPts val="0"/>
                        </a:spcBef>
                        <a:spcAft>
                          <a:spcPts val="0"/>
                        </a:spcAft>
                        <a:buClrTx/>
                        <a:buSzTx/>
                        <a:buFontTx/>
                        <a:buNone/>
                        <a:defRPr/>
                      </a:pPr>
                      <a:r>
                        <a:rPr lang="en-US" sz="1600" b="1" dirty="0">
                          <a:solidFill>
                            <a:srgbClr val="D0D0D0"/>
                          </a:solidFill>
                          <a:latin typeface="Arial" panose="020B0604020202020204"/>
                          <a:cs typeface="Arial" panose="020B0604020202020204"/>
                        </a:rPr>
                        <a:t>For complete tutorials</a:t>
                      </a:r>
                      <a:r>
                        <a:rPr lang="en-US" sz="1600" b="1" baseline="0" dirty="0">
                          <a:solidFill>
                            <a:srgbClr val="D0D0D0"/>
                          </a:solidFill>
                          <a:latin typeface="Arial" panose="020B0604020202020204"/>
                          <a:cs typeface="Arial" panose="020B0604020202020204"/>
                        </a:rPr>
                        <a:t> visit:</a:t>
                      </a:r>
                      <a:endParaRPr lang="en-US" sz="1600" b="1" baseline="0" dirty="0">
                        <a:solidFill>
                          <a:srgbClr val="D0D0D0"/>
                        </a:solidFill>
                        <a:latin typeface="Arial" panose="020B0604020202020204"/>
                        <a:cs typeface="Arial" panose="020B0604020202020204"/>
                      </a:endParaRPr>
                    </a:p>
                    <a:p>
                      <a:pPr marL="0" marR="0" indent="0" algn="l" defTabSz="4389120" rtl="0" eaLnBrk="1" fontAlgn="auto" latinLnBrk="0" hangingPunct="1">
                        <a:lnSpc>
                          <a:spcPct val="100000"/>
                        </a:lnSpc>
                        <a:spcBef>
                          <a:spcPts val="0"/>
                        </a:spcBef>
                        <a:spcAft>
                          <a:spcPts val="0"/>
                        </a:spcAft>
                        <a:buClrTx/>
                        <a:buSzTx/>
                        <a:buFontTx/>
                        <a:buNone/>
                        <a:defRPr/>
                      </a:pPr>
                      <a:r>
                        <a:rPr lang="en-US" sz="1200" b="1" dirty="0">
                          <a:solidFill>
                            <a:srgbClr val="FFC000"/>
                          </a:solidFill>
                          <a:latin typeface="Arial" panose="020B0604020202020204"/>
                          <a:cs typeface="Arial" panose="020B0604020202020204"/>
                        </a:rPr>
                        <a:t>https://</a:t>
                      </a:r>
                      <a:r>
                        <a:rPr lang="en-US" sz="1200" b="1" dirty="0" err="1">
                          <a:solidFill>
                            <a:srgbClr val="FFC000"/>
                          </a:solidFill>
                          <a:latin typeface="Arial" panose="020B0604020202020204"/>
                          <a:cs typeface="Arial" panose="020B0604020202020204"/>
                        </a:rPr>
                        <a:t>www.posterpresentations.com</a:t>
                      </a:r>
                      <a:r>
                        <a:rPr lang="en-US" sz="1200" b="1" dirty="0">
                          <a:solidFill>
                            <a:srgbClr val="FFC000"/>
                          </a:solidFill>
                          <a:latin typeface="Arial" panose="020B0604020202020204"/>
                          <a:cs typeface="Arial" panose="020B0604020202020204"/>
                        </a:rPr>
                        <a:t>/</a:t>
                      </a:r>
                      <a:r>
                        <a:rPr lang="en-US" sz="1200" b="1" dirty="0" err="1">
                          <a:solidFill>
                            <a:srgbClr val="FFC000"/>
                          </a:solidFill>
                          <a:latin typeface="Arial" panose="020B0604020202020204"/>
                          <a:cs typeface="Arial" panose="020B0604020202020204"/>
                        </a:rPr>
                        <a:t>helpdesk.html</a:t>
                      </a:r>
                      <a:endParaRPr lang="en-US" sz="8800" dirty="0"/>
                    </a:p>
                  </a:txBody>
                  <a:tcPr marL="182880" marT="137160">
                    <a:solidFill>
                      <a:srgbClr val="010101"/>
                    </a:solidFill>
                  </a:tcPr>
                </a:tc>
              </a:tr>
            </a:tbl>
          </a:graphicData>
        </a:graphic>
      </p:graphicFrame>
      <p:grpSp>
        <p:nvGrpSpPr>
          <p:cNvPr id="5" name="Group 4"/>
          <p:cNvGrpSpPr/>
          <p:nvPr userDrawn="1"/>
        </p:nvGrpSpPr>
        <p:grpSpPr>
          <a:xfrm>
            <a:off x="0" y="-1"/>
            <a:ext cx="43891200" cy="3563007"/>
            <a:chOff x="0" y="-1"/>
            <a:chExt cx="12192000" cy="1219223"/>
          </a:xfrm>
        </p:grpSpPr>
        <p:sp>
          <p:nvSpPr>
            <p:cNvPr id="6" name="Document 5"/>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cument 6"/>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3761740" rtl="0" eaLnBrk="1" latinLnBrk="0" hangingPunct="1">
        <a:spcBef>
          <a:spcPct val="0"/>
        </a:spcBef>
        <a:buNone/>
        <a:defRPr sz="7500" kern="1200">
          <a:solidFill>
            <a:schemeClr val="bg1"/>
          </a:solidFill>
          <a:latin typeface="Trebuchet MS" panose="020B0603020202020204" pitchFamily="34" charset="0"/>
          <a:ea typeface="+mj-ea"/>
          <a:cs typeface="+mj-cs"/>
        </a:defRPr>
      </a:lvl1pPr>
    </p:titleStyle>
    <p:bodyStyle>
      <a:lvl1pPr marL="1410970" indent="-1410970" algn="l" defTabSz="3761740" rtl="0" eaLnBrk="1" latinLnBrk="0" hangingPunct="1">
        <a:spcBef>
          <a:spcPct val="20000"/>
        </a:spcBef>
        <a:buFont typeface="Arial" panose="020B0604020202020204" pitchFamily="34" charset="0"/>
        <a:buChar char="•"/>
        <a:defRPr sz="13200" kern="1200">
          <a:solidFill>
            <a:schemeClr val="tx1"/>
          </a:solidFill>
          <a:latin typeface="+mn-lt"/>
          <a:ea typeface="+mn-ea"/>
          <a:cs typeface="+mn-cs"/>
        </a:defRPr>
      </a:lvl1pPr>
      <a:lvl2pPr marL="3056255" indent="-1175385" algn="l" defTabSz="3761740" rtl="0" eaLnBrk="1" latinLnBrk="0" hangingPunct="1">
        <a:spcBef>
          <a:spcPct val="20000"/>
        </a:spcBef>
        <a:buFont typeface="Arial" panose="020B0604020202020204" pitchFamily="34" charset="0"/>
        <a:buChar char="–"/>
        <a:defRPr sz="11600" kern="1200">
          <a:solidFill>
            <a:schemeClr val="tx1"/>
          </a:solidFill>
          <a:latin typeface="+mn-lt"/>
          <a:ea typeface="+mn-ea"/>
          <a:cs typeface="+mn-cs"/>
        </a:defRPr>
      </a:lvl2pPr>
      <a:lvl3pPr marL="4702175" indent="-940435" algn="l" defTabSz="3761740" rtl="0" eaLnBrk="1" latinLnBrk="0" hangingPunct="1">
        <a:spcBef>
          <a:spcPct val="20000"/>
        </a:spcBef>
        <a:buFont typeface="Arial" panose="020B0604020202020204" pitchFamily="34" charset="0"/>
        <a:buChar char="•"/>
        <a:defRPr sz="9900" kern="1200">
          <a:solidFill>
            <a:schemeClr val="tx1"/>
          </a:solidFill>
          <a:latin typeface="+mn-lt"/>
          <a:ea typeface="+mn-ea"/>
          <a:cs typeface="+mn-cs"/>
        </a:defRPr>
      </a:lvl3pPr>
      <a:lvl4pPr marL="6583045"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4pPr>
      <a:lvl5pPr marL="846455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5pPr>
      <a:lvl6pPr marL="1034542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6pPr>
      <a:lvl7pPr marL="1222629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7pPr>
      <a:lvl8pPr marL="1410716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8pPr>
      <a:lvl9pPr marL="1598803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9pPr>
    </p:bodyStyle>
    <p:otherStyle>
      <a:defPPr>
        <a:defRPr lang="en-US"/>
      </a:defPPr>
      <a:lvl1pPr marL="0" algn="l" defTabSz="3761740" rtl="0" eaLnBrk="1" latinLnBrk="0" hangingPunct="1">
        <a:defRPr sz="7400" kern="1200">
          <a:solidFill>
            <a:schemeClr val="tx1"/>
          </a:solidFill>
          <a:latin typeface="+mn-lt"/>
          <a:ea typeface="+mn-ea"/>
          <a:cs typeface="+mn-cs"/>
        </a:defRPr>
      </a:lvl1pPr>
      <a:lvl2pPr marL="1880870" algn="l" defTabSz="3761740" rtl="0" eaLnBrk="1" latinLnBrk="0" hangingPunct="1">
        <a:defRPr sz="7400" kern="1200">
          <a:solidFill>
            <a:schemeClr val="tx1"/>
          </a:solidFill>
          <a:latin typeface="+mn-lt"/>
          <a:ea typeface="+mn-ea"/>
          <a:cs typeface="+mn-cs"/>
        </a:defRPr>
      </a:lvl2pPr>
      <a:lvl3pPr marL="3761740" algn="l" defTabSz="3761740" rtl="0" eaLnBrk="1" latinLnBrk="0" hangingPunct="1">
        <a:defRPr sz="7400" kern="1200">
          <a:solidFill>
            <a:schemeClr val="tx1"/>
          </a:solidFill>
          <a:latin typeface="+mn-lt"/>
          <a:ea typeface="+mn-ea"/>
          <a:cs typeface="+mn-cs"/>
        </a:defRPr>
      </a:lvl3pPr>
      <a:lvl4pPr marL="5642610" algn="l" defTabSz="3761740" rtl="0" eaLnBrk="1" latinLnBrk="0" hangingPunct="1">
        <a:defRPr sz="7400" kern="1200">
          <a:solidFill>
            <a:schemeClr val="tx1"/>
          </a:solidFill>
          <a:latin typeface="+mn-lt"/>
          <a:ea typeface="+mn-ea"/>
          <a:cs typeface="+mn-cs"/>
        </a:defRPr>
      </a:lvl4pPr>
      <a:lvl5pPr marL="7524115" algn="l" defTabSz="3761740" rtl="0" eaLnBrk="1" latinLnBrk="0" hangingPunct="1">
        <a:defRPr sz="7400" kern="1200">
          <a:solidFill>
            <a:schemeClr val="tx1"/>
          </a:solidFill>
          <a:latin typeface="+mn-lt"/>
          <a:ea typeface="+mn-ea"/>
          <a:cs typeface="+mn-cs"/>
        </a:defRPr>
      </a:lvl5pPr>
      <a:lvl6pPr marL="9404985" algn="l" defTabSz="3761740" rtl="0" eaLnBrk="1" latinLnBrk="0" hangingPunct="1">
        <a:defRPr sz="7400" kern="1200">
          <a:solidFill>
            <a:schemeClr val="tx1"/>
          </a:solidFill>
          <a:latin typeface="+mn-lt"/>
          <a:ea typeface="+mn-ea"/>
          <a:cs typeface="+mn-cs"/>
        </a:defRPr>
      </a:lvl6pPr>
      <a:lvl7pPr marL="11285855" algn="l" defTabSz="3761740" rtl="0" eaLnBrk="1" latinLnBrk="0" hangingPunct="1">
        <a:defRPr sz="7400" kern="1200">
          <a:solidFill>
            <a:schemeClr val="tx1"/>
          </a:solidFill>
          <a:latin typeface="+mn-lt"/>
          <a:ea typeface="+mn-ea"/>
          <a:cs typeface="+mn-cs"/>
        </a:defRPr>
      </a:lvl7pPr>
      <a:lvl8pPr marL="13166725" algn="l" defTabSz="3761740" rtl="0" eaLnBrk="1" latinLnBrk="0" hangingPunct="1">
        <a:defRPr sz="7400" kern="1200">
          <a:solidFill>
            <a:schemeClr val="tx1"/>
          </a:solidFill>
          <a:latin typeface="+mn-lt"/>
          <a:ea typeface="+mn-ea"/>
          <a:cs typeface="+mn-cs"/>
        </a:defRPr>
      </a:lvl8pPr>
      <a:lvl9pPr marL="15047595" algn="l" defTabSz="3761740" rtl="0" eaLnBrk="1" latinLnBrk="0" hangingPunct="1">
        <a:defRPr sz="7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819153" y="21488400"/>
            <a:ext cx="2514600" cy="291981"/>
          </a:xfrm>
          <a:prstGeom prst="rect">
            <a:avLst/>
          </a:prstGeom>
          <a:noFill/>
          <a:ln w="9525">
            <a:noFill/>
            <a:miter lim="800000"/>
          </a:ln>
          <a:effectLst/>
        </p:spPr>
        <p:txBody>
          <a:bodyPr lIns="78225" tIns="39105" rIns="78225" bIns="39105">
            <a:spAutoFit/>
          </a:bodyPr>
          <a:lstStyle/>
          <a:p>
            <a:pPr eaLnBrk="0" hangingPunct="0">
              <a:lnSpc>
                <a:spcPct val="65000"/>
              </a:lnSpc>
              <a:spcBef>
                <a:spcPct val="50000"/>
              </a:spcBef>
              <a:defRPr/>
            </a:pPr>
            <a:r>
              <a:rPr lang="en-US" sz="500" b="1" dirty="0">
                <a:solidFill>
                  <a:schemeClr val="bg1">
                    <a:lumMod val="75000"/>
                  </a:schemeClr>
                </a:solidFill>
                <a:latin typeface="Arial" panose="020B0604020202020204" pitchFamily="34" charset="0"/>
              </a:rPr>
              <a:t>RESEARCH POSTER PRESENTATION DESIGN © 2022</a:t>
            </a:r>
            <a:endParaRPr lang="en-US" sz="500" b="1" dirty="0">
              <a:solidFill>
                <a:schemeClr val="bg1">
                  <a:lumMod val="75000"/>
                </a:schemeClr>
              </a:solidFill>
              <a:latin typeface="Arial" panose="020B0604020202020204" pitchFamily="34" charset="0"/>
            </a:endParaRPr>
          </a:p>
          <a:p>
            <a:pPr eaLnBrk="0" hangingPunct="0">
              <a:lnSpc>
                <a:spcPct val="65000"/>
              </a:lnSpc>
              <a:spcBef>
                <a:spcPct val="50000"/>
              </a:spcBef>
              <a:defRPr/>
            </a:pPr>
            <a:r>
              <a:rPr lang="en-US" sz="900" b="1" dirty="0">
                <a:solidFill>
                  <a:schemeClr val="bg1">
                    <a:lumMod val="75000"/>
                  </a:schemeClr>
                </a:solidFill>
                <a:latin typeface="Arial" panose="020B0604020202020204" pitchFamily="34" charset="0"/>
              </a:rPr>
              <a:t>www.PosterPresentations.com</a:t>
            </a:r>
            <a:endParaRPr lang="en-US" sz="900" b="1" dirty="0">
              <a:solidFill>
                <a:schemeClr val="bg1">
                  <a:lumMod val="75000"/>
                </a:schemeClr>
              </a:solidFill>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3761740" rtl="0" eaLnBrk="1" latinLnBrk="0" hangingPunct="1">
        <a:spcBef>
          <a:spcPct val="0"/>
        </a:spcBef>
        <a:buNone/>
        <a:defRPr sz="7500" kern="1200">
          <a:solidFill>
            <a:schemeClr val="bg1"/>
          </a:solidFill>
          <a:latin typeface="Trebuchet MS" panose="020B0603020202020204" pitchFamily="34" charset="0"/>
          <a:ea typeface="+mj-ea"/>
          <a:cs typeface="+mj-cs"/>
        </a:defRPr>
      </a:lvl1pPr>
    </p:titleStyle>
    <p:bodyStyle>
      <a:lvl1pPr marL="1410970" indent="-1410970" algn="l" defTabSz="3761740" rtl="0" eaLnBrk="1" latinLnBrk="0" hangingPunct="1">
        <a:spcBef>
          <a:spcPct val="20000"/>
        </a:spcBef>
        <a:buFont typeface="Arial" panose="020B0604020202020204" pitchFamily="34" charset="0"/>
        <a:buChar char="•"/>
        <a:defRPr sz="13200" kern="1200">
          <a:solidFill>
            <a:schemeClr val="tx1"/>
          </a:solidFill>
          <a:latin typeface="+mn-lt"/>
          <a:ea typeface="+mn-ea"/>
          <a:cs typeface="+mn-cs"/>
        </a:defRPr>
      </a:lvl1pPr>
      <a:lvl2pPr marL="3056255" indent="-1175385" algn="l" defTabSz="3761740" rtl="0" eaLnBrk="1" latinLnBrk="0" hangingPunct="1">
        <a:spcBef>
          <a:spcPct val="20000"/>
        </a:spcBef>
        <a:buFont typeface="Arial" panose="020B0604020202020204" pitchFamily="34" charset="0"/>
        <a:buChar char="–"/>
        <a:defRPr sz="11600" kern="1200">
          <a:solidFill>
            <a:schemeClr val="tx1"/>
          </a:solidFill>
          <a:latin typeface="+mn-lt"/>
          <a:ea typeface="+mn-ea"/>
          <a:cs typeface="+mn-cs"/>
        </a:defRPr>
      </a:lvl2pPr>
      <a:lvl3pPr marL="4702175" indent="-940435" algn="l" defTabSz="3761740" rtl="0" eaLnBrk="1" latinLnBrk="0" hangingPunct="1">
        <a:spcBef>
          <a:spcPct val="20000"/>
        </a:spcBef>
        <a:buFont typeface="Arial" panose="020B0604020202020204" pitchFamily="34" charset="0"/>
        <a:buChar char="•"/>
        <a:defRPr sz="9900" kern="1200">
          <a:solidFill>
            <a:schemeClr val="tx1"/>
          </a:solidFill>
          <a:latin typeface="+mn-lt"/>
          <a:ea typeface="+mn-ea"/>
          <a:cs typeface="+mn-cs"/>
        </a:defRPr>
      </a:lvl3pPr>
      <a:lvl4pPr marL="6583045"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4pPr>
      <a:lvl5pPr marL="846455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5pPr>
      <a:lvl6pPr marL="1034542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6pPr>
      <a:lvl7pPr marL="1222629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7pPr>
      <a:lvl8pPr marL="1410716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8pPr>
      <a:lvl9pPr marL="15988030" indent="-940435" algn="l" defTabSz="3761740" rtl="0" eaLnBrk="1" latinLnBrk="0" hangingPunct="1">
        <a:spcBef>
          <a:spcPct val="20000"/>
        </a:spcBef>
        <a:buFont typeface="Arial" panose="020B0604020202020204" pitchFamily="34" charset="0"/>
        <a:buChar char="•"/>
        <a:defRPr sz="8300" kern="1200">
          <a:solidFill>
            <a:schemeClr val="tx1"/>
          </a:solidFill>
          <a:latin typeface="+mn-lt"/>
          <a:ea typeface="+mn-ea"/>
          <a:cs typeface="+mn-cs"/>
        </a:defRPr>
      </a:lvl9pPr>
    </p:bodyStyle>
    <p:otherStyle>
      <a:defPPr>
        <a:defRPr lang="en-US"/>
      </a:defPPr>
      <a:lvl1pPr marL="0" algn="l" defTabSz="3761740" rtl="0" eaLnBrk="1" latinLnBrk="0" hangingPunct="1">
        <a:defRPr sz="7400" kern="1200">
          <a:solidFill>
            <a:schemeClr val="tx1"/>
          </a:solidFill>
          <a:latin typeface="+mn-lt"/>
          <a:ea typeface="+mn-ea"/>
          <a:cs typeface="+mn-cs"/>
        </a:defRPr>
      </a:lvl1pPr>
      <a:lvl2pPr marL="1880870" algn="l" defTabSz="3761740" rtl="0" eaLnBrk="1" latinLnBrk="0" hangingPunct="1">
        <a:defRPr sz="7400" kern="1200">
          <a:solidFill>
            <a:schemeClr val="tx1"/>
          </a:solidFill>
          <a:latin typeface="+mn-lt"/>
          <a:ea typeface="+mn-ea"/>
          <a:cs typeface="+mn-cs"/>
        </a:defRPr>
      </a:lvl2pPr>
      <a:lvl3pPr marL="3761740" algn="l" defTabSz="3761740" rtl="0" eaLnBrk="1" latinLnBrk="0" hangingPunct="1">
        <a:defRPr sz="7400" kern="1200">
          <a:solidFill>
            <a:schemeClr val="tx1"/>
          </a:solidFill>
          <a:latin typeface="+mn-lt"/>
          <a:ea typeface="+mn-ea"/>
          <a:cs typeface="+mn-cs"/>
        </a:defRPr>
      </a:lvl3pPr>
      <a:lvl4pPr marL="5642610" algn="l" defTabSz="3761740" rtl="0" eaLnBrk="1" latinLnBrk="0" hangingPunct="1">
        <a:defRPr sz="7400" kern="1200">
          <a:solidFill>
            <a:schemeClr val="tx1"/>
          </a:solidFill>
          <a:latin typeface="+mn-lt"/>
          <a:ea typeface="+mn-ea"/>
          <a:cs typeface="+mn-cs"/>
        </a:defRPr>
      </a:lvl4pPr>
      <a:lvl5pPr marL="7524115" algn="l" defTabSz="3761740" rtl="0" eaLnBrk="1" latinLnBrk="0" hangingPunct="1">
        <a:defRPr sz="7400" kern="1200">
          <a:solidFill>
            <a:schemeClr val="tx1"/>
          </a:solidFill>
          <a:latin typeface="+mn-lt"/>
          <a:ea typeface="+mn-ea"/>
          <a:cs typeface="+mn-cs"/>
        </a:defRPr>
      </a:lvl5pPr>
      <a:lvl6pPr marL="9404985" algn="l" defTabSz="3761740" rtl="0" eaLnBrk="1" latinLnBrk="0" hangingPunct="1">
        <a:defRPr sz="7400" kern="1200">
          <a:solidFill>
            <a:schemeClr val="tx1"/>
          </a:solidFill>
          <a:latin typeface="+mn-lt"/>
          <a:ea typeface="+mn-ea"/>
          <a:cs typeface="+mn-cs"/>
        </a:defRPr>
      </a:lvl6pPr>
      <a:lvl7pPr marL="11285855" algn="l" defTabSz="3761740" rtl="0" eaLnBrk="1" latinLnBrk="0" hangingPunct="1">
        <a:defRPr sz="7400" kern="1200">
          <a:solidFill>
            <a:schemeClr val="tx1"/>
          </a:solidFill>
          <a:latin typeface="+mn-lt"/>
          <a:ea typeface="+mn-ea"/>
          <a:cs typeface="+mn-cs"/>
        </a:defRPr>
      </a:lvl7pPr>
      <a:lvl8pPr marL="13166725" algn="l" defTabSz="3761740" rtl="0" eaLnBrk="1" latinLnBrk="0" hangingPunct="1">
        <a:defRPr sz="7400" kern="1200">
          <a:solidFill>
            <a:schemeClr val="tx1"/>
          </a:solidFill>
          <a:latin typeface="+mn-lt"/>
          <a:ea typeface="+mn-ea"/>
          <a:cs typeface="+mn-cs"/>
        </a:defRPr>
      </a:lvl8pPr>
      <a:lvl9pPr marL="15047595" algn="l" defTabSz="3761740"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a:p>
        </p:txBody>
      </p:sp>
      <p:sp>
        <p:nvSpPr>
          <p:cNvPr id="3" name="Text Placeholder 2"/>
          <p:cNvSpPr>
            <a:spLocks noGrp="1"/>
          </p:cNvSpPr>
          <p:nvPr>
            <p:ph type="body" sz="quarter" idx="11"/>
          </p:nvPr>
        </p:nvSpPr>
        <p:spPr/>
        <p:txBody>
          <a:bodyPr/>
          <a:lstStyle/>
          <a:p>
            <a:endParaRPr lang="en-US"/>
          </a:p>
        </p:txBody>
      </p:sp>
      <p:sp>
        <p:nvSpPr>
          <p:cNvPr id="4" name="Text Placeholder 3"/>
          <p:cNvSpPr>
            <a:spLocks noGrp="1"/>
          </p:cNvSpPr>
          <p:nvPr>
            <p:ph type="body" sz="quarter" idx="20"/>
          </p:nvPr>
        </p:nvSpPr>
        <p:spPr/>
        <p:txBody>
          <a:bodyPr/>
          <a:lstStyle/>
          <a:p>
            <a:endParaRPr lang="en-US"/>
          </a:p>
        </p:txBody>
      </p:sp>
      <p:sp>
        <p:nvSpPr>
          <p:cNvPr id="5" name="Text Placeholder 4"/>
          <p:cNvSpPr>
            <a:spLocks noGrp="1"/>
          </p:cNvSpPr>
          <p:nvPr>
            <p:ph type="body" sz="quarter" idx="21"/>
          </p:nvPr>
        </p:nvSpPr>
        <p:spPr/>
        <p:txBody>
          <a:bodyPr/>
          <a:lstStyle/>
          <a:p>
            <a:endParaRPr lang="en-US"/>
          </a:p>
        </p:txBody>
      </p:sp>
      <p:sp>
        <p:nvSpPr>
          <p:cNvPr id="6" name="Text Placeholder 5"/>
          <p:cNvSpPr>
            <a:spLocks noGrp="1"/>
          </p:cNvSpPr>
          <p:nvPr>
            <p:ph type="body" sz="quarter" idx="22"/>
          </p:nvPr>
        </p:nvSpPr>
        <p:spPr/>
        <p:txBody>
          <a:bodyPr/>
          <a:lstStyle/>
          <a:p>
            <a:endParaRPr lang="en-US"/>
          </a:p>
        </p:txBody>
      </p:sp>
      <p:sp>
        <p:nvSpPr>
          <p:cNvPr id="7" name="Text Placeholder 6"/>
          <p:cNvSpPr>
            <a:spLocks noGrp="1"/>
          </p:cNvSpPr>
          <p:nvPr>
            <p:ph type="body" sz="quarter" idx="23"/>
          </p:nvPr>
        </p:nvSpPr>
        <p:spPr/>
        <p:txBody>
          <a:bodyPr/>
          <a:lstStyle/>
          <a:p>
            <a:endParaRPr lang="en-US"/>
          </a:p>
        </p:txBody>
      </p:sp>
      <p:sp>
        <p:nvSpPr>
          <p:cNvPr id="8" name="Text Placeholder 7"/>
          <p:cNvSpPr>
            <a:spLocks noGrp="1"/>
          </p:cNvSpPr>
          <p:nvPr>
            <p:ph type="body" sz="quarter" idx="24"/>
          </p:nvPr>
        </p:nvSpPr>
        <p:spPr>
          <a:xfrm>
            <a:off x="17797869" y="3990987"/>
            <a:ext cx="8274926" cy="527611"/>
          </a:xfrm>
        </p:spPr>
        <p:txBody>
          <a:bodyPr/>
          <a:lstStyle/>
          <a:p>
            <a:endParaRPr lang="en-US" dirty="0"/>
          </a:p>
        </p:txBody>
      </p:sp>
      <p:sp>
        <p:nvSpPr>
          <p:cNvPr id="9" name="Text Placeholder 8"/>
          <p:cNvSpPr>
            <a:spLocks noGrp="1"/>
          </p:cNvSpPr>
          <p:nvPr>
            <p:ph type="body" sz="quarter" idx="25"/>
          </p:nvPr>
        </p:nvSpPr>
        <p:spPr/>
        <p:txBody>
          <a:bodyPr/>
          <a:lstStyle/>
          <a:p>
            <a:endParaRPr lang="en-US"/>
          </a:p>
        </p:txBody>
      </p:sp>
      <p:sp>
        <p:nvSpPr>
          <p:cNvPr id="10" name="Text Placeholder 9"/>
          <p:cNvSpPr>
            <a:spLocks noGrp="1"/>
          </p:cNvSpPr>
          <p:nvPr>
            <p:ph type="body" sz="quarter" idx="26"/>
          </p:nvPr>
        </p:nvSpPr>
        <p:spPr/>
        <p:txBody>
          <a:bodyPr/>
          <a:lstStyle/>
          <a:p>
            <a:endParaRPr lang="en-US"/>
          </a:p>
        </p:txBody>
      </p:sp>
      <p:sp>
        <p:nvSpPr>
          <p:cNvPr id="11" name="Text Placeholder 10"/>
          <p:cNvSpPr>
            <a:spLocks noGrp="1"/>
          </p:cNvSpPr>
          <p:nvPr>
            <p:ph type="body" sz="quarter" idx="27"/>
          </p:nvPr>
        </p:nvSpPr>
        <p:spPr/>
        <p:txBody>
          <a:bodyPr/>
          <a:lstStyle/>
          <a:p>
            <a:endParaRPr lang="en-US"/>
          </a:p>
        </p:txBody>
      </p:sp>
      <p:sp>
        <p:nvSpPr>
          <p:cNvPr id="12" name="Text Placeholder 11"/>
          <p:cNvSpPr>
            <a:spLocks noGrp="1"/>
          </p:cNvSpPr>
          <p:nvPr>
            <p:ph type="body" sz="quarter" idx="28"/>
          </p:nvPr>
        </p:nvSpPr>
        <p:spPr/>
        <p:txBody>
          <a:bodyPr/>
          <a:lstStyle/>
          <a:p>
            <a:endParaRPr lang="en-US"/>
          </a:p>
        </p:txBody>
      </p:sp>
      <p:sp>
        <p:nvSpPr>
          <p:cNvPr id="13" name="Text Placeholder 12"/>
          <p:cNvSpPr>
            <a:spLocks noGrp="1"/>
          </p:cNvSpPr>
          <p:nvPr>
            <p:ph type="body" sz="quarter" idx="29"/>
          </p:nvPr>
        </p:nvSpPr>
        <p:spPr/>
        <p:txBody>
          <a:bodyPr/>
          <a:lstStyle/>
          <a:p>
            <a:endParaRPr lang="en-US"/>
          </a:p>
        </p:txBody>
      </p:sp>
      <p:sp>
        <p:nvSpPr>
          <p:cNvPr id="14" name="Text Placeholder 13"/>
          <p:cNvSpPr>
            <a:spLocks noGrp="1"/>
          </p:cNvSpPr>
          <p:nvPr>
            <p:ph type="body" sz="quarter" idx="30"/>
          </p:nvPr>
        </p:nvSpPr>
        <p:spPr/>
        <p:txBody>
          <a:bodyPr/>
          <a:lstStyle/>
          <a:p>
            <a:endParaRPr lang="en-US"/>
          </a:p>
        </p:txBody>
      </p:sp>
      <p:sp>
        <p:nvSpPr>
          <p:cNvPr id="15" name="Text Placeholder 14"/>
          <p:cNvSpPr>
            <a:spLocks noGrp="1"/>
          </p:cNvSpPr>
          <p:nvPr>
            <p:ph type="body" sz="quarter" idx="96"/>
          </p:nvPr>
        </p:nvSpPr>
        <p:spPr/>
        <p:txBody>
          <a:bodyPr/>
          <a:lstStyle/>
          <a:p>
            <a:endParaRPr lang="en-US"/>
          </a:p>
        </p:txBody>
      </p:sp>
      <p:sp>
        <p:nvSpPr>
          <p:cNvPr id="16" name="Text Placeholder 15"/>
          <p:cNvSpPr>
            <a:spLocks noGrp="1"/>
          </p:cNvSpPr>
          <p:nvPr>
            <p:ph type="body" sz="quarter" idx="136"/>
          </p:nvPr>
        </p:nvSpPr>
        <p:spPr/>
        <p:txBody>
          <a:bodyPr/>
          <a:lstStyle/>
          <a:p>
            <a:endParaRPr lang="en-US"/>
          </a:p>
        </p:txBody>
      </p:sp>
      <p:sp>
        <p:nvSpPr>
          <p:cNvPr id="17" name="Text Placeholder 16"/>
          <p:cNvSpPr>
            <a:spLocks noGrp="1"/>
          </p:cNvSpPr>
          <p:nvPr>
            <p:ph type="body" sz="quarter" idx="137"/>
          </p:nvPr>
        </p:nvSpPr>
        <p:spPr/>
        <p:txBody>
          <a:bodyPr/>
          <a:lstStyle/>
          <a:p>
            <a:endParaRPr lang="en-US"/>
          </a:p>
        </p:txBody>
      </p:sp>
      <p:sp>
        <p:nvSpPr>
          <p:cNvPr id="18" name="Text Placeholder 17"/>
          <p:cNvSpPr>
            <a:spLocks noGrp="1"/>
          </p:cNvSpPr>
          <p:nvPr>
            <p:ph type="body" sz="quarter" idx="161"/>
          </p:nvPr>
        </p:nvSpPr>
        <p:spPr>
          <a:xfrm>
            <a:off x="5225143" y="1091509"/>
            <a:ext cx="33440914" cy="583565"/>
          </a:xfrm>
        </p:spPr>
        <p:txBody>
          <a:bodyPr/>
          <a:lstStyle/>
          <a:p>
            <a:r>
              <a:rPr lang="en-US" altLang="zh-CN"/>
              <a:t>Reporter: ITD Team, School of Future Technology: Cao Weijie, Chen Jinshen, Huang Hongyue, Wu Shuai, Shi Hong</a:t>
            </a:r>
            <a:endParaRPr lang="en-US" altLang="zh-CN"/>
          </a:p>
        </p:txBody>
      </p:sp>
      <p:sp>
        <p:nvSpPr>
          <p:cNvPr id="19" name="Text Placeholder 18"/>
          <p:cNvSpPr>
            <a:spLocks noGrp="1"/>
          </p:cNvSpPr>
          <p:nvPr>
            <p:ph type="body" sz="quarter" idx="195"/>
          </p:nvPr>
        </p:nvSpPr>
        <p:spPr>
          <a:xfrm>
            <a:off x="5225143" y="1915058"/>
            <a:ext cx="33440914" cy="768350"/>
          </a:xfrm>
        </p:spPr>
        <p:txBody>
          <a:bodyPr/>
          <a:lstStyle/>
          <a:p>
            <a:r>
              <a:rPr lang="en-US" altLang="zh-CN"/>
              <a:t>Quantifying stiffness and forces of tumor colonies and</a:t>
            </a:r>
            <a:endParaRPr lang="en-US" altLang="zh-CN"/>
          </a:p>
          <a:p>
            <a:r>
              <a:rPr lang="en-US" altLang="zh-CN"/>
              <a:t>embryos using a magnetic microrobot</a:t>
            </a:r>
            <a:endParaRPr lang="en-US" altLang="zh-CN"/>
          </a:p>
        </p:txBody>
      </p:sp>
      <p:sp>
        <p:nvSpPr>
          <p:cNvPr id="20" name="Text Placeholder 19"/>
          <p:cNvSpPr>
            <a:spLocks noGrp="1"/>
          </p:cNvSpPr>
          <p:nvPr>
            <p:ph type="body" sz="quarter" idx="196"/>
          </p:nvPr>
        </p:nvSpPr>
        <p:spPr>
          <a:xfrm>
            <a:off x="5225143" y="180134"/>
            <a:ext cx="33440914" cy="768350"/>
          </a:xfrm>
        </p:spPr>
        <p:txBody>
          <a:bodyPr/>
          <a:lstStyle/>
          <a:p>
            <a:r>
              <a:rPr lang="en-US" altLang="zh-CN"/>
              <a:t>Robotic probes at the cell scale</a:t>
            </a:r>
            <a:endParaRPr lang="en-US" altLang="zh-CN"/>
          </a:p>
        </p:txBody>
      </p:sp>
    </p:spTree>
  </p:cSld>
  <p:clrMapOvr>
    <a:masterClrMapping/>
  </p:clrMapOvr>
</p:sld>
</file>

<file path=ppt/theme/theme1.xml><?xml version="1.0" encoding="utf-8"?>
<a:theme xmlns:a="http://schemas.openxmlformats.org/drawingml/2006/main" name="48x96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PosterPresentations.com-48x96-Template</Template>
  <TotalTime>0</TotalTime>
  <Words>229</Words>
  <Application>WPS 演示</Application>
  <PresentationFormat>Custom</PresentationFormat>
  <Paragraphs>7</Paragraphs>
  <Slides>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vt:i4>
      </vt:variant>
    </vt:vector>
  </HeadingPairs>
  <TitlesOfParts>
    <vt:vector size="14" baseType="lpstr">
      <vt:lpstr>Arial</vt:lpstr>
      <vt:lpstr>宋体</vt:lpstr>
      <vt:lpstr>Wingdings</vt:lpstr>
      <vt:lpstr>Times New Roman</vt:lpstr>
      <vt:lpstr>Arial Black</vt:lpstr>
      <vt:lpstr>Trebuchet MS</vt:lpstr>
      <vt:lpstr>Arial</vt:lpstr>
      <vt:lpstr>Century Gothic</vt:lpstr>
      <vt:lpstr>Calibri</vt:lpstr>
      <vt:lpstr>微软雅黑</vt:lpstr>
      <vt:lpstr>Arial Unicode MS</vt:lpstr>
      <vt:lpstr>48x96 Template</vt:lpstr>
      <vt:lpstr>Without Guides</vt:lpstr>
      <vt:lpstr>PowerPoint 演示文稿</vt:lpstr>
    </vt:vector>
  </TitlesOfParts>
  <Company>Canterbury Media Services, Inc. </Company>
  <LinksUpToDate>false</LinksUpToDate>
  <SharedDoc>false</SharedDoc>
  <HyperlinksChanged>false</HyperlinksChanged>
  <AppVersion>14.0000</AppVersion>
  <Manager>A. Kotoulas </Manager>
  <HyperlinkBase>https://www.posterpresentations.com/free-poster-templates.html</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48x96 PowerPoint Presentation</dc:title>
  <dc:creator>PosterPresentations.com </dc:creator>
  <cp:keywords>48x96 Powerpoint poster template, scientific poster template, research poster template </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dc:subject>Research poster presentation template </dc:subject>
  <cp:category>Research poster templates </cp:category>
  <cp:lastModifiedBy>夕颜</cp:lastModifiedBy>
  <cp:revision>46</cp:revision>
  <dcterms:created xsi:type="dcterms:W3CDTF">2012-02-09T21:25:00Z</dcterms:created>
  <dcterms:modified xsi:type="dcterms:W3CDTF">2025-05-15T14:13:50Z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9D2D4F8726EC43AB90A4442F7F59152C_13</vt:lpwstr>
  </property>
  <property fmtid="{D5CDD505-2E9C-101B-9397-08002B2CF9AE}" pid="3" name="KSOProductBuildVer">
    <vt:lpwstr>2052-12.1.0.20305</vt:lpwstr>
  </property>
</Properties>
</file>