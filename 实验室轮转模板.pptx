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21599525" cy="323992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03864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76" autoAdjust="0"/>
    <p:restoredTop sz="94660"/>
  </p:normalViewPr>
  <p:slideViewPr>
    <p:cSldViewPr snapToGrid="0">
      <p:cViewPr varScale="1">
        <p:scale>
          <a:sx n="21" d="100"/>
          <a:sy n="21" d="100"/>
        </p:scale>
        <p:origin x="32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19965" y="5302386"/>
            <a:ext cx="18359596" cy="11279752"/>
          </a:xfrm>
        </p:spPr>
        <p:txBody>
          <a:bodyPr anchor="b"/>
          <a:lstStyle>
            <a:lvl1pPr algn="ctr">
              <a:defRPr sz="1417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9941" y="17017128"/>
            <a:ext cx="16199644" cy="7822326"/>
          </a:xfrm>
        </p:spPr>
        <p:txBody>
          <a:bodyPr/>
          <a:lstStyle>
            <a:lvl1pPr marL="0" indent="0" algn="ctr">
              <a:buNone/>
              <a:defRPr sz="5669"/>
            </a:lvl1pPr>
            <a:lvl2pPr marL="1079998" indent="0" algn="ctr">
              <a:buNone/>
              <a:defRPr sz="4724"/>
            </a:lvl2pPr>
            <a:lvl3pPr marL="2159996" indent="0" algn="ctr">
              <a:buNone/>
              <a:defRPr sz="4252"/>
            </a:lvl3pPr>
            <a:lvl4pPr marL="3239994" indent="0" algn="ctr">
              <a:buNone/>
              <a:defRPr sz="3780"/>
            </a:lvl4pPr>
            <a:lvl5pPr marL="4319991" indent="0" algn="ctr">
              <a:buNone/>
              <a:defRPr sz="3780"/>
            </a:lvl5pPr>
            <a:lvl6pPr marL="5399989" indent="0" algn="ctr">
              <a:buNone/>
              <a:defRPr sz="3780"/>
            </a:lvl6pPr>
            <a:lvl7pPr marL="6479987" indent="0" algn="ctr">
              <a:buNone/>
              <a:defRPr sz="3780"/>
            </a:lvl7pPr>
            <a:lvl8pPr marL="7559985" indent="0" algn="ctr">
              <a:buNone/>
              <a:defRPr sz="3780"/>
            </a:lvl8pPr>
            <a:lvl9pPr marL="8639983" indent="0" algn="ctr">
              <a:buNone/>
              <a:defRPr sz="378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FA79-E809-4FC1-AA1B-D4A6C01A0584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C8293-961B-43C0-B3B5-9493AD5F65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4283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FA79-E809-4FC1-AA1B-D4A6C01A0584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C8293-961B-43C0-B3B5-9493AD5F65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86937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3719" y="8077332"/>
            <a:ext cx="18629590" cy="13477201"/>
          </a:xfrm>
        </p:spPr>
        <p:txBody>
          <a:bodyPr anchor="b"/>
          <a:lstStyle>
            <a:lvl1pPr>
              <a:defRPr sz="14173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3719" y="21682033"/>
            <a:ext cx="18629590" cy="7087342"/>
          </a:xfrm>
        </p:spPr>
        <p:txBody>
          <a:bodyPr/>
          <a:lstStyle>
            <a:lvl1pPr marL="0" indent="0">
              <a:buNone/>
              <a:defRPr sz="5669">
                <a:solidFill>
                  <a:schemeClr val="tx1"/>
                </a:solidFill>
              </a:defRPr>
            </a:lvl1pPr>
            <a:lvl2pPr marL="1079998" indent="0">
              <a:buNone/>
              <a:defRPr sz="4724">
                <a:solidFill>
                  <a:schemeClr val="tx1">
                    <a:tint val="75000"/>
                  </a:schemeClr>
                </a:solidFill>
              </a:defRPr>
            </a:lvl2pPr>
            <a:lvl3pPr marL="2159996" indent="0">
              <a:buNone/>
              <a:defRPr sz="4252">
                <a:solidFill>
                  <a:schemeClr val="tx1">
                    <a:tint val="75000"/>
                  </a:schemeClr>
                </a:solidFill>
              </a:defRPr>
            </a:lvl3pPr>
            <a:lvl4pPr marL="3239994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4pPr>
            <a:lvl5pPr marL="4319991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5pPr>
            <a:lvl6pPr marL="5399989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6pPr>
            <a:lvl7pPr marL="6479987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7pPr>
            <a:lvl8pPr marL="7559985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8pPr>
            <a:lvl9pPr marL="8639983" indent="0">
              <a:buNone/>
              <a:defRPr sz="37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FA79-E809-4FC1-AA1B-D4A6C01A0584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C8293-961B-43C0-B3B5-9493AD5F65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9952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967" y="8624810"/>
            <a:ext cx="9179798" cy="2055705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34760" y="8624810"/>
            <a:ext cx="9179798" cy="20557051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FA79-E809-4FC1-AA1B-D4A6C01A0584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C8293-961B-43C0-B3B5-9493AD5F65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151494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1724969"/>
            <a:ext cx="18629590" cy="626236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7783" y="7942328"/>
            <a:ext cx="9137610" cy="3892412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7783" y="11834740"/>
            <a:ext cx="9137610" cy="1740712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934761" y="7942328"/>
            <a:ext cx="9182611" cy="3892412"/>
          </a:xfrm>
        </p:spPr>
        <p:txBody>
          <a:bodyPr anchor="b"/>
          <a:lstStyle>
            <a:lvl1pPr marL="0" indent="0">
              <a:buNone/>
              <a:defRPr sz="5669" b="1"/>
            </a:lvl1pPr>
            <a:lvl2pPr marL="1079998" indent="0">
              <a:buNone/>
              <a:defRPr sz="4724" b="1"/>
            </a:lvl2pPr>
            <a:lvl3pPr marL="2159996" indent="0">
              <a:buNone/>
              <a:defRPr sz="4252" b="1"/>
            </a:lvl3pPr>
            <a:lvl4pPr marL="3239994" indent="0">
              <a:buNone/>
              <a:defRPr sz="3780" b="1"/>
            </a:lvl4pPr>
            <a:lvl5pPr marL="4319991" indent="0">
              <a:buNone/>
              <a:defRPr sz="3780" b="1"/>
            </a:lvl5pPr>
            <a:lvl6pPr marL="5399989" indent="0">
              <a:buNone/>
              <a:defRPr sz="3780" b="1"/>
            </a:lvl6pPr>
            <a:lvl7pPr marL="6479987" indent="0">
              <a:buNone/>
              <a:defRPr sz="3780" b="1"/>
            </a:lvl7pPr>
            <a:lvl8pPr marL="7559985" indent="0">
              <a:buNone/>
              <a:defRPr sz="3780" b="1"/>
            </a:lvl8pPr>
            <a:lvl9pPr marL="8639983" indent="0">
              <a:buNone/>
              <a:defRPr sz="378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934761" y="11834740"/>
            <a:ext cx="9182611" cy="17407120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FA79-E809-4FC1-AA1B-D4A6C01A0584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C8293-961B-43C0-B3B5-9493AD5F65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7336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FA79-E809-4FC1-AA1B-D4A6C01A0584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C8293-961B-43C0-B3B5-9493AD5F65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43968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FA79-E809-4FC1-AA1B-D4A6C01A0584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C8293-961B-43C0-B3B5-9493AD5F65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3394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159952"/>
            <a:ext cx="6966409" cy="7559834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82611" y="4664905"/>
            <a:ext cx="10934760" cy="23024494"/>
          </a:xfrm>
        </p:spPr>
        <p:txBody>
          <a:bodyPr/>
          <a:lstStyle>
            <a:lvl1pPr>
              <a:defRPr sz="7559"/>
            </a:lvl1pPr>
            <a:lvl2pPr>
              <a:defRPr sz="6614"/>
            </a:lvl2pPr>
            <a:lvl3pPr>
              <a:defRPr sz="5669"/>
            </a:lvl3pPr>
            <a:lvl4pPr>
              <a:defRPr sz="4724"/>
            </a:lvl4pPr>
            <a:lvl5pPr>
              <a:defRPr sz="4724"/>
            </a:lvl5pPr>
            <a:lvl6pPr>
              <a:defRPr sz="4724"/>
            </a:lvl6pPr>
            <a:lvl7pPr>
              <a:defRPr sz="4724"/>
            </a:lvl7pPr>
            <a:lvl8pPr>
              <a:defRPr sz="4724"/>
            </a:lvl8pPr>
            <a:lvl9pPr>
              <a:defRPr sz="4724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9719786"/>
            <a:ext cx="6966409" cy="18007107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FA79-E809-4FC1-AA1B-D4A6C01A0584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C8293-961B-43C0-B3B5-9493AD5F65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5034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7781" y="2159952"/>
            <a:ext cx="6966409" cy="7559834"/>
          </a:xfrm>
        </p:spPr>
        <p:txBody>
          <a:bodyPr anchor="b"/>
          <a:lstStyle>
            <a:lvl1pPr>
              <a:defRPr sz="755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82611" y="4664905"/>
            <a:ext cx="10934760" cy="23024494"/>
          </a:xfrm>
        </p:spPr>
        <p:txBody>
          <a:bodyPr anchor="t"/>
          <a:lstStyle>
            <a:lvl1pPr marL="0" indent="0">
              <a:buNone/>
              <a:defRPr sz="7559"/>
            </a:lvl1pPr>
            <a:lvl2pPr marL="1079998" indent="0">
              <a:buNone/>
              <a:defRPr sz="6614"/>
            </a:lvl2pPr>
            <a:lvl3pPr marL="2159996" indent="0">
              <a:buNone/>
              <a:defRPr sz="5669"/>
            </a:lvl3pPr>
            <a:lvl4pPr marL="3239994" indent="0">
              <a:buNone/>
              <a:defRPr sz="4724"/>
            </a:lvl4pPr>
            <a:lvl5pPr marL="4319991" indent="0">
              <a:buNone/>
              <a:defRPr sz="4724"/>
            </a:lvl5pPr>
            <a:lvl6pPr marL="5399989" indent="0">
              <a:buNone/>
              <a:defRPr sz="4724"/>
            </a:lvl6pPr>
            <a:lvl7pPr marL="6479987" indent="0">
              <a:buNone/>
              <a:defRPr sz="4724"/>
            </a:lvl7pPr>
            <a:lvl8pPr marL="7559985" indent="0">
              <a:buNone/>
              <a:defRPr sz="4724"/>
            </a:lvl8pPr>
            <a:lvl9pPr marL="8639983" indent="0">
              <a:buNone/>
              <a:defRPr sz="4724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7781" y="9719786"/>
            <a:ext cx="6966409" cy="18007107"/>
          </a:xfrm>
        </p:spPr>
        <p:txBody>
          <a:bodyPr/>
          <a:lstStyle>
            <a:lvl1pPr marL="0" indent="0">
              <a:buNone/>
              <a:defRPr sz="3780"/>
            </a:lvl1pPr>
            <a:lvl2pPr marL="1079998" indent="0">
              <a:buNone/>
              <a:defRPr sz="3307"/>
            </a:lvl2pPr>
            <a:lvl3pPr marL="2159996" indent="0">
              <a:buNone/>
              <a:defRPr sz="2835"/>
            </a:lvl3pPr>
            <a:lvl4pPr marL="3239994" indent="0">
              <a:buNone/>
              <a:defRPr sz="2362"/>
            </a:lvl4pPr>
            <a:lvl5pPr marL="4319991" indent="0">
              <a:buNone/>
              <a:defRPr sz="2362"/>
            </a:lvl5pPr>
            <a:lvl6pPr marL="5399989" indent="0">
              <a:buNone/>
              <a:defRPr sz="2362"/>
            </a:lvl6pPr>
            <a:lvl7pPr marL="6479987" indent="0">
              <a:buNone/>
              <a:defRPr sz="2362"/>
            </a:lvl7pPr>
            <a:lvl8pPr marL="7559985" indent="0">
              <a:buNone/>
              <a:defRPr sz="2362"/>
            </a:lvl8pPr>
            <a:lvl9pPr marL="8639983" indent="0">
              <a:buNone/>
              <a:defRPr sz="2362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FA79-E809-4FC1-AA1B-D4A6C01A0584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C8293-961B-43C0-B3B5-9493AD5F65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4118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FA79-E809-4FC1-AA1B-D4A6C01A0584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C8293-961B-43C0-B3B5-9493AD5F65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0399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457161" y="1724962"/>
            <a:ext cx="4657398" cy="2745689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968" y="1724962"/>
            <a:ext cx="13702199" cy="27456899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39FA79-E809-4FC1-AA1B-D4A6C01A0584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C8293-961B-43C0-B3B5-9493AD5F65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967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968" y="1724969"/>
            <a:ext cx="18629590" cy="62623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968" y="8624810"/>
            <a:ext cx="18629590" cy="205570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84967" y="30029347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F39FA79-E809-4FC1-AA1B-D4A6C01A0584}" type="datetimeFigureOut">
              <a:rPr lang="zh-CN" altLang="en-US" smtClean="0"/>
              <a:t>2025/5/15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154843" y="30029347"/>
            <a:ext cx="7289840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254665" y="30029347"/>
            <a:ext cx="4859893" cy="17249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3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FC8293-961B-43C0-B3B5-9493AD5F65C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1696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159996" rtl="0" eaLnBrk="1" latinLnBrk="0" hangingPunct="1">
        <a:lnSpc>
          <a:spcPct val="90000"/>
        </a:lnSpc>
        <a:spcBef>
          <a:spcPct val="0"/>
        </a:spcBef>
        <a:buNone/>
        <a:defRPr sz="1039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9999" indent="-539999" algn="l" defTabSz="2159996" rtl="0" eaLnBrk="1" latinLnBrk="0" hangingPunct="1">
        <a:lnSpc>
          <a:spcPct val="90000"/>
        </a:lnSpc>
        <a:spcBef>
          <a:spcPts val="2362"/>
        </a:spcBef>
        <a:buFont typeface="Arial" panose="020B0604020202020204" pitchFamily="34" charset="0"/>
        <a:buChar char="•"/>
        <a:defRPr sz="6614" kern="1200">
          <a:solidFill>
            <a:schemeClr val="tx1"/>
          </a:solidFill>
          <a:latin typeface="+mn-lt"/>
          <a:ea typeface="+mn-ea"/>
          <a:cs typeface="+mn-cs"/>
        </a:defRPr>
      </a:lvl1pPr>
      <a:lvl2pPr marL="1619997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5669" kern="1200">
          <a:solidFill>
            <a:schemeClr val="tx1"/>
          </a:solidFill>
          <a:latin typeface="+mn-lt"/>
          <a:ea typeface="+mn-ea"/>
          <a:cs typeface="+mn-cs"/>
        </a:defRPr>
      </a:lvl2pPr>
      <a:lvl3pPr marL="2699995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724" kern="1200">
          <a:solidFill>
            <a:schemeClr val="tx1"/>
          </a:solidFill>
          <a:latin typeface="+mn-lt"/>
          <a:ea typeface="+mn-ea"/>
          <a:cs typeface="+mn-cs"/>
        </a:defRPr>
      </a:lvl3pPr>
      <a:lvl4pPr marL="3779992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859990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939988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7019986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8099984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9179982" indent="-539999" algn="l" defTabSz="2159996" rtl="0" eaLnBrk="1" latinLnBrk="0" hangingPunct="1">
        <a:lnSpc>
          <a:spcPct val="90000"/>
        </a:lnSpc>
        <a:spcBef>
          <a:spcPts val="1181"/>
        </a:spcBef>
        <a:buFont typeface="Arial" panose="020B0604020202020204" pitchFamily="34" charset="0"/>
        <a:buChar char="•"/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2pPr>
      <a:lvl3pPr marL="2159996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3pPr>
      <a:lvl4pPr marL="3239994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4pPr>
      <a:lvl5pPr marL="4319991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5pPr>
      <a:lvl6pPr marL="5399989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6pPr>
      <a:lvl7pPr marL="6479987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7pPr>
      <a:lvl8pPr marL="7559985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8pPr>
      <a:lvl9pPr marL="8639983" algn="l" defTabSz="2159996" rtl="0" eaLnBrk="1" latinLnBrk="0" hangingPunct="1">
        <a:defRPr sz="425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>
            <a:extLst>
              <a:ext uri="{FF2B5EF4-FFF2-40B4-BE49-F238E27FC236}">
                <a16:creationId xmlns:a16="http://schemas.microsoft.com/office/drawing/2014/main" id="{E65BEDA8-3AF0-4E01-B131-CD6D7864AE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87" y="261760"/>
            <a:ext cx="3064712" cy="233107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E0365BC0-3BC7-4655-9F92-80236DE5D982}"/>
              </a:ext>
            </a:extLst>
          </p:cNvPr>
          <p:cNvSpPr txBox="1"/>
          <p:nvPr/>
        </p:nvSpPr>
        <p:spPr>
          <a:xfrm>
            <a:off x="-202102" y="255531"/>
            <a:ext cx="2159952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66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标题</a:t>
            </a:r>
            <a:endParaRPr lang="en-US" altLang="zh-CN" sz="6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zh-CN" altLang="en-US" sz="66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BE7DBF3-7179-408B-96D5-62AA740EF001}"/>
              </a:ext>
            </a:extLst>
          </p:cNvPr>
          <p:cNvSpPr txBox="1"/>
          <p:nvPr/>
        </p:nvSpPr>
        <p:spPr>
          <a:xfrm>
            <a:off x="3376530" y="2464076"/>
            <a:ext cx="69641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姓名：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1C38B6C-DA9F-446D-BF6A-20CE4AC0C69D}"/>
              </a:ext>
            </a:extLst>
          </p:cNvPr>
          <p:cNvSpPr txBox="1"/>
          <p:nvPr/>
        </p:nvSpPr>
        <p:spPr>
          <a:xfrm>
            <a:off x="12744531" y="2499749"/>
            <a:ext cx="682566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指导老师：</a:t>
            </a:r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9F37659C-4FC6-4215-9804-BC44F5510F1C}"/>
              </a:ext>
            </a:extLst>
          </p:cNvPr>
          <p:cNvSpPr/>
          <p:nvPr/>
        </p:nvSpPr>
        <p:spPr>
          <a:xfrm>
            <a:off x="422788" y="8277371"/>
            <a:ext cx="10174873" cy="1006429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762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82000">
                  <a:schemeClr val="accent1">
                    <a:lumMod val="7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sz="3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FE540F4D-C63A-456B-9E4D-776FC9AA00C6}"/>
              </a:ext>
            </a:extLst>
          </p:cNvPr>
          <p:cNvSpPr/>
          <p:nvPr/>
        </p:nvSpPr>
        <p:spPr>
          <a:xfrm>
            <a:off x="11001865" y="8277372"/>
            <a:ext cx="10174872" cy="1729586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762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14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9AC1BBFC-8BC7-446B-AB61-986B194E8DC3}"/>
              </a:ext>
            </a:extLst>
          </p:cNvPr>
          <p:cNvSpPr/>
          <p:nvPr/>
        </p:nvSpPr>
        <p:spPr>
          <a:xfrm>
            <a:off x="422788" y="30451853"/>
            <a:ext cx="20753948" cy="168238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762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chemeClr val="accent1">
                    <a:lumMod val="45000"/>
                    <a:lumOff val="55000"/>
                  </a:schemeClr>
                </a:gs>
                <a:gs pos="22000">
                  <a:schemeClr val="accent1">
                    <a:lumMod val="7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E4DA0932-B5F3-4A4E-82F8-D59965B352FD}"/>
              </a:ext>
            </a:extLst>
          </p:cNvPr>
          <p:cNvSpPr/>
          <p:nvPr/>
        </p:nvSpPr>
        <p:spPr>
          <a:xfrm>
            <a:off x="411462" y="18638501"/>
            <a:ext cx="10174873" cy="11597241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76200">
            <a:gradFill>
              <a:gsLst>
                <a:gs pos="16000">
                  <a:schemeClr val="accent1">
                    <a:lumMod val="75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46000">
                  <a:schemeClr val="accent1">
                    <a:lumMod val="45000"/>
                    <a:lumOff val="55000"/>
                  </a:schemeClr>
                </a:gs>
                <a:gs pos="81000">
                  <a:schemeClr val="accent1">
                    <a:lumMod val="7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890746B8-B06B-4F25-96D5-31077B4B462B}"/>
              </a:ext>
            </a:extLst>
          </p:cNvPr>
          <p:cNvSpPr/>
          <p:nvPr/>
        </p:nvSpPr>
        <p:spPr>
          <a:xfrm>
            <a:off x="11001865" y="26065279"/>
            <a:ext cx="10174872" cy="40614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76200"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9000">
                  <a:schemeClr val="accent1">
                    <a:lumMod val="45000"/>
                    <a:lumOff val="55000"/>
                  </a:schemeClr>
                </a:gs>
                <a:gs pos="22000">
                  <a:schemeClr val="accent1">
                    <a:lumMod val="7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101481A-D705-4FCB-8DDA-35EB98309988}"/>
              </a:ext>
            </a:extLst>
          </p:cNvPr>
          <p:cNvSpPr/>
          <p:nvPr/>
        </p:nvSpPr>
        <p:spPr>
          <a:xfrm>
            <a:off x="11406067" y="26706786"/>
            <a:ext cx="10174873" cy="5643561"/>
          </a:xfrm>
          <a:prstGeom prst="rect">
            <a:avLst/>
          </a:prstGeom>
          <a:blipFill dpi="0" rotWithShape="1">
            <a:blip r:embed="rId4">
              <a:alphaModFix amt="34000"/>
            </a:blip>
            <a:srcRect/>
            <a:stretch>
              <a:fillRect t="-129626"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8DBDE00-9AE8-4B59-9C78-7E62FE728488}"/>
              </a:ext>
            </a:extLst>
          </p:cNvPr>
          <p:cNvSpPr txBox="1"/>
          <p:nvPr/>
        </p:nvSpPr>
        <p:spPr>
          <a:xfrm>
            <a:off x="1050066" y="30579259"/>
            <a:ext cx="954759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姓名：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6C89F6D-EBEA-4B31-AC18-F09B72677DB4}"/>
              </a:ext>
            </a:extLst>
          </p:cNvPr>
          <p:cNvSpPr txBox="1"/>
          <p:nvPr/>
        </p:nvSpPr>
        <p:spPr>
          <a:xfrm>
            <a:off x="11113401" y="30582957"/>
            <a:ext cx="100633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专业：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E4FD2A2-EF41-4924-9EFC-523E86FD3AF6}"/>
              </a:ext>
            </a:extLst>
          </p:cNvPr>
          <p:cNvSpPr txBox="1"/>
          <p:nvPr/>
        </p:nvSpPr>
        <p:spPr>
          <a:xfrm>
            <a:off x="1050066" y="31333301"/>
            <a:ext cx="95475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邮箱：</a:t>
            </a:r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11A43DA0-E8C4-40B8-A92B-6970423214FF}"/>
              </a:ext>
            </a:extLst>
          </p:cNvPr>
          <p:cNvCxnSpPr>
            <a:cxnSpLocks/>
          </p:cNvCxnSpPr>
          <p:nvPr/>
        </p:nvCxnSpPr>
        <p:spPr>
          <a:xfrm flipV="1">
            <a:off x="3487499" y="3442924"/>
            <a:ext cx="3600000" cy="1"/>
          </a:xfrm>
          <a:prstGeom prst="line">
            <a:avLst/>
          </a:prstGeom>
          <a:ln w="57150">
            <a:gradFill flip="none" rotWithShape="1">
              <a:gsLst>
                <a:gs pos="0">
                  <a:schemeClr val="accent1">
                    <a:lumMod val="0"/>
                    <a:lumOff val="100000"/>
                  </a:schemeClr>
                </a:gs>
                <a:gs pos="15000">
                  <a:schemeClr val="accent1">
                    <a:lumMod val="0"/>
                    <a:lumOff val="100000"/>
                  </a:schemeClr>
                </a:gs>
                <a:gs pos="100000">
                  <a:srgbClr val="304F65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3FAF57B8-2E5E-4FF1-907B-E1959B724228}"/>
              </a:ext>
            </a:extLst>
          </p:cNvPr>
          <p:cNvCxnSpPr>
            <a:cxnSpLocks/>
          </p:cNvCxnSpPr>
          <p:nvPr/>
        </p:nvCxnSpPr>
        <p:spPr>
          <a:xfrm flipV="1">
            <a:off x="9962421" y="3438573"/>
            <a:ext cx="3600000" cy="1"/>
          </a:xfrm>
          <a:prstGeom prst="line">
            <a:avLst/>
          </a:prstGeom>
          <a:ln w="57150">
            <a:gradFill flip="none" rotWithShape="1">
              <a:gsLst>
                <a:gs pos="0">
                  <a:schemeClr val="accent1">
                    <a:lumMod val="0"/>
                    <a:lumOff val="100000"/>
                  </a:schemeClr>
                </a:gs>
                <a:gs pos="15000">
                  <a:schemeClr val="accent1">
                    <a:lumMod val="0"/>
                    <a:lumOff val="100000"/>
                  </a:schemeClr>
                </a:gs>
                <a:gs pos="100000">
                  <a:srgbClr val="304F65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B3A47B16-14EB-4F1E-AA7D-FA8E7C028C57}"/>
              </a:ext>
            </a:extLst>
          </p:cNvPr>
          <p:cNvCxnSpPr>
            <a:cxnSpLocks/>
          </p:cNvCxnSpPr>
          <p:nvPr/>
        </p:nvCxnSpPr>
        <p:spPr>
          <a:xfrm flipV="1">
            <a:off x="17438166" y="3438573"/>
            <a:ext cx="3600000" cy="1"/>
          </a:xfrm>
          <a:prstGeom prst="line">
            <a:avLst/>
          </a:prstGeom>
          <a:ln w="57150">
            <a:gradFill flip="none" rotWithShape="1">
              <a:gsLst>
                <a:gs pos="0">
                  <a:schemeClr val="accent1">
                    <a:lumMod val="0"/>
                    <a:lumOff val="100000"/>
                  </a:schemeClr>
                </a:gs>
                <a:gs pos="15000">
                  <a:schemeClr val="accent1">
                    <a:lumMod val="0"/>
                    <a:lumOff val="100000"/>
                  </a:schemeClr>
                </a:gs>
                <a:gs pos="100000">
                  <a:srgbClr val="304F65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7E086504-D636-4A5C-8B7A-22B456434659}"/>
              </a:ext>
            </a:extLst>
          </p:cNvPr>
          <p:cNvCxnSpPr>
            <a:cxnSpLocks/>
          </p:cNvCxnSpPr>
          <p:nvPr/>
        </p:nvCxnSpPr>
        <p:spPr>
          <a:xfrm flipV="1">
            <a:off x="2270223" y="31225590"/>
            <a:ext cx="6480000" cy="1"/>
          </a:xfrm>
          <a:prstGeom prst="line">
            <a:avLst/>
          </a:prstGeom>
          <a:ln w="57150">
            <a:gradFill flip="none" rotWithShape="1">
              <a:gsLst>
                <a:gs pos="0">
                  <a:schemeClr val="accent1">
                    <a:lumMod val="0"/>
                    <a:lumOff val="100000"/>
                  </a:schemeClr>
                </a:gs>
                <a:gs pos="15000">
                  <a:schemeClr val="accent1">
                    <a:lumMod val="0"/>
                    <a:lumOff val="100000"/>
                  </a:schemeClr>
                </a:gs>
                <a:gs pos="100000">
                  <a:srgbClr val="304F65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8D900540-0EB1-482C-9D4D-6CE4D6A48ADB}"/>
              </a:ext>
            </a:extLst>
          </p:cNvPr>
          <p:cNvCxnSpPr>
            <a:cxnSpLocks/>
          </p:cNvCxnSpPr>
          <p:nvPr/>
        </p:nvCxnSpPr>
        <p:spPr>
          <a:xfrm flipV="1">
            <a:off x="2270223" y="31915183"/>
            <a:ext cx="6480000" cy="1"/>
          </a:xfrm>
          <a:prstGeom prst="line">
            <a:avLst/>
          </a:prstGeom>
          <a:ln w="57150">
            <a:gradFill flip="none" rotWithShape="1">
              <a:gsLst>
                <a:gs pos="0">
                  <a:schemeClr val="accent1">
                    <a:lumMod val="0"/>
                    <a:lumOff val="100000"/>
                  </a:schemeClr>
                </a:gs>
                <a:gs pos="15000">
                  <a:schemeClr val="accent1">
                    <a:lumMod val="0"/>
                    <a:lumOff val="100000"/>
                  </a:schemeClr>
                </a:gs>
                <a:gs pos="100000">
                  <a:srgbClr val="304F65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CFC051FC-79BE-4360-B6AD-2580AD52347A}"/>
              </a:ext>
            </a:extLst>
          </p:cNvPr>
          <p:cNvCxnSpPr>
            <a:cxnSpLocks/>
          </p:cNvCxnSpPr>
          <p:nvPr/>
        </p:nvCxnSpPr>
        <p:spPr>
          <a:xfrm flipV="1">
            <a:off x="12380455" y="31225589"/>
            <a:ext cx="6480000" cy="1"/>
          </a:xfrm>
          <a:prstGeom prst="line">
            <a:avLst/>
          </a:prstGeom>
          <a:ln w="57150">
            <a:gradFill flip="none" rotWithShape="1">
              <a:gsLst>
                <a:gs pos="0">
                  <a:schemeClr val="accent1">
                    <a:lumMod val="0"/>
                    <a:lumOff val="100000"/>
                  </a:schemeClr>
                </a:gs>
                <a:gs pos="15000">
                  <a:schemeClr val="accent1">
                    <a:lumMod val="0"/>
                    <a:lumOff val="100000"/>
                  </a:schemeClr>
                </a:gs>
                <a:gs pos="100000">
                  <a:srgbClr val="304F65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5" name="图片 44">
            <a:extLst>
              <a:ext uri="{FF2B5EF4-FFF2-40B4-BE49-F238E27FC236}">
                <a16:creationId xmlns:a16="http://schemas.microsoft.com/office/drawing/2014/main" id="{405DC58B-DEED-47B2-8553-B910A288A4E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81994" y="261760"/>
            <a:ext cx="2294741" cy="2294741"/>
          </a:xfrm>
          <a:prstGeom prst="rect">
            <a:avLst/>
          </a:prstGeom>
        </p:spPr>
      </p:pic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2D4FFA3F-E3D7-4D24-8567-0E8228AB0C11}"/>
              </a:ext>
            </a:extLst>
          </p:cNvPr>
          <p:cNvCxnSpPr>
            <a:cxnSpLocks/>
          </p:cNvCxnSpPr>
          <p:nvPr/>
        </p:nvCxnSpPr>
        <p:spPr>
          <a:xfrm flipV="1">
            <a:off x="1463268" y="9119001"/>
            <a:ext cx="8089250" cy="1653"/>
          </a:xfrm>
          <a:prstGeom prst="line">
            <a:avLst/>
          </a:prstGeom>
          <a:ln w="57150">
            <a:gradFill>
              <a:gsLst>
                <a:gs pos="49000">
                  <a:schemeClr val="accent1">
                    <a:lumMod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/>
                </a:gs>
              </a:gsLst>
              <a:lin ang="4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56">
            <a:extLst>
              <a:ext uri="{FF2B5EF4-FFF2-40B4-BE49-F238E27FC236}">
                <a16:creationId xmlns:a16="http://schemas.microsoft.com/office/drawing/2014/main" id="{C7411E12-366E-4176-9F2F-3E3D652A8890}"/>
              </a:ext>
            </a:extLst>
          </p:cNvPr>
          <p:cNvSpPr/>
          <p:nvPr/>
        </p:nvSpPr>
        <p:spPr>
          <a:xfrm>
            <a:off x="2741133" y="8862823"/>
            <a:ext cx="5533520" cy="47367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需求分析</a:t>
            </a:r>
            <a:r>
              <a:rPr lang="en-US" altLang="zh-CN" sz="4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背景介绍</a:t>
            </a:r>
          </a:p>
        </p:txBody>
      </p:sp>
      <p:cxnSp>
        <p:nvCxnSpPr>
          <p:cNvPr id="60" name="直接连接符 59">
            <a:extLst>
              <a:ext uri="{FF2B5EF4-FFF2-40B4-BE49-F238E27FC236}">
                <a16:creationId xmlns:a16="http://schemas.microsoft.com/office/drawing/2014/main" id="{21F96095-E1F9-4C3A-8356-27EDDE304F4B}"/>
              </a:ext>
            </a:extLst>
          </p:cNvPr>
          <p:cNvCxnSpPr>
            <a:cxnSpLocks/>
          </p:cNvCxnSpPr>
          <p:nvPr/>
        </p:nvCxnSpPr>
        <p:spPr>
          <a:xfrm flipV="1">
            <a:off x="12043331" y="9119001"/>
            <a:ext cx="8089250" cy="1653"/>
          </a:xfrm>
          <a:prstGeom prst="line">
            <a:avLst/>
          </a:prstGeom>
          <a:ln w="57150">
            <a:gradFill>
              <a:gsLst>
                <a:gs pos="49000">
                  <a:schemeClr val="accent1">
                    <a:lumMod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/>
                </a:gs>
              </a:gsLst>
              <a:lin ang="4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 60">
            <a:extLst>
              <a:ext uri="{FF2B5EF4-FFF2-40B4-BE49-F238E27FC236}">
                <a16:creationId xmlns:a16="http://schemas.microsoft.com/office/drawing/2014/main" id="{87578527-3DE3-401A-AA51-FD42D7BEA5C7}"/>
              </a:ext>
            </a:extLst>
          </p:cNvPr>
          <p:cNvSpPr/>
          <p:nvPr/>
        </p:nvSpPr>
        <p:spPr>
          <a:xfrm>
            <a:off x="13612272" y="8799617"/>
            <a:ext cx="4951368" cy="60009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结果分析</a:t>
            </a:r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B4150C12-7E20-40E9-85EB-C3BA87AF8405}"/>
              </a:ext>
            </a:extLst>
          </p:cNvPr>
          <p:cNvCxnSpPr>
            <a:cxnSpLocks/>
          </p:cNvCxnSpPr>
          <p:nvPr/>
        </p:nvCxnSpPr>
        <p:spPr>
          <a:xfrm>
            <a:off x="1290006" y="19090637"/>
            <a:ext cx="8632556" cy="0"/>
          </a:xfrm>
          <a:prstGeom prst="line">
            <a:avLst/>
          </a:prstGeom>
          <a:ln w="57150">
            <a:gradFill>
              <a:gsLst>
                <a:gs pos="49000">
                  <a:schemeClr val="accent1">
                    <a:lumMod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/>
                </a:gs>
              </a:gsLst>
              <a:lin ang="4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矩形 62">
            <a:extLst>
              <a:ext uri="{FF2B5EF4-FFF2-40B4-BE49-F238E27FC236}">
                <a16:creationId xmlns:a16="http://schemas.microsoft.com/office/drawing/2014/main" id="{79553D02-6FB5-495A-8532-8DE15289D0F3}"/>
              </a:ext>
            </a:extLst>
          </p:cNvPr>
          <p:cNvSpPr/>
          <p:nvPr/>
        </p:nvSpPr>
        <p:spPr>
          <a:xfrm>
            <a:off x="1860281" y="18868841"/>
            <a:ext cx="7493163" cy="527304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工作原理</a:t>
            </a:r>
            <a:r>
              <a:rPr lang="en-US" altLang="zh-CN" sz="4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&amp;</a:t>
            </a:r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理论建模</a:t>
            </a:r>
          </a:p>
        </p:txBody>
      </p:sp>
      <p:cxnSp>
        <p:nvCxnSpPr>
          <p:cNvPr id="64" name="直接连接符 63">
            <a:extLst>
              <a:ext uri="{FF2B5EF4-FFF2-40B4-BE49-F238E27FC236}">
                <a16:creationId xmlns:a16="http://schemas.microsoft.com/office/drawing/2014/main" id="{55686556-10F6-481D-BF40-6D93ABFF59BA}"/>
              </a:ext>
            </a:extLst>
          </p:cNvPr>
          <p:cNvCxnSpPr>
            <a:cxnSpLocks/>
          </p:cNvCxnSpPr>
          <p:nvPr/>
        </p:nvCxnSpPr>
        <p:spPr>
          <a:xfrm flipV="1">
            <a:off x="12043331" y="26472674"/>
            <a:ext cx="8089250" cy="1653"/>
          </a:xfrm>
          <a:prstGeom prst="line">
            <a:avLst/>
          </a:prstGeom>
          <a:ln w="57150">
            <a:gradFill>
              <a:gsLst>
                <a:gs pos="49000">
                  <a:schemeClr val="accent1">
                    <a:lumMod val="50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/>
                </a:gs>
              </a:gsLst>
              <a:lin ang="4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 64">
            <a:extLst>
              <a:ext uri="{FF2B5EF4-FFF2-40B4-BE49-F238E27FC236}">
                <a16:creationId xmlns:a16="http://schemas.microsoft.com/office/drawing/2014/main" id="{DBD022A6-0A29-4DEF-908F-8126EDD45C49}"/>
              </a:ext>
            </a:extLst>
          </p:cNvPr>
          <p:cNvSpPr/>
          <p:nvPr/>
        </p:nvSpPr>
        <p:spPr>
          <a:xfrm>
            <a:off x="15363037" y="26116884"/>
            <a:ext cx="1564062" cy="647648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结论</a:t>
            </a:r>
          </a:p>
        </p:txBody>
      </p: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862AE2CC-4130-4F76-97CA-E949E7E29A12}"/>
              </a:ext>
            </a:extLst>
          </p:cNvPr>
          <p:cNvCxnSpPr>
            <a:cxnSpLocks/>
          </p:cNvCxnSpPr>
          <p:nvPr/>
        </p:nvCxnSpPr>
        <p:spPr>
          <a:xfrm>
            <a:off x="-1" y="3623297"/>
            <a:ext cx="21600000" cy="0"/>
          </a:xfrm>
          <a:prstGeom prst="line">
            <a:avLst/>
          </a:prstGeom>
          <a:ln w="57150">
            <a:gradFill>
              <a:gsLst>
                <a:gs pos="49000">
                  <a:schemeClr val="bg1">
                    <a:lumMod val="65000"/>
                  </a:schemeClr>
                </a:gs>
                <a:gs pos="0">
                  <a:schemeClr val="accent1">
                    <a:lumMod val="5000"/>
                    <a:lumOff val="95000"/>
                  </a:schemeClr>
                </a:gs>
                <a:gs pos="100000">
                  <a:schemeClr val="bg1"/>
                </a:gs>
              </a:gsLst>
              <a:lin ang="4800000" scaled="0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组合 4">
            <a:extLst>
              <a:ext uri="{FF2B5EF4-FFF2-40B4-BE49-F238E27FC236}">
                <a16:creationId xmlns:a16="http://schemas.microsoft.com/office/drawing/2014/main" id="{794EA36C-7C14-496D-A38D-9D08AE625520}"/>
              </a:ext>
            </a:extLst>
          </p:cNvPr>
          <p:cNvGrpSpPr/>
          <p:nvPr/>
        </p:nvGrpSpPr>
        <p:grpSpPr>
          <a:xfrm>
            <a:off x="422788" y="4238242"/>
            <a:ext cx="20769637" cy="3465773"/>
            <a:chOff x="422788" y="4880263"/>
            <a:chExt cx="20769637" cy="3465773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8567D2B7-8A54-4061-A716-8260E67EEDEC}"/>
                </a:ext>
              </a:extLst>
            </p:cNvPr>
            <p:cNvSpPr/>
            <p:nvPr/>
          </p:nvSpPr>
          <p:spPr>
            <a:xfrm>
              <a:off x="422788" y="4880263"/>
              <a:ext cx="20753948" cy="3465773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 w="76200">
              <a:gradFill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14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zh-CN" altLang="en-US" dirty="0"/>
            </a:p>
          </p:txBody>
        </p:sp>
        <p:cxnSp>
          <p:nvCxnSpPr>
            <p:cNvPr id="49" name="直接连接符 48">
              <a:extLst>
                <a:ext uri="{FF2B5EF4-FFF2-40B4-BE49-F238E27FC236}">
                  <a16:creationId xmlns:a16="http://schemas.microsoft.com/office/drawing/2014/main" id="{09F8C885-1022-4465-928A-4114A15A685C}"/>
                </a:ext>
              </a:extLst>
            </p:cNvPr>
            <p:cNvCxnSpPr>
              <a:cxnSpLocks/>
            </p:cNvCxnSpPr>
            <p:nvPr/>
          </p:nvCxnSpPr>
          <p:spPr>
            <a:xfrm>
              <a:off x="1050066" y="5334862"/>
              <a:ext cx="19413575" cy="0"/>
            </a:xfrm>
            <a:prstGeom prst="line">
              <a:avLst/>
            </a:prstGeom>
            <a:ln w="57150">
              <a:gradFill>
                <a:gsLst>
                  <a:gs pos="49000">
                    <a:schemeClr val="accent1">
                      <a:lumMod val="50000"/>
                    </a:schemeClr>
                  </a:gs>
                  <a:gs pos="0">
                    <a:schemeClr val="accent1">
                      <a:lumMod val="5000"/>
                      <a:lumOff val="95000"/>
                    </a:schemeClr>
                  </a:gs>
                  <a:gs pos="100000">
                    <a:schemeClr val="bg1"/>
                  </a:gs>
                </a:gsLst>
                <a:lin ang="4800000" scaled="0"/>
              </a:gra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矩形 49">
              <a:extLst>
                <a:ext uri="{FF2B5EF4-FFF2-40B4-BE49-F238E27FC236}">
                  <a16:creationId xmlns:a16="http://schemas.microsoft.com/office/drawing/2014/main" id="{491C8383-A4C0-4EC2-BC89-4F9B7778B90D}"/>
                </a:ext>
              </a:extLst>
            </p:cNvPr>
            <p:cNvSpPr/>
            <p:nvPr/>
          </p:nvSpPr>
          <p:spPr>
            <a:xfrm>
              <a:off x="9412394" y="4940556"/>
              <a:ext cx="2774731" cy="606068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4400" b="1" dirty="0">
                  <a:solidFill>
                    <a:schemeClr val="accent1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项目简介</a:t>
              </a:r>
            </a:p>
          </p:txBody>
        </p:sp>
        <p:sp>
          <p:nvSpPr>
            <p:cNvPr id="43" name="TextBox 23">
              <a:extLst>
                <a:ext uri="{FF2B5EF4-FFF2-40B4-BE49-F238E27FC236}">
                  <a16:creationId xmlns:a16="http://schemas.microsoft.com/office/drawing/2014/main" id="{C42F7E61-84D1-4283-B890-60B3CD89F8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8477" y="5453619"/>
              <a:ext cx="20753948" cy="7936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298297" tIns="149148" rIns="298297" bIns="149148">
              <a:spAutoFit/>
            </a:bodyPr>
            <a:lstStyle>
              <a:lvl1pPr>
                <a:spcBef>
                  <a:spcPct val="20000"/>
                </a:spcBef>
                <a:buChar char="•"/>
                <a:defRPr sz="147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127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11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9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9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9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9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9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910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None/>
              </a:pPr>
              <a:r>
                <a:rPr lang="en-US" altLang="zh-CN" sz="3200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       </a:t>
              </a:r>
              <a:r>
                <a:rPr lang="en-US" altLang="zh-CN" sz="3200" b="1" dirty="0">
                  <a:solidFill>
                    <a:srgbClr val="222222"/>
                  </a:solidFill>
                  <a:effectLst/>
                  <a:latin typeface="微软雅黑" panose="020B0503020204020204" pitchFamily="34" charset="-122"/>
                  <a:ea typeface="微软雅黑" panose="020B0503020204020204" pitchFamily="34" charset="-122"/>
                </a:rPr>
                <a:t>111</a:t>
              </a:r>
              <a:endPara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85" name="TextBox 23">
            <a:extLst>
              <a:ext uri="{FF2B5EF4-FFF2-40B4-BE49-F238E27FC236}">
                <a16:creationId xmlns:a16="http://schemas.microsoft.com/office/drawing/2014/main" id="{E9932D0C-6EB9-429A-921F-241C5D4630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65401" y="26870231"/>
            <a:ext cx="9645033" cy="6705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298297" tIns="149148" rIns="298297" bIns="149148">
            <a:spAutoFit/>
          </a:bodyPr>
          <a:lstStyle>
            <a:lvl1pPr>
              <a:spcBef>
                <a:spcPct val="20000"/>
              </a:spcBef>
              <a:buChar char="•"/>
              <a:defRPr sz="14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1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1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9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9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9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just">
              <a:spcBef>
                <a:spcPts val="600"/>
              </a:spcBef>
              <a:spcAft>
                <a:spcPts val="600"/>
              </a:spcAft>
              <a:buNone/>
            </a:pPr>
            <a:r>
              <a:rPr lang="en-US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111</a:t>
            </a:r>
            <a:endParaRPr lang="zh-CN" altLang="zh-CN" sz="24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9" name="文本框 68">
            <a:extLst>
              <a:ext uri="{FF2B5EF4-FFF2-40B4-BE49-F238E27FC236}">
                <a16:creationId xmlns:a16="http://schemas.microsoft.com/office/drawing/2014/main" id="{6E4FD2A2-EF41-4924-9EFC-523E86FD3AF6}"/>
              </a:ext>
            </a:extLst>
          </p:cNvPr>
          <p:cNvSpPr txBox="1"/>
          <p:nvPr/>
        </p:nvSpPr>
        <p:spPr>
          <a:xfrm>
            <a:off x="11117042" y="31433876"/>
            <a:ext cx="95475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电话：</a:t>
            </a:r>
          </a:p>
        </p:txBody>
      </p: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id="{7E086504-D636-4A5C-8B7A-22B456434659}"/>
              </a:ext>
            </a:extLst>
          </p:cNvPr>
          <p:cNvCxnSpPr>
            <a:cxnSpLocks/>
          </p:cNvCxnSpPr>
          <p:nvPr/>
        </p:nvCxnSpPr>
        <p:spPr>
          <a:xfrm flipV="1">
            <a:off x="12438640" y="31922575"/>
            <a:ext cx="6480000" cy="1"/>
          </a:xfrm>
          <a:prstGeom prst="line">
            <a:avLst/>
          </a:prstGeom>
          <a:ln w="57150">
            <a:gradFill flip="none" rotWithShape="1">
              <a:gsLst>
                <a:gs pos="0">
                  <a:schemeClr val="accent1">
                    <a:lumMod val="0"/>
                    <a:lumOff val="100000"/>
                  </a:schemeClr>
                </a:gs>
                <a:gs pos="15000">
                  <a:schemeClr val="accent1">
                    <a:lumMod val="0"/>
                    <a:lumOff val="100000"/>
                  </a:schemeClr>
                </a:gs>
                <a:gs pos="100000">
                  <a:srgbClr val="304F65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6C6FBDE0-108A-1CBB-AD0E-2C6E7E739159}"/>
              </a:ext>
            </a:extLst>
          </p:cNvPr>
          <p:cNvSpPr txBox="1"/>
          <p:nvPr/>
        </p:nvSpPr>
        <p:spPr>
          <a:xfrm>
            <a:off x="897556" y="9592679"/>
            <a:ext cx="92026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222222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111</a:t>
            </a:r>
            <a:endParaRPr lang="zh-CN" altLang="en-US" sz="3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D27E34F0-12F8-5EAC-0D0E-1188C26ABBDA}"/>
              </a:ext>
            </a:extLst>
          </p:cNvPr>
          <p:cNvSpPr txBox="1"/>
          <p:nvPr/>
        </p:nvSpPr>
        <p:spPr>
          <a:xfrm>
            <a:off x="897556" y="19809322"/>
            <a:ext cx="9060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CN" sz="2400" b="1" kern="10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111</a:t>
            </a:r>
            <a:endParaRPr lang="zh-CN" altLang="zh-CN" sz="2400" b="1" kern="100" dirty="0">
              <a:effectLst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3C14DDE4-A57A-8EFB-86AF-59EE40FE9057}"/>
              </a:ext>
            </a:extLst>
          </p:cNvPr>
          <p:cNvSpPr txBox="1"/>
          <p:nvPr/>
        </p:nvSpPr>
        <p:spPr>
          <a:xfrm>
            <a:off x="11556021" y="9390440"/>
            <a:ext cx="92026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111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96079432-7796-495B-BDE0-51B947AB2CA4}"/>
              </a:ext>
            </a:extLst>
          </p:cNvPr>
          <p:cNvSpPr txBox="1"/>
          <p:nvPr/>
        </p:nvSpPr>
        <p:spPr>
          <a:xfrm>
            <a:off x="-213427" y="1386065"/>
            <a:ext cx="2159952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4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（项目来源：实验室轮转）</a:t>
            </a:r>
          </a:p>
        </p:txBody>
      </p:sp>
    </p:spTree>
    <p:extLst>
      <p:ext uri="{BB962C8B-B14F-4D97-AF65-F5344CB8AC3E}">
        <p14:creationId xmlns:p14="http://schemas.microsoft.com/office/powerpoint/2010/main" val="1891266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683</TotalTime>
  <Words>41</Words>
  <Application>Microsoft Office PowerPoint</Application>
  <PresentationFormat>自定义</PresentationFormat>
  <Paragraphs>18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微软雅黑</vt:lpstr>
      <vt:lpstr>Arial</vt:lpstr>
      <vt:lpstr>Calibri</vt:lpstr>
      <vt:lpstr>Calibri Light</vt:lpstr>
      <vt:lpstr>Times New Roman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曾 志超</dc:creator>
  <cp:lastModifiedBy>HL Y</cp:lastModifiedBy>
  <cp:revision>66</cp:revision>
  <dcterms:created xsi:type="dcterms:W3CDTF">2023-02-27T07:22:55Z</dcterms:created>
  <dcterms:modified xsi:type="dcterms:W3CDTF">2025-05-15T14:16:32Z</dcterms:modified>
</cp:coreProperties>
</file>